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64" r:id="rId2"/>
    <p:sldId id="285" r:id="rId3"/>
    <p:sldId id="288" r:id="rId4"/>
    <p:sldId id="286" r:id="rId5"/>
    <p:sldId id="277" r:id="rId6"/>
    <p:sldId id="275" r:id="rId7"/>
    <p:sldId id="278" r:id="rId8"/>
    <p:sldId id="292" r:id="rId9"/>
    <p:sldId id="293" r:id="rId10"/>
    <p:sldId id="274" r:id="rId11"/>
    <p:sldId id="291" r:id="rId12"/>
    <p:sldId id="279" r:id="rId13"/>
    <p:sldId id="265" r:id="rId14"/>
    <p:sldId id="284" r:id="rId15"/>
    <p:sldId id="290" r:id="rId16"/>
    <p:sldId id="269" r:id="rId17"/>
    <p:sldId id="289" r:id="rId18"/>
    <p:sldId id="283" r:id="rId19"/>
    <p:sldId id="280" r:id="rId20"/>
    <p:sldId id="282" r:id="rId21"/>
    <p:sldId id="270" r:id="rId22"/>
    <p:sldId id="260" r:id="rId23"/>
    <p:sldId id="267" r:id="rId24"/>
    <p:sldId id="271" r:id="rId25"/>
    <p:sldId id="281" r:id="rId26"/>
    <p:sldId id="266" r:id="rId27"/>
    <p:sldId id="272" r:id="rId28"/>
    <p:sldId id="273" r:id="rId29"/>
    <p:sldId id="261" r:id="rId30"/>
    <p:sldId id="262" r:id="rId31"/>
  </p:sldIdLst>
  <p:sldSz cx="12192000" cy="6858000"/>
  <p:notesSz cx="6858000" cy="9144000"/>
  <p:defaultTextStyle>
    <a:defPPr>
      <a:defRPr lang="ja-JP"/>
    </a:defPPr>
    <a:lvl1pPr marL="0" algn="l" defTabSz="914314" rtl="0" eaLnBrk="1" latinLnBrk="0" hangingPunct="1">
      <a:defRPr kumimoji="1" sz="1800" kern="1200">
        <a:solidFill>
          <a:schemeClr val="tx1"/>
        </a:solidFill>
        <a:latin typeface="+mn-lt"/>
        <a:ea typeface="+mn-ea"/>
        <a:cs typeface="+mn-cs"/>
      </a:defRPr>
    </a:lvl1pPr>
    <a:lvl2pPr marL="457156" algn="l" defTabSz="914314" rtl="0" eaLnBrk="1" latinLnBrk="0" hangingPunct="1">
      <a:defRPr kumimoji="1" sz="1800" kern="1200">
        <a:solidFill>
          <a:schemeClr val="tx1"/>
        </a:solidFill>
        <a:latin typeface="+mn-lt"/>
        <a:ea typeface="+mn-ea"/>
        <a:cs typeface="+mn-cs"/>
      </a:defRPr>
    </a:lvl2pPr>
    <a:lvl3pPr marL="914314" algn="l" defTabSz="914314" rtl="0" eaLnBrk="1" latinLnBrk="0" hangingPunct="1">
      <a:defRPr kumimoji="1" sz="1800" kern="1200">
        <a:solidFill>
          <a:schemeClr val="tx1"/>
        </a:solidFill>
        <a:latin typeface="+mn-lt"/>
        <a:ea typeface="+mn-ea"/>
        <a:cs typeface="+mn-cs"/>
      </a:defRPr>
    </a:lvl3pPr>
    <a:lvl4pPr marL="1371471" algn="l" defTabSz="914314" rtl="0" eaLnBrk="1" latinLnBrk="0" hangingPunct="1">
      <a:defRPr kumimoji="1" sz="1800" kern="1200">
        <a:solidFill>
          <a:schemeClr val="tx1"/>
        </a:solidFill>
        <a:latin typeface="+mn-lt"/>
        <a:ea typeface="+mn-ea"/>
        <a:cs typeface="+mn-cs"/>
      </a:defRPr>
    </a:lvl4pPr>
    <a:lvl5pPr marL="1828628" algn="l" defTabSz="914314" rtl="0" eaLnBrk="1" latinLnBrk="0" hangingPunct="1">
      <a:defRPr kumimoji="1" sz="1800" kern="1200">
        <a:solidFill>
          <a:schemeClr val="tx1"/>
        </a:solidFill>
        <a:latin typeface="+mn-lt"/>
        <a:ea typeface="+mn-ea"/>
        <a:cs typeface="+mn-cs"/>
      </a:defRPr>
    </a:lvl5pPr>
    <a:lvl6pPr marL="2285784" algn="l" defTabSz="914314" rtl="0" eaLnBrk="1" latinLnBrk="0" hangingPunct="1">
      <a:defRPr kumimoji="1" sz="1800" kern="1200">
        <a:solidFill>
          <a:schemeClr val="tx1"/>
        </a:solidFill>
        <a:latin typeface="+mn-lt"/>
        <a:ea typeface="+mn-ea"/>
        <a:cs typeface="+mn-cs"/>
      </a:defRPr>
    </a:lvl6pPr>
    <a:lvl7pPr marL="2742940" algn="l" defTabSz="914314" rtl="0" eaLnBrk="1" latinLnBrk="0" hangingPunct="1">
      <a:defRPr kumimoji="1" sz="1800" kern="1200">
        <a:solidFill>
          <a:schemeClr val="tx1"/>
        </a:solidFill>
        <a:latin typeface="+mn-lt"/>
        <a:ea typeface="+mn-ea"/>
        <a:cs typeface="+mn-cs"/>
      </a:defRPr>
    </a:lvl7pPr>
    <a:lvl8pPr marL="3200098" algn="l" defTabSz="914314" rtl="0" eaLnBrk="1" latinLnBrk="0" hangingPunct="1">
      <a:defRPr kumimoji="1" sz="1800" kern="1200">
        <a:solidFill>
          <a:schemeClr val="tx1"/>
        </a:solidFill>
        <a:latin typeface="+mn-lt"/>
        <a:ea typeface="+mn-ea"/>
        <a:cs typeface="+mn-cs"/>
      </a:defRPr>
    </a:lvl8pPr>
    <a:lvl9pPr marL="3657255" algn="l" defTabSz="914314"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会議" id="{9D711B67-0D57-4F9E-8FC9-206C15F260C3}">
          <p14:sldIdLst>
            <p14:sldId id="264"/>
          </p14:sldIdLst>
        </p14:section>
        <p14:section name="背景目的" id="{F60AF086-5290-4E41-84F5-2E0BA461CAE5}">
          <p14:sldIdLst>
            <p14:sldId id="285"/>
            <p14:sldId id="288"/>
            <p14:sldId id="286"/>
          </p14:sldIdLst>
        </p14:section>
        <p14:section name="プロマネ" id="{6E71A3EB-4200-4336-A989-CDA3016418AD}">
          <p14:sldIdLst>
            <p14:sldId id="277"/>
            <p14:sldId id="275"/>
            <p14:sldId id="278"/>
            <p14:sldId id="292"/>
            <p14:sldId id="293"/>
            <p14:sldId id="274"/>
            <p14:sldId id="291"/>
            <p14:sldId id="279"/>
          </p14:sldIdLst>
        </p14:section>
        <p14:section name="手順" id="{13BB5632-FC77-47DF-8C10-CB343E8762A1}">
          <p14:sldIdLst>
            <p14:sldId id="265"/>
            <p14:sldId id="284"/>
            <p14:sldId id="290"/>
            <p14:sldId id="269"/>
          </p14:sldIdLst>
        </p14:section>
        <p14:section name="分析:詳細化" id="{B1A46112-D2C6-4AA6-95C3-3DBA077C72E6}">
          <p14:sldIdLst>
            <p14:sldId id="289"/>
            <p14:sldId id="283"/>
            <p14:sldId id="280"/>
            <p14:sldId id="282"/>
          </p14:sldIdLst>
        </p14:section>
        <p14:section name="分析:比較" id="{FFAC5707-A1A7-40CB-8F5D-080CEB5E8F10}">
          <p14:sldIdLst/>
        </p14:section>
        <p14:section name="マトリックス" id="{60D77E99-81CD-4205-A1C7-6E159318B397}">
          <p14:sldIdLst>
            <p14:sldId id="270"/>
            <p14:sldId id="260"/>
            <p14:sldId id="267"/>
          </p14:sldIdLst>
        </p14:section>
        <p14:section name="集計" id="{F214EA92-5DD8-4166-9F46-08DA843CD24F}">
          <p14:sldIdLst>
            <p14:sldId id="271"/>
            <p14:sldId id="281"/>
            <p14:sldId id="266"/>
            <p14:sldId id="272"/>
            <p14:sldId id="273"/>
          </p14:sldIdLst>
        </p14:section>
        <p14:section name="その他" id="{2C4915F8-C112-427C-A8D9-F7B6F161DDF7}">
          <p14:sldIdLst>
            <p14:sldId id="261"/>
            <p14:sldId id="262"/>
          </p14:sldIdLst>
        </p14:section>
      </p14:sectionLst>
    </p:ext>
    <p:ext uri="{EFAFB233-063F-42B5-8137-9DF3F51BA10A}">
      <p15:sldGuideLst xmlns:p15="http://schemas.microsoft.com/office/powerpoint/2012/main">
        <p15:guide id="2" pos="3840" userDrawn="1">
          <p15:clr>
            <a:srgbClr val="A4A3A4"/>
          </p15:clr>
        </p15:guide>
        <p15:guide id="3" orient="horz" userDrawn="1">
          <p15:clr>
            <a:srgbClr val="A4A3A4"/>
          </p15:clr>
        </p15:guide>
        <p15:guide id="4" orient="horz" pos="2387" userDrawn="1">
          <p15:clr>
            <a:srgbClr val="A4A3A4"/>
          </p15:clr>
        </p15:guide>
        <p15:guide id="5" orient="horz" pos="2614" userDrawn="1">
          <p15:clr>
            <a:srgbClr val="A4A3A4"/>
          </p15:clr>
        </p15:guide>
        <p15:guide id="6" orient="horz" pos="40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1BB"/>
    <a:srgbClr val="99B7CB"/>
    <a:srgbClr val="C1E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78168-D144-4627-9DAD-CE56124F5B93}" v="55" dt="2025-10-19T08:50:40.43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6234" autoAdjust="0"/>
  </p:normalViewPr>
  <p:slideViewPr>
    <p:cSldViewPr snapToGrid="0" showGuides="1">
      <p:cViewPr varScale="1">
        <p:scale>
          <a:sx n="100" d="100"/>
          <a:sy n="100" d="100"/>
        </p:scale>
        <p:origin x="115" y="187"/>
      </p:cViewPr>
      <p:guideLst>
        <p:guide pos="3840"/>
        <p:guide orient="horz"/>
        <p:guide orient="horz" pos="2387"/>
        <p:guide orient="horz" pos="2614"/>
        <p:guide orient="horz" pos="4088"/>
      </p:guideLst>
    </p:cSldViewPr>
  </p:slideViewPr>
  <p:outlineViewPr>
    <p:cViewPr>
      <p:scale>
        <a:sx n="33" d="100"/>
        <a:sy n="33" d="100"/>
      </p:scale>
      <p:origin x="0" y="-4128"/>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0" d="100"/>
          <a:sy n="80" d="100"/>
        </p:scale>
        <p:origin x="275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zu ENDO" userId="394a0fe494bc10a7" providerId="LiveId" clId="{9B94F21E-C83F-4FE9-9F96-8B842C8D39FE}"/>
    <pc:docChg chg="undo redo custSel addSld delSld modSld addSection delSection modSection">
      <pc:chgData name="Kazu ENDO" userId="394a0fe494bc10a7" providerId="LiveId" clId="{9B94F21E-C83F-4FE9-9F96-8B842C8D39FE}" dt="2025-10-19T10:15:37.912" v="1493" actId="12"/>
      <pc:docMkLst>
        <pc:docMk/>
      </pc:docMkLst>
      <pc:sldChg chg="del">
        <pc:chgData name="Kazu ENDO" userId="394a0fe494bc10a7" providerId="LiveId" clId="{9B94F21E-C83F-4FE9-9F96-8B842C8D39FE}" dt="2025-10-19T06:16:07.212" v="0" actId="47"/>
        <pc:sldMkLst>
          <pc:docMk/>
          <pc:sldMk cId="2193713691" sldId="256"/>
        </pc:sldMkLst>
      </pc:sldChg>
      <pc:sldChg chg="del">
        <pc:chgData name="Kazu ENDO" userId="394a0fe494bc10a7" providerId="LiveId" clId="{9B94F21E-C83F-4FE9-9F96-8B842C8D39FE}" dt="2025-10-19T06:16:07.880" v="1" actId="47"/>
        <pc:sldMkLst>
          <pc:docMk/>
          <pc:sldMk cId="2807574988" sldId="257"/>
        </pc:sldMkLst>
      </pc:sldChg>
      <pc:sldChg chg="del">
        <pc:chgData name="Kazu ENDO" userId="394a0fe494bc10a7" providerId="LiveId" clId="{9B94F21E-C83F-4FE9-9F96-8B842C8D39FE}" dt="2025-10-19T06:16:08.532" v="2" actId="47"/>
        <pc:sldMkLst>
          <pc:docMk/>
          <pc:sldMk cId="1863025141" sldId="258"/>
        </pc:sldMkLst>
      </pc:sldChg>
      <pc:sldChg chg="del">
        <pc:chgData name="Kazu ENDO" userId="394a0fe494bc10a7" providerId="LiveId" clId="{9B94F21E-C83F-4FE9-9F96-8B842C8D39FE}" dt="2025-10-19T06:16:09.120" v="3" actId="47"/>
        <pc:sldMkLst>
          <pc:docMk/>
          <pc:sldMk cId="79370908" sldId="259"/>
        </pc:sldMkLst>
      </pc:sldChg>
      <pc:sldChg chg="modSp add del mod">
        <pc:chgData name="Kazu ENDO" userId="394a0fe494bc10a7" providerId="LiveId" clId="{9B94F21E-C83F-4FE9-9F96-8B842C8D39FE}" dt="2025-10-19T10:15:37.912" v="1493" actId="12"/>
        <pc:sldMkLst>
          <pc:docMk/>
          <pc:sldMk cId="2578342070" sldId="264"/>
        </pc:sldMkLst>
        <pc:spChg chg="mod">
          <ac:chgData name="Kazu ENDO" userId="394a0fe494bc10a7" providerId="LiveId" clId="{9B94F21E-C83F-4FE9-9F96-8B842C8D39FE}" dt="2025-10-19T10:15:37.912" v="1493" actId="12"/>
          <ac:spMkLst>
            <pc:docMk/>
            <pc:sldMk cId="2578342070" sldId="264"/>
            <ac:spMk id="5" creationId="{F15673B4-3184-AFE4-1FD2-52C205088E37}"/>
          </ac:spMkLst>
        </pc:spChg>
      </pc:sldChg>
      <pc:sldChg chg="modSp mod">
        <pc:chgData name="Kazu ENDO" userId="394a0fe494bc10a7" providerId="LiveId" clId="{9B94F21E-C83F-4FE9-9F96-8B842C8D39FE}" dt="2025-10-19T08:30:05.385" v="169" actId="20577"/>
        <pc:sldMkLst>
          <pc:docMk/>
          <pc:sldMk cId="2693915395" sldId="269"/>
        </pc:sldMkLst>
        <pc:spChg chg="mod">
          <ac:chgData name="Kazu ENDO" userId="394a0fe494bc10a7" providerId="LiveId" clId="{9B94F21E-C83F-4FE9-9F96-8B842C8D39FE}" dt="2025-10-19T08:30:05.385" v="169" actId="20577"/>
          <ac:spMkLst>
            <pc:docMk/>
            <pc:sldMk cId="2693915395" sldId="269"/>
            <ac:spMk id="9" creationId="{A0AD52C4-16A1-CFE8-212E-E5E99B56A4D1}"/>
          </ac:spMkLst>
        </pc:spChg>
      </pc:sldChg>
      <pc:sldChg chg="addSp delSp modSp mod">
        <pc:chgData name="Kazu ENDO" userId="394a0fe494bc10a7" providerId="LiveId" clId="{9B94F21E-C83F-4FE9-9F96-8B842C8D39FE}" dt="2025-10-19T08:39:56.487" v="338" actId="207"/>
        <pc:sldMkLst>
          <pc:docMk/>
          <pc:sldMk cId="3213722296" sldId="278"/>
        </pc:sldMkLst>
        <pc:graphicFrameChg chg="add del modGraphic">
          <ac:chgData name="Kazu ENDO" userId="394a0fe494bc10a7" providerId="LiveId" clId="{9B94F21E-C83F-4FE9-9F96-8B842C8D39FE}" dt="2025-10-19T08:39:56.487" v="338" actId="207"/>
          <ac:graphicFrameMkLst>
            <pc:docMk/>
            <pc:sldMk cId="3213722296" sldId="278"/>
            <ac:graphicFrameMk id="9" creationId="{61323884-E9B1-3C5E-6A5B-20EDE3FE1567}"/>
          </ac:graphicFrameMkLst>
        </pc:graphicFrameChg>
      </pc:sldChg>
      <pc:sldChg chg="add del">
        <pc:chgData name="Kazu ENDO" userId="394a0fe494bc10a7" providerId="LiveId" clId="{9B94F21E-C83F-4FE9-9F96-8B842C8D39FE}" dt="2025-10-19T06:19:02.181" v="14" actId="47"/>
        <pc:sldMkLst>
          <pc:docMk/>
          <pc:sldMk cId="2067358580" sldId="287"/>
        </pc:sldMkLst>
      </pc:sldChg>
      <pc:sldChg chg="new del">
        <pc:chgData name="Kazu ENDO" userId="394a0fe494bc10a7" providerId="LiveId" clId="{9B94F21E-C83F-4FE9-9F96-8B842C8D39FE}" dt="2025-10-19T06:18:58.128" v="10" actId="680"/>
        <pc:sldMkLst>
          <pc:docMk/>
          <pc:sldMk cId="1973718985" sldId="290"/>
        </pc:sldMkLst>
      </pc:sldChg>
      <pc:sldChg chg="addSp delSp modSp new mod">
        <pc:chgData name="Kazu ENDO" userId="394a0fe494bc10a7" providerId="LiveId" clId="{9B94F21E-C83F-4FE9-9F96-8B842C8D39FE}" dt="2025-10-19T08:24:26.030" v="148" actId="14100"/>
        <pc:sldMkLst>
          <pc:docMk/>
          <pc:sldMk cId="2856950059" sldId="290"/>
        </pc:sldMkLst>
        <pc:spChg chg="mod">
          <ac:chgData name="Kazu ENDO" userId="394a0fe494bc10a7" providerId="LiveId" clId="{9B94F21E-C83F-4FE9-9F96-8B842C8D39FE}" dt="2025-10-19T08:21:51.541" v="142" actId="20577"/>
          <ac:spMkLst>
            <pc:docMk/>
            <pc:sldMk cId="2856950059" sldId="290"/>
            <ac:spMk id="2" creationId="{A2042F37-3807-0E3D-3FDD-1104133570EA}"/>
          </ac:spMkLst>
        </pc:spChg>
        <pc:spChg chg="add mod">
          <ac:chgData name="Kazu ENDO" userId="394a0fe494bc10a7" providerId="LiveId" clId="{9B94F21E-C83F-4FE9-9F96-8B842C8D39FE}" dt="2025-10-19T08:21:19.010" v="111" actId="1076"/>
          <ac:spMkLst>
            <pc:docMk/>
            <pc:sldMk cId="2856950059" sldId="290"/>
            <ac:spMk id="6" creationId="{2C7272ED-2820-56A5-7586-A7BCF31FFF5B}"/>
          </ac:spMkLst>
        </pc:spChg>
        <pc:spChg chg="add mod">
          <ac:chgData name="Kazu ENDO" userId="394a0fe494bc10a7" providerId="LiveId" clId="{9B94F21E-C83F-4FE9-9F96-8B842C8D39FE}" dt="2025-10-19T08:21:19.010" v="111" actId="1076"/>
          <ac:spMkLst>
            <pc:docMk/>
            <pc:sldMk cId="2856950059" sldId="290"/>
            <ac:spMk id="7" creationId="{FB67E752-1E0C-81FE-6C05-49BC68F68E17}"/>
          </ac:spMkLst>
        </pc:spChg>
        <pc:spChg chg="add mod">
          <ac:chgData name="Kazu ENDO" userId="394a0fe494bc10a7" providerId="LiveId" clId="{9B94F21E-C83F-4FE9-9F96-8B842C8D39FE}" dt="2025-10-19T08:21:19.010" v="111" actId="1076"/>
          <ac:spMkLst>
            <pc:docMk/>
            <pc:sldMk cId="2856950059" sldId="290"/>
            <ac:spMk id="8" creationId="{22CDE1DD-3645-2B65-42BC-CEAE84278B70}"/>
          </ac:spMkLst>
        </pc:spChg>
        <pc:spChg chg="mod">
          <ac:chgData name="Kazu ENDO" userId="394a0fe494bc10a7" providerId="LiveId" clId="{9B94F21E-C83F-4FE9-9F96-8B842C8D39FE}" dt="2025-10-19T08:11:28.472" v="36" actId="1076"/>
          <ac:spMkLst>
            <pc:docMk/>
            <pc:sldMk cId="2856950059" sldId="290"/>
            <ac:spMk id="9" creationId="{493A96AA-F329-A0E8-8185-2D272DECEFD5}"/>
          </ac:spMkLst>
        </pc:spChg>
        <pc:spChg chg="add mod">
          <ac:chgData name="Kazu ENDO" userId="394a0fe494bc10a7" providerId="LiveId" clId="{9B94F21E-C83F-4FE9-9F96-8B842C8D39FE}" dt="2025-10-19T08:24:26.030" v="148" actId="14100"/>
          <ac:spMkLst>
            <pc:docMk/>
            <pc:sldMk cId="2856950059" sldId="290"/>
            <ac:spMk id="10" creationId="{43D33C65-28E9-741C-A36C-F68689FB8BE2}"/>
          </ac:spMkLst>
        </pc:spChg>
        <pc:spChg chg="mod">
          <ac:chgData name="Kazu ENDO" userId="394a0fe494bc10a7" providerId="LiveId" clId="{9B94F21E-C83F-4FE9-9F96-8B842C8D39FE}" dt="2025-10-19T08:18:52.782" v="93" actId="14100"/>
          <ac:spMkLst>
            <pc:docMk/>
            <pc:sldMk cId="2856950059" sldId="290"/>
            <ac:spMk id="11" creationId="{AA214B2A-BA08-A0EE-D800-16E5D9EB1954}"/>
          </ac:spMkLst>
        </pc:spChg>
        <pc:spChg chg="mod">
          <ac:chgData name="Kazu ENDO" userId="394a0fe494bc10a7" providerId="LiveId" clId="{9B94F21E-C83F-4FE9-9F96-8B842C8D39FE}" dt="2025-10-19T08:20:55.460" v="107" actId="14100"/>
          <ac:spMkLst>
            <pc:docMk/>
            <pc:sldMk cId="2856950059" sldId="290"/>
            <ac:spMk id="12" creationId="{6239F0BC-FC8C-CFAE-F950-9B5B3276F129}"/>
          </ac:spMkLst>
        </pc:spChg>
        <pc:spChg chg="add mod">
          <ac:chgData name="Kazu ENDO" userId="394a0fe494bc10a7" providerId="LiveId" clId="{9B94F21E-C83F-4FE9-9F96-8B842C8D39FE}" dt="2025-10-19T08:20:28.937" v="104" actId="14100"/>
          <ac:spMkLst>
            <pc:docMk/>
            <pc:sldMk cId="2856950059" sldId="290"/>
            <ac:spMk id="13" creationId="{20B8A02E-95D3-4575-25EB-58D4BCBEE22F}"/>
          </ac:spMkLst>
        </pc:spChg>
        <pc:spChg chg="mod">
          <ac:chgData name="Kazu ENDO" userId="394a0fe494bc10a7" providerId="LiveId" clId="{9B94F21E-C83F-4FE9-9F96-8B842C8D39FE}" dt="2025-10-19T08:17:03.287" v="80" actId="179"/>
          <ac:spMkLst>
            <pc:docMk/>
            <pc:sldMk cId="2856950059" sldId="290"/>
            <ac:spMk id="14" creationId="{3ED97799-3F3A-11A1-18CB-8244A8C2D5AB}"/>
          </ac:spMkLst>
        </pc:spChg>
        <pc:spChg chg="add mod">
          <ac:chgData name="Kazu ENDO" userId="394a0fe494bc10a7" providerId="LiveId" clId="{9B94F21E-C83F-4FE9-9F96-8B842C8D39FE}" dt="2025-10-19T08:21:19.010" v="111" actId="1076"/>
          <ac:spMkLst>
            <pc:docMk/>
            <pc:sldMk cId="2856950059" sldId="290"/>
            <ac:spMk id="15" creationId="{120D194B-7FEC-AB2E-A34C-DD6E60E96C72}"/>
          </ac:spMkLst>
        </pc:spChg>
        <pc:spChg chg="mod">
          <ac:chgData name="Kazu ENDO" userId="394a0fe494bc10a7" providerId="LiveId" clId="{9B94F21E-C83F-4FE9-9F96-8B842C8D39FE}" dt="2025-10-19T08:17:13.600" v="82" actId="179"/>
          <ac:spMkLst>
            <pc:docMk/>
            <pc:sldMk cId="2856950059" sldId="290"/>
            <ac:spMk id="16" creationId="{0468DBE3-7157-8214-DBF5-3BF267EB76FA}"/>
          </ac:spMkLst>
        </pc:spChg>
        <pc:spChg chg="del">
          <ac:chgData name="Kazu ENDO" userId="394a0fe494bc10a7" providerId="LiveId" clId="{9B94F21E-C83F-4FE9-9F96-8B842C8D39FE}" dt="2025-10-19T08:15:22.121" v="61" actId="478"/>
          <ac:spMkLst>
            <pc:docMk/>
            <pc:sldMk cId="2856950059" sldId="290"/>
            <ac:spMk id="17" creationId="{7B40FDE1-BC1B-2479-F1EE-4515AACB80BE}"/>
          </ac:spMkLst>
        </pc:spChg>
        <pc:spChg chg="add del">
          <ac:chgData name="Kazu ENDO" userId="394a0fe494bc10a7" providerId="LiveId" clId="{9B94F21E-C83F-4FE9-9F96-8B842C8D39FE}" dt="2025-10-19T08:16:36.117" v="74" actId="478"/>
          <ac:spMkLst>
            <pc:docMk/>
            <pc:sldMk cId="2856950059" sldId="290"/>
            <ac:spMk id="18" creationId="{53CD8A43-A155-34CD-68AC-4DF86E060972}"/>
          </ac:spMkLst>
        </pc:spChg>
        <pc:spChg chg="mod">
          <ac:chgData name="Kazu ENDO" userId="394a0fe494bc10a7" providerId="LiveId" clId="{9B94F21E-C83F-4FE9-9F96-8B842C8D39FE}" dt="2025-10-19T08:23:25.664" v="146" actId="14100"/>
          <ac:spMkLst>
            <pc:docMk/>
            <pc:sldMk cId="2856950059" sldId="290"/>
            <ac:spMk id="19" creationId="{88A563D7-E9C7-9B50-B246-6AF775731F30}"/>
          </ac:spMkLst>
        </pc:spChg>
        <pc:spChg chg="del">
          <ac:chgData name="Kazu ENDO" userId="394a0fe494bc10a7" providerId="LiveId" clId="{9B94F21E-C83F-4FE9-9F96-8B842C8D39FE}" dt="2025-10-19T08:15:27.440" v="64" actId="478"/>
          <ac:spMkLst>
            <pc:docMk/>
            <pc:sldMk cId="2856950059" sldId="290"/>
            <ac:spMk id="20" creationId="{2DBE5F89-AA54-F747-2F43-5BD6721C32DF}"/>
          </ac:spMkLst>
        </pc:spChg>
        <pc:spChg chg="add del mod">
          <ac:chgData name="Kazu ENDO" userId="394a0fe494bc10a7" providerId="LiveId" clId="{9B94F21E-C83F-4FE9-9F96-8B842C8D39FE}" dt="2025-10-19T08:15:26.359" v="63" actId="478"/>
          <ac:spMkLst>
            <pc:docMk/>
            <pc:sldMk cId="2856950059" sldId="290"/>
            <ac:spMk id="21" creationId="{F1BE3215-9DEB-B1F6-F8BD-9DC6B06B7C7D}"/>
          </ac:spMkLst>
        </pc:spChg>
        <pc:spChg chg="add del mod">
          <ac:chgData name="Kazu ENDO" userId="394a0fe494bc10a7" providerId="LiveId" clId="{9B94F21E-C83F-4FE9-9F96-8B842C8D39FE}" dt="2025-10-19T08:21:32.588" v="112" actId="478"/>
          <ac:spMkLst>
            <pc:docMk/>
            <pc:sldMk cId="2856950059" sldId="290"/>
            <ac:spMk id="22" creationId="{CCEBF819-1755-9E1F-0E24-D55FB2D908B9}"/>
          </ac:spMkLst>
        </pc:spChg>
        <pc:spChg chg="del">
          <ac:chgData name="Kazu ENDO" userId="394a0fe494bc10a7" providerId="LiveId" clId="{9B94F21E-C83F-4FE9-9F96-8B842C8D39FE}" dt="2025-10-19T08:16:05.648" v="69" actId="478"/>
          <ac:spMkLst>
            <pc:docMk/>
            <pc:sldMk cId="2856950059" sldId="290"/>
            <ac:spMk id="23" creationId="{99624A00-6BBD-065B-042E-2EFE3FA55650}"/>
          </ac:spMkLst>
        </pc:spChg>
        <pc:spChg chg="del">
          <ac:chgData name="Kazu ENDO" userId="394a0fe494bc10a7" providerId="LiveId" clId="{9B94F21E-C83F-4FE9-9F96-8B842C8D39FE}" dt="2025-10-19T08:16:05.648" v="69" actId="478"/>
          <ac:spMkLst>
            <pc:docMk/>
            <pc:sldMk cId="2856950059" sldId="290"/>
            <ac:spMk id="24" creationId="{165475A3-E456-E6C1-E1AA-72EF444A7BC5}"/>
          </ac:spMkLst>
        </pc:spChg>
        <pc:spChg chg="add del">
          <ac:chgData name="Kazu ENDO" userId="394a0fe494bc10a7" providerId="LiveId" clId="{9B94F21E-C83F-4FE9-9F96-8B842C8D39FE}" dt="2025-10-19T08:16:05.648" v="69" actId="478"/>
          <ac:spMkLst>
            <pc:docMk/>
            <pc:sldMk cId="2856950059" sldId="290"/>
            <ac:spMk id="25" creationId="{1050B0FC-3932-8CF9-4EDF-BBF4DAB213CF}"/>
          </ac:spMkLst>
        </pc:spChg>
        <pc:spChg chg="del">
          <ac:chgData name="Kazu ENDO" userId="394a0fe494bc10a7" providerId="LiveId" clId="{9B94F21E-C83F-4FE9-9F96-8B842C8D39FE}" dt="2025-10-19T08:16:05.648" v="69" actId="478"/>
          <ac:spMkLst>
            <pc:docMk/>
            <pc:sldMk cId="2856950059" sldId="290"/>
            <ac:spMk id="26" creationId="{E4A537A6-86F0-0BC5-6FD8-0A1BB2CC4884}"/>
          </ac:spMkLst>
        </pc:spChg>
        <pc:spChg chg="add del">
          <ac:chgData name="Kazu ENDO" userId="394a0fe494bc10a7" providerId="LiveId" clId="{9B94F21E-C83F-4FE9-9F96-8B842C8D39FE}" dt="2025-10-19T08:16:05.648" v="69" actId="478"/>
          <ac:spMkLst>
            <pc:docMk/>
            <pc:sldMk cId="2856950059" sldId="290"/>
            <ac:spMk id="27" creationId="{C202BE2F-B58D-A288-1C8B-5649B4F74BAA}"/>
          </ac:spMkLst>
        </pc:spChg>
        <pc:spChg chg="add del mod">
          <ac:chgData name="Kazu ENDO" userId="394a0fe494bc10a7" providerId="LiveId" clId="{9B94F21E-C83F-4FE9-9F96-8B842C8D39FE}" dt="2025-10-19T08:21:32.588" v="112" actId="478"/>
          <ac:spMkLst>
            <pc:docMk/>
            <pc:sldMk cId="2856950059" sldId="290"/>
            <ac:spMk id="28" creationId="{444D5D10-5F79-C469-5753-A0FEA171BEDA}"/>
          </ac:spMkLst>
        </pc:spChg>
        <pc:spChg chg="del">
          <ac:chgData name="Kazu ENDO" userId="394a0fe494bc10a7" providerId="LiveId" clId="{9B94F21E-C83F-4FE9-9F96-8B842C8D39FE}" dt="2025-10-19T08:16:05.648" v="69" actId="478"/>
          <ac:spMkLst>
            <pc:docMk/>
            <pc:sldMk cId="2856950059" sldId="290"/>
            <ac:spMk id="29" creationId="{94D58A05-A956-C80D-99AE-B03F16D59828}"/>
          </ac:spMkLst>
        </pc:spChg>
        <pc:spChg chg="add del mod">
          <ac:chgData name="Kazu ENDO" userId="394a0fe494bc10a7" providerId="LiveId" clId="{9B94F21E-C83F-4FE9-9F96-8B842C8D39FE}" dt="2025-10-19T08:16:05.648" v="69" actId="478"/>
          <ac:spMkLst>
            <pc:docMk/>
            <pc:sldMk cId="2856950059" sldId="290"/>
            <ac:spMk id="30" creationId="{F1FF809A-3D89-43AE-48F8-7A92B70F6A0B}"/>
          </ac:spMkLst>
        </pc:spChg>
        <pc:spChg chg="add del">
          <ac:chgData name="Kazu ENDO" userId="394a0fe494bc10a7" providerId="LiveId" clId="{9B94F21E-C83F-4FE9-9F96-8B842C8D39FE}" dt="2025-10-19T08:16:07.665" v="70" actId="478"/>
          <ac:spMkLst>
            <pc:docMk/>
            <pc:sldMk cId="2856950059" sldId="290"/>
            <ac:spMk id="31" creationId="{C2D4EBB7-AD51-2DF1-5C3C-0C361AE87B79}"/>
          </ac:spMkLst>
        </pc:spChg>
        <pc:spChg chg="del">
          <ac:chgData name="Kazu ENDO" userId="394a0fe494bc10a7" providerId="LiveId" clId="{9B94F21E-C83F-4FE9-9F96-8B842C8D39FE}" dt="2025-10-19T08:16:05.648" v="69" actId="478"/>
          <ac:spMkLst>
            <pc:docMk/>
            <pc:sldMk cId="2856950059" sldId="290"/>
            <ac:spMk id="32" creationId="{C5B567BF-9632-AFFF-4D6B-1FC32007163A}"/>
          </ac:spMkLst>
        </pc:spChg>
        <pc:spChg chg="add del">
          <ac:chgData name="Kazu ENDO" userId="394a0fe494bc10a7" providerId="LiveId" clId="{9B94F21E-C83F-4FE9-9F96-8B842C8D39FE}" dt="2025-10-19T08:16:05.648" v="69" actId="478"/>
          <ac:spMkLst>
            <pc:docMk/>
            <pc:sldMk cId="2856950059" sldId="290"/>
            <ac:spMk id="33" creationId="{605D3B1C-25EB-870F-086A-888455626041}"/>
          </ac:spMkLst>
        </pc:spChg>
        <pc:spChg chg="add del">
          <ac:chgData name="Kazu ENDO" userId="394a0fe494bc10a7" providerId="LiveId" clId="{9B94F21E-C83F-4FE9-9F96-8B842C8D39FE}" dt="2025-10-19T08:21:32.588" v="112" actId="478"/>
          <ac:spMkLst>
            <pc:docMk/>
            <pc:sldMk cId="2856950059" sldId="290"/>
            <ac:spMk id="34" creationId="{9BFC2422-8C26-F0AD-B793-7B3D57E3ACFD}"/>
          </ac:spMkLst>
        </pc:spChg>
        <pc:spChg chg="add mod">
          <ac:chgData name="Kazu ENDO" userId="394a0fe494bc10a7" providerId="LiveId" clId="{9B94F21E-C83F-4FE9-9F96-8B842C8D39FE}" dt="2025-10-19T08:12:05.903" v="42" actId="571"/>
          <ac:spMkLst>
            <pc:docMk/>
            <pc:sldMk cId="2856950059" sldId="290"/>
            <ac:spMk id="35" creationId="{A69C208D-E7A7-021D-33B9-ABBE4ABF439C}"/>
          </ac:spMkLst>
        </pc:spChg>
        <pc:spChg chg="add mod">
          <ac:chgData name="Kazu ENDO" userId="394a0fe494bc10a7" providerId="LiveId" clId="{9B94F21E-C83F-4FE9-9F96-8B842C8D39FE}" dt="2025-10-19T08:12:05.903" v="42" actId="571"/>
          <ac:spMkLst>
            <pc:docMk/>
            <pc:sldMk cId="2856950059" sldId="290"/>
            <ac:spMk id="36" creationId="{4315B6DB-34CC-D5C1-8779-B8BE5601A42B}"/>
          </ac:spMkLst>
        </pc:spChg>
        <pc:spChg chg="add mod">
          <ac:chgData name="Kazu ENDO" userId="394a0fe494bc10a7" providerId="LiveId" clId="{9B94F21E-C83F-4FE9-9F96-8B842C8D39FE}" dt="2025-10-19T08:12:05.903" v="42" actId="571"/>
          <ac:spMkLst>
            <pc:docMk/>
            <pc:sldMk cId="2856950059" sldId="290"/>
            <ac:spMk id="37" creationId="{15A0E5D5-A764-5042-DAE8-C09EA450A560}"/>
          </ac:spMkLst>
        </pc:spChg>
        <pc:spChg chg="add mod">
          <ac:chgData name="Kazu ENDO" userId="394a0fe494bc10a7" providerId="LiveId" clId="{9B94F21E-C83F-4FE9-9F96-8B842C8D39FE}" dt="2025-10-19T08:12:05.903" v="42" actId="571"/>
          <ac:spMkLst>
            <pc:docMk/>
            <pc:sldMk cId="2856950059" sldId="290"/>
            <ac:spMk id="39" creationId="{ED277597-7580-F076-1B84-C04639CA2D46}"/>
          </ac:spMkLst>
        </pc:spChg>
        <pc:spChg chg="add mod">
          <ac:chgData name="Kazu ENDO" userId="394a0fe494bc10a7" providerId="LiveId" clId="{9B94F21E-C83F-4FE9-9F96-8B842C8D39FE}" dt="2025-10-19T08:12:05.903" v="42" actId="571"/>
          <ac:spMkLst>
            <pc:docMk/>
            <pc:sldMk cId="2856950059" sldId="290"/>
            <ac:spMk id="40" creationId="{6A39F80A-038C-7C47-E88D-6B0DF5D7F9A4}"/>
          </ac:spMkLst>
        </pc:spChg>
        <pc:spChg chg="add mod">
          <ac:chgData name="Kazu ENDO" userId="394a0fe494bc10a7" providerId="LiveId" clId="{9B94F21E-C83F-4FE9-9F96-8B842C8D39FE}" dt="2025-10-19T08:12:05.903" v="42" actId="571"/>
          <ac:spMkLst>
            <pc:docMk/>
            <pc:sldMk cId="2856950059" sldId="290"/>
            <ac:spMk id="41" creationId="{C2E47A4F-EC79-8768-F7EE-C53121CCA4F6}"/>
          </ac:spMkLst>
        </pc:spChg>
        <pc:spChg chg="add mod">
          <ac:chgData name="Kazu ENDO" userId="394a0fe494bc10a7" providerId="LiveId" clId="{9B94F21E-C83F-4FE9-9F96-8B842C8D39FE}" dt="2025-10-19T08:12:05.903" v="42" actId="571"/>
          <ac:spMkLst>
            <pc:docMk/>
            <pc:sldMk cId="2856950059" sldId="290"/>
            <ac:spMk id="42" creationId="{47BEE08C-BE72-8361-8581-CCAF0256C732}"/>
          </ac:spMkLst>
        </pc:spChg>
        <pc:spChg chg="add mod">
          <ac:chgData name="Kazu ENDO" userId="394a0fe494bc10a7" providerId="LiveId" clId="{9B94F21E-C83F-4FE9-9F96-8B842C8D39FE}" dt="2025-10-19T08:12:05.903" v="42" actId="571"/>
          <ac:spMkLst>
            <pc:docMk/>
            <pc:sldMk cId="2856950059" sldId="290"/>
            <ac:spMk id="43" creationId="{8143D959-B2D4-4D3C-561D-D412565BC56E}"/>
          </ac:spMkLst>
        </pc:spChg>
        <pc:spChg chg="add mod">
          <ac:chgData name="Kazu ENDO" userId="394a0fe494bc10a7" providerId="LiveId" clId="{9B94F21E-C83F-4FE9-9F96-8B842C8D39FE}" dt="2025-10-19T08:12:05.903" v="42" actId="571"/>
          <ac:spMkLst>
            <pc:docMk/>
            <pc:sldMk cId="2856950059" sldId="290"/>
            <ac:spMk id="44" creationId="{E40D8D93-718E-B792-3D56-A46F77D82D62}"/>
          </ac:spMkLst>
        </pc:spChg>
        <pc:spChg chg="add mod">
          <ac:chgData name="Kazu ENDO" userId="394a0fe494bc10a7" providerId="LiveId" clId="{9B94F21E-C83F-4FE9-9F96-8B842C8D39FE}" dt="2025-10-19T08:12:05.903" v="42" actId="571"/>
          <ac:spMkLst>
            <pc:docMk/>
            <pc:sldMk cId="2856950059" sldId="290"/>
            <ac:spMk id="45" creationId="{EAFEF263-7306-FBCF-8F5D-88115E3AD89B}"/>
          </ac:spMkLst>
        </pc:spChg>
        <pc:spChg chg="add mod">
          <ac:chgData name="Kazu ENDO" userId="394a0fe494bc10a7" providerId="LiveId" clId="{9B94F21E-C83F-4FE9-9F96-8B842C8D39FE}" dt="2025-10-19T08:12:15.929" v="46" actId="571"/>
          <ac:spMkLst>
            <pc:docMk/>
            <pc:sldMk cId="2856950059" sldId="290"/>
            <ac:spMk id="46" creationId="{6821BB2E-7FB6-0DCA-51E1-AB1B3E6C6D2F}"/>
          </ac:spMkLst>
        </pc:spChg>
        <pc:spChg chg="add mod">
          <ac:chgData name="Kazu ENDO" userId="394a0fe494bc10a7" providerId="LiveId" clId="{9B94F21E-C83F-4FE9-9F96-8B842C8D39FE}" dt="2025-10-19T08:12:15.929" v="46" actId="571"/>
          <ac:spMkLst>
            <pc:docMk/>
            <pc:sldMk cId="2856950059" sldId="290"/>
            <ac:spMk id="47" creationId="{D5E37813-5914-A531-1A88-9EE5041593E0}"/>
          </ac:spMkLst>
        </pc:spChg>
        <pc:spChg chg="add mod">
          <ac:chgData name="Kazu ENDO" userId="394a0fe494bc10a7" providerId="LiveId" clId="{9B94F21E-C83F-4FE9-9F96-8B842C8D39FE}" dt="2025-10-19T08:12:15.929" v="46" actId="571"/>
          <ac:spMkLst>
            <pc:docMk/>
            <pc:sldMk cId="2856950059" sldId="290"/>
            <ac:spMk id="48" creationId="{2BAB86CE-763C-BD98-57FF-2E6FF85BCAF6}"/>
          </ac:spMkLst>
        </pc:spChg>
        <pc:spChg chg="mod">
          <ac:chgData name="Kazu ENDO" userId="394a0fe494bc10a7" providerId="LiveId" clId="{9B94F21E-C83F-4FE9-9F96-8B842C8D39FE}" dt="2025-10-19T08:12:15.929" v="46" actId="571"/>
          <ac:spMkLst>
            <pc:docMk/>
            <pc:sldMk cId="2856950059" sldId="290"/>
            <ac:spMk id="49" creationId="{C22C7F40-F37F-F404-143D-8E8FAA089017}"/>
          </ac:spMkLst>
        </pc:spChg>
        <pc:spChg chg="add mod">
          <ac:chgData name="Kazu ENDO" userId="394a0fe494bc10a7" providerId="LiveId" clId="{9B94F21E-C83F-4FE9-9F96-8B842C8D39FE}" dt="2025-10-19T08:12:15.929" v="46" actId="571"/>
          <ac:spMkLst>
            <pc:docMk/>
            <pc:sldMk cId="2856950059" sldId="290"/>
            <ac:spMk id="50" creationId="{F4FA16D1-5C9B-9838-EB89-B62F9B73B03C}"/>
          </ac:spMkLst>
        </pc:spChg>
        <pc:spChg chg="add mod">
          <ac:chgData name="Kazu ENDO" userId="394a0fe494bc10a7" providerId="LiveId" clId="{9B94F21E-C83F-4FE9-9F96-8B842C8D39FE}" dt="2025-10-19T08:12:15.929" v="46" actId="571"/>
          <ac:spMkLst>
            <pc:docMk/>
            <pc:sldMk cId="2856950059" sldId="290"/>
            <ac:spMk id="51" creationId="{78120455-87E4-6D06-99A2-D8D5E071B220}"/>
          </ac:spMkLst>
        </pc:spChg>
        <pc:spChg chg="add mod">
          <ac:chgData name="Kazu ENDO" userId="394a0fe494bc10a7" providerId="LiveId" clId="{9B94F21E-C83F-4FE9-9F96-8B842C8D39FE}" dt="2025-10-19T08:12:14" v="44" actId="1076"/>
          <ac:spMkLst>
            <pc:docMk/>
            <pc:sldMk cId="2856950059" sldId="290"/>
            <ac:spMk id="52" creationId="{926E669A-1925-CE04-0D8C-AD6698498C70}"/>
          </ac:spMkLst>
        </pc:spChg>
        <pc:spChg chg="add mod">
          <ac:chgData name="Kazu ENDO" userId="394a0fe494bc10a7" providerId="LiveId" clId="{9B94F21E-C83F-4FE9-9F96-8B842C8D39FE}" dt="2025-10-19T08:12:15.929" v="46" actId="571"/>
          <ac:spMkLst>
            <pc:docMk/>
            <pc:sldMk cId="2856950059" sldId="290"/>
            <ac:spMk id="53" creationId="{99B69E3F-EB78-95B8-29B0-56D9E773C223}"/>
          </ac:spMkLst>
        </pc:spChg>
        <pc:spChg chg="add mod">
          <ac:chgData name="Kazu ENDO" userId="394a0fe494bc10a7" providerId="LiveId" clId="{9B94F21E-C83F-4FE9-9F96-8B842C8D39FE}" dt="2025-10-19T08:12:15.929" v="46" actId="571"/>
          <ac:spMkLst>
            <pc:docMk/>
            <pc:sldMk cId="2856950059" sldId="290"/>
            <ac:spMk id="54" creationId="{0A52C319-DB38-731D-E95D-CE7CC5A83FB7}"/>
          </ac:spMkLst>
        </pc:spChg>
        <pc:spChg chg="add mod">
          <ac:chgData name="Kazu ENDO" userId="394a0fe494bc10a7" providerId="LiveId" clId="{9B94F21E-C83F-4FE9-9F96-8B842C8D39FE}" dt="2025-10-19T08:12:15.929" v="46" actId="571"/>
          <ac:spMkLst>
            <pc:docMk/>
            <pc:sldMk cId="2856950059" sldId="290"/>
            <ac:spMk id="55" creationId="{91CB3FB8-42FE-486F-B3D4-183347128ED8}"/>
          </ac:spMkLst>
        </pc:spChg>
        <pc:spChg chg="add mod">
          <ac:chgData name="Kazu ENDO" userId="394a0fe494bc10a7" providerId="LiveId" clId="{9B94F21E-C83F-4FE9-9F96-8B842C8D39FE}" dt="2025-10-19T08:12:15.929" v="46" actId="571"/>
          <ac:spMkLst>
            <pc:docMk/>
            <pc:sldMk cId="2856950059" sldId="290"/>
            <ac:spMk id="56" creationId="{AF9D9A49-2659-D37B-E751-3E06F75B5EA5}"/>
          </ac:spMkLst>
        </pc:spChg>
        <pc:spChg chg="add mod">
          <ac:chgData name="Kazu ENDO" userId="394a0fe494bc10a7" providerId="LiveId" clId="{9B94F21E-C83F-4FE9-9F96-8B842C8D39FE}" dt="2025-10-19T08:12:27.151" v="50" actId="571"/>
          <ac:spMkLst>
            <pc:docMk/>
            <pc:sldMk cId="2856950059" sldId="290"/>
            <ac:spMk id="57" creationId="{723D52D5-8F8A-E5BF-E00C-4CB27D8A249F}"/>
          </ac:spMkLst>
        </pc:spChg>
        <pc:spChg chg="add mod">
          <ac:chgData name="Kazu ENDO" userId="394a0fe494bc10a7" providerId="LiveId" clId="{9B94F21E-C83F-4FE9-9F96-8B842C8D39FE}" dt="2025-10-19T08:12:27.151" v="50" actId="571"/>
          <ac:spMkLst>
            <pc:docMk/>
            <pc:sldMk cId="2856950059" sldId="290"/>
            <ac:spMk id="58" creationId="{D8D66F80-0CFD-BCE9-A014-BCF9EB1B3806}"/>
          </ac:spMkLst>
        </pc:spChg>
        <pc:spChg chg="add mod">
          <ac:chgData name="Kazu ENDO" userId="394a0fe494bc10a7" providerId="LiveId" clId="{9B94F21E-C83F-4FE9-9F96-8B842C8D39FE}" dt="2025-10-19T08:12:27.151" v="50" actId="571"/>
          <ac:spMkLst>
            <pc:docMk/>
            <pc:sldMk cId="2856950059" sldId="290"/>
            <ac:spMk id="59" creationId="{69A314BF-2D67-9C9C-66A7-5C10869CC45F}"/>
          </ac:spMkLst>
        </pc:spChg>
        <pc:spChg chg="add mod">
          <ac:chgData name="Kazu ENDO" userId="394a0fe494bc10a7" providerId="LiveId" clId="{9B94F21E-C83F-4FE9-9F96-8B842C8D39FE}" dt="2025-10-19T08:12:27.151" v="50" actId="571"/>
          <ac:spMkLst>
            <pc:docMk/>
            <pc:sldMk cId="2856950059" sldId="290"/>
            <ac:spMk id="60" creationId="{E1A1CA77-8D73-2C6B-A041-95C58DA71694}"/>
          </ac:spMkLst>
        </pc:spChg>
        <pc:spChg chg="add mod">
          <ac:chgData name="Kazu ENDO" userId="394a0fe494bc10a7" providerId="LiveId" clId="{9B94F21E-C83F-4FE9-9F96-8B842C8D39FE}" dt="2025-10-19T08:12:27.151" v="50" actId="571"/>
          <ac:spMkLst>
            <pc:docMk/>
            <pc:sldMk cId="2856950059" sldId="290"/>
            <ac:spMk id="61" creationId="{46EFEE0A-C78E-652B-9496-C87EEADA9E8B}"/>
          </ac:spMkLst>
        </pc:spChg>
        <pc:spChg chg="add mod">
          <ac:chgData name="Kazu ENDO" userId="394a0fe494bc10a7" providerId="LiveId" clId="{9B94F21E-C83F-4FE9-9F96-8B842C8D39FE}" dt="2025-10-19T08:12:27.151" v="50" actId="571"/>
          <ac:spMkLst>
            <pc:docMk/>
            <pc:sldMk cId="2856950059" sldId="290"/>
            <ac:spMk id="62" creationId="{F42B1726-49EE-09BE-D843-E7FCFC6113CA}"/>
          </ac:spMkLst>
        </pc:spChg>
        <pc:spChg chg="add mod">
          <ac:chgData name="Kazu ENDO" userId="394a0fe494bc10a7" providerId="LiveId" clId="{9B94F21E-C83F-4FE9-9F96-8B842C8D39FE}" dt="2025-10-19T08:21:19.010" v="111" actId="1076"/>
          <ac:spMkLst>
            <pc:docMk/>
            <pc:sldMk cId="2856950059" sldId="290"/>
            <ac:spMk id="63" creationId="{531DA0F2-90C7-284B-9912-775985D9FF06}"/>
          </ac:spMkLst>
        </pc:spChg>
        <pc:spChg chg="add mod">
          <ac:chgData name="Kazu ENDO" userId="394a0fe494bc10a7" providerId="LiveId" clId="{9B94F21E-C83F-4FE9-9F96-8B842C8D39FE}" dt="2025-10-19T08:21:19.010" v="111" actId="1076"/>
          <ac:spMkLst>
            <pc:docMk/>
            <pc:sldMk cId="2856950059" sldId="290"/>
            <ac:spMk id="64" creationId="{FDCB86A7-3A2B-AF4C-F4CE-838094B39C4C}"/>
          </ac:spMkLst>
        </pc:spChg>
        <pc:spChg chg="add mod">
          <ac:chgData name="Kazu ENDO" userId="394a0fe494bc10a7" providerId="LiveId" clId="{9B94F21E-C83F-4FE9-9F96-8B842C8D39FE}" dt="2025-10-19T08:20:16.893" v="102" actId="1076"/>
          <ac:spMkLst>
            <pc:docMk/>
            <pc:sldMk cId="2856950059" sldId="290"/>
            <ac:spMk id="65" creationId="{C569F40E-E4F2-280C-6B41-3D919E3C9626}"/>
          </ac:spMkLst>
        </pc:spChg>
        <pc:spChg chg="add mod">
          <ac:chgData name="Kazu ENDO" userId="394a0fe494bc10a7" providerId="LiveId" clId="{9B94F21E-C83F-4FE9-9F96-8B842C8D39FE}" dt="2025-10-19T08:20:16.893" v="102" actId="1076"/>
          <ac:spMkLst>
            <pc:docMk/>
            <pc:sldMk cId="2856950059" sldId="290"/>
            <ac:spMk id="66" creationId="{BF0BBF19-755A-0DC7-D099-563F062C63CB}"/>
          </ac:spMkLst>
        </pc:spChg>
        <pc:spChg chg="add mod">
          <ac:chgData name="Kazu ENDO" userId="394a0fe494bc10a7" providerId="LiveId" clId="{9B94F21E-C83F-4FE9-9F96-8B842C8D39FE}" dt="2025-10-19T08:20:16.893" v="102" actId="1076"/>
          <ac:spMkLst>
            <pc:docMk/>
            <pc:sldMk cId="2856950059" sldId="290"/>
            <ac:spMk id="67" creationId="{B7DA2441-7C0B-190A-ADD6-851D374A1A4A}"/>
          </ac:spMkLst>
        </pc:spChg>
        <pc:spChg chg="add del mod">
          <ac:chgData name="Kazu ENDO" userId="394a0fe494bc10a7" providerId="LiveId" clId="{9B94F21E-C83F-4FE9-9F96-8B842C8D39FE}" dt="2025-10-19T08:20:24.963" v="103" actId="478"/>
          <ac:spMkLst>
            <pc:docMk/>
            <pc:sldMk cId="2856950059" sldId="290"/>
            <ac:spMk id="68" creationId="{4CDF743B-D5FE-20BF-B88B-05D796B1338D}"/>
          </ac:spMkLst>
        </pc:spChg>
        <pc:spChg chg="add del mod">
          <ac:chgData name="Kazu ENDO" userId="394a0fe494bc10a7" providerId="LiveId" clId="{9B94F21E-C83F-4FE9-9F96-8B842C8D39FE}" dt="2025-10-19T08:20:24.963" v="103" actId="478"/>
          <ac:spMkLst>
            <pc:docMk/>
            <pc:sldMk cId="2856950059" sldId="290"/>
            <ac:spMk id="69" creationId="{FBACF540-4A2E-8543-BEC1-80218FAD1180}"/>
          </ac:spMkLst>
        </pc:spChg>
        <pc:spChg chg="add del mod">
          <ac:chgData name="Kazu ENDO" userId="394a0fe494bc10a7" providerId="LiveId" clId="{9B94F21E-C83F-4FE9-9F96-8B842C8D39FE}" dt="2025-10-19T08:20:24.963" v="103" actId="478"/>
          <ac:spMkLst>
            <pc:docMk/>
            <pc:sldMk cId="2856950059" sldId="290"/>
            <ac:spMk id="70" creationId="{58846187-E976-8584-1616-A47D9C2C2883}"/>
          </ac:spMkLst>
        </pc:spChg>
        <pc:spChg chg="add del mod">
          <ac:chgData name="Kazu ENDO" userId="394a0fe494bc10a7" providerId="LiveId" clId="{9B94F21E-C83F-4FE9-9F96-8B842C8D39FE}" dt="2025-10-19T08:20:24.963" v="103" actId="478"/>
          <ac:spMkLst>
            <pc:docMk/>
            <pc:sldMk cId="2856950059" sldId="290"/>
            <ac:spMk id="71" creationId="{7704FD18-9931-6F8F-A4EC-8D8B0B6B00C7}"/>
          </ac:spMkLst>
        </pc:spChg>
        <pc:spChg chg="add del mod">
          <ac:chgData name="Kazu ENDO" userId="394a0fe494bc10a7" providerId="LiveId" clId="{9B94F21E-C83F-4FE9-9F96-8B842C8D39FE}" dt="2025-10-19T08:20:24.963" v="103" actId="478"/>
          <ac:spMkLst>
            <pc:docMk/>
            <pc:sldMk cId="2856950059" sldId="290"/>
            <ac:spMk id="72" creationId="{2B471E88-3AC3-22C2-A3CA-676304E50C36}"/>
          </ac:spMkLst>
        </pc:spChg>
        <pc:spChg chg="add mod">
          <ac:chgData name="Kazu ENDO" userId="394a0fe494bc10a7" providerId="LiveId" clId="{9B94F21E-C83F-4FE9-9F96-8B842C8D39FE}" dt="2025-10-19T08:17:45.588" v="84" actId="1076"/>
          <ac:spMkLst>
            <pc:docMk/>
            <pc:sldMk cId="2856950059" sldId="290"/>
            <ac:spMk id="73" creationId="{73688BD4-BCB9-46F7-AD5F-6BCC79391506}"/>
          </ac:spMkLst>
        </pc:spChg>
        <pc:spChg chg="add mod">
          <ac:chgData name="Kazu ENDO" userId="394a0fe494bc10a7" providerId="LiveId" clId="{9B94F21E-C83F-4FE9-9F96-8B842C8D39FE}" dt="2025-10-19T08:17:49.390" v="86" actId="571"/>
          <ac:spMkLst>
            <pc:docMk/>
            <pc:sldMk cId="2856950059" sldId="290"/>
            <ac:spMk id="74" creationId="{1BE49CE8-DD44-AF84-C9AA-26B8A74704AE}"/>
          </ac:spMkLst>
        </pc:spChg>
        <pc:spChg chg="add mod">
          <ac:chgData name="Kazu ENDO" userId="394a0fe494bc10a7" providerId="LiveId" clId="{9B94F21E-C83F-4FE9-9F96-8B842C8D39FE}" dt="2025-10-19T08:17:49.390" v="86" actId="571"/>
          <ac:spMkLst>
            <pc:docMk/>
            <pc:sldMk cId="2856950059" sldId="290"/>
            <ac:spMk id="75" creationId="{6453427A-969E-5196-4A8B-162CA9564839}"/>
          </ac:spMkLst>
        </pc:spChg>
        <pc:spChg chg="add mod">
          <ac:chgData name="Kazu ENDO" userId="394a0fe494bc10a7" providerId="LiveId" clId="{9B94F21E-C83F-4FE9-9F96-8B842C8D39FE}" dt="2025-10-19T08:17:49.390" v="86" actId="571"/>
          <ac:spMkLst>
            <pc:docMk/>
            <pc:sldMk cId="2856950059" sldId="290"/>
            <ac:spMk id="76" creationId="{8DDDA5E4-36FA-DE84-FAB5-6D9FF6844C86}"/>
          </ac:spMkLst>
        </pc:spChg>
        <pc:spChg chg="add mod">
          <ac:chgData name="Kazu ENDO" userId="394a0fe494bc10a7" providerId="LiveId" clId="{9B94F21E-C83F-4FE9-9F96-8B842C8D39FE}" dt="2025-10-19T08:17:49.390" v="86" actId="571"/>
          <ac:spMkLst>
            <pc:docMk/>
            <pc:sldMk cId="2856950059" sldId="290"/>
            <ac:spMk id="77" creationId="{F53A2ADC-75EE-680B-1D10-C26B7B985C72}"/>
          </ac:spMkLst>
        </pc:spChg>
        <pc:spChg chg="add mod">
          <ac:chgData name="Kazu ENDO" userId="394a0fe494bc10a7" providerId="LiveId" clId="{9B94F21E-C83F-4FE9-9F96-8B842C8D39FE}" dt="2025-10-19T08:17:49.390" v="86" actId="571"/>
          <ac:spMkLst>
            <pc:docMk/>
            <pc:sldMk cId="2856950059" sldId="290"/>
            <ac:spMk id="78" creationId="{E93E6691-81BA-A736-A28C-1FDA386B3ACB}"/>
          </ac:spMkLst>
        </pc:spChg>
        <pc:spChg chg="add mod">
          <ac:chgData name="Kazu ENDO" userId="394a0fe494bc10a7" providerId="LiveId" clId="{9B94F21E-C83F-4FE9-9F96-8B842C8D39FE}" dt="2025-10-19T08:17:49.390" v="86" actId="571"/>
          <ac:spMkLst>
            <pc:docMk/>
            <pc:sldMk cId="2856950059" sldId="290"/>
            <ac:spMk id="79" creationId="{5EF7D0DD-BA53-AE3C-3017-84CFF47F6F85}"/>
          </ac:spMkLst>
        </pc:spChg>
        <pc:spChg chg="add del mod">
          <ac:chgData name="Kazu ENDO" userId="394a0fe494bc10a7" providerId="LiveId" clId="{9B94F21E-C83F-4FE9-9F96-8B842C8D39FE}" dt="2025-10-19T08:20:24.963" v="103" actId="478"/>
          <ac:spMkLst>
            <pc:docMk/>
            <pc:sldMk cId="2856950059" sldId="290"/>
            <ac:spMk id="80" creationId="{22BF6913-789A-E100-F6E1-6753CB653B22}"/>
          </ac:spMkLst>
        </pc:spChg>
        <pc:spChg chg="add del mod">
          <ac:chgData name="Kazu ENDO" userId="394a0fe494bc10a7" providerId="LiveId" clId="{9B94F21E-C83F-4FE9-9F96-8B842C8D39FE}" dt="2025-10-19T08:20:24.963" v="103" actId="478"/>
          <ac:spMkLst>
            <pc:docMk/>
            <pc:sldMk cId="2856950059" sldId="290"/>
            <ac:spMk id="81" creationId="{15E9855A-54B9-DCC6-98DD-1CE749952A67}"/>
          </ac:spMkLst>
        </pc:spChg>
        <pc:spChg chg="add mod">
          <ac:chgData name="Kazu ENDO" userId="394a0fe494bc10a7" providerId="LiveId" clId="{9B94F21E-C83F-4FE9-9F96-8B842C8D39FE}" dt="2025-10-19T08:18:03.086" v="88" actId="1076"/>
          <ac:spMkLst>
            <pc:docMk/>
            <pc:sldMk cId="2856950059" sldId="290"/>
            <ac:spMk id="82" creationId="{420D1B18-7E70-169B-80FB-2A07B1991AFE}"/>
          </ac:spMkLst>
        </pc:spChg>
        <pc:spChg chg="add del mod">
          <ac:chgData name="Kazu ENDO" userId="394a0fe494bc10a7" providerId="LiveId" clId="{9B94F21E-C83F-4FE9-9F96-8B842C8D39FE}" dt="2025-10-19T08:20:24.963" v="103" actId="478"/>
          <ac:spMkLst>
            <pc:docMk/>
            <pc:sldMk cId="2856950059" sldId="290"/>
            <ac:spMk id="83" creationId="{50200FC8-05F3-5E0B-E43C-486A0C46F944}"/>
          </ac:spMkLst>
        </pc:spChg>
        <pc:spChg chg="add del mod">
          <ac:chgData name="Kazu ENDO" userId="394a0fe494bc10a7" providerId="LiveId" clId="{9B94F21E-C83F-4FE9-9F96-8B842C8D39FE}" dt="2025-10-19T08:20:24.963" v="103" actId="478"/>
          <ac:spMkLst>
            <pc:docMk/>
            <pc:sldMk cId="2856950059" sldId="290"/>
            <ac:spMk id="84" creationId="{879F1318-C15E-2301-ACF9-F05DC3EE5628}"/>
          </ac:spMkLst>
        </pc:spChg>
        <pc:spChg chg="add del mod">
          <ac:chgData name="Kazu ENDO" userId="394a0fe494bc10a7" providerId="LiveId" clId="{9B94F21E-C83F-4FE9-9F96-8B842C8D39FE}" dt="2025-10-19T08:20:24.963" v="103" actId="478"/>
          <ac:spMkLst>
            <pc:docMk/>
            <pc:sldMk cId="2856950059" sldId="290"/>
            <ac:spMk id="85" creationId="{13875FBB-2113-B072-CBED-BEC6E89DABE8}"/>
          </ac:spMkLst>
        </pc:spChg>
        <pc:spChg chg="add mod">
          <ac:chgData name="Kazu ENDO" userId="394a0fe494bc10a7" providerId="LiveId" clId="{9B94F21E-C83F-4FE9-9F96-8B842C8D39FE}" dt="2025-10-19T08:21:19.010" v="111" actId="1076"/>
          <ac:spMkLst>
            <pc:docMk/>
            <pc:sldMk cId="2856950059" sldId="290"/>
            <ac:spMk id="86" creationId="{04BD84F2-F5EB-B059-6CB2-44CB32802A68}"/>
          </ac:spMkLst>
        </pc:spChg>
        <pc:spChg chg="add mod">
          <ac:chgData name="Kazu ENDO" userId="394a0fe494bc10a7" providerId="LiveId" clId="{9B94F21E-C83F-4FE9-9F96-8B842C8D39FE}" dt="2025-10-19T08:21:19.010" v="111" actId="1076"/>
          <ac:spMkLst>
            <pc:docMk/>
            <pc:sldMk cId="2856950059" sldId="290"/>
            <ac:spMk id="87" creationId="{04B04A8C-0374-4FAC-F4B7-90AC5134F0D2}"/>
          </ac:spMkLst>
        </pc:spChg>
        <pc:spChg chg="add del mod">
          <ac:chgData name="Kazu ENDO" userId="394a0fe494bc10a7" providerId="LiveId" clId="{9B94F21E-C83F-4FE9-9F96-8B842C8D39FE}" dt="2025-10-19T08:23:11.058" v="143" actId="478"/>
          <ac:spMkLst>
            <pc:docMk/>
            <pc:sldMk cId="2856950059" sldId="290"/>
            <ac:spMk id="88" creationId="{A65071B1-3F55-723C-0BC1-89A3B35DDEF8}"/>
          </ac:spMkLst>
        </pc:spChg>
        <pc:spChg chg="add mod">
          <ac:chgData name="Kazu ENDO" userId="394a0fe494bc10a7" providerId="LiveId" clId="{9B94F21E-C83F-4FE9-9F96-8B842C8D39FE}" dt="2025-10-19T08:21:19.010" v="111" actId="1076"/>
          <ac:spMkLst>
            <pc:docMk/>
            <pc:sldMk cId="2856950059" sldId="290"/>
            <ac:spMk id="89" creationId="{5B1E8370-06C8-312A-5943-8A08EEF51196}"/>
          </ac:spMkLst>
        </pc:spChg>
        <pc:spChg chg="add mod">
          <ac:chgData name="Kazu ENDO" userId="394a0fe494bc10a7" providerId="LiveId" clId="{9B94F21E-C83F-4FE9-9F96-8B842C8D39FE}" dt="2025-10-19T08:20:49.406" v="106" actId="1076"/>
          <ac:spMkLst>
            <pc:docMk/>
            <pc:sldMk cId="2856950059" sldId="290"/>
            <ac:spMk id="91" creationId="{D291EC93-7958-6BB1-3A5E-E029814997C3}"/>
          </ac:spMkLst>
        </pc:spChg>
        <pc:spChg chg="add mod">
          <ac:chgData name="Kazu ENDO" userId="394a0fe494bc10a7" providerId="LiveId" clId="{9B94F21E-C83F-4FE9-9F96-8B842C8D39FE}" dt="2025-10-19T08:20:49.406" v="106" actId="1076"/>
          <ac:spMkLst>
            <pc:docMk/>
            <pc:sldMk cId="2856950059" sldId="290"/>
            <ac:spMk id="93" creationId="{64DA8FF2-6573-B31A-7124-6C140A0007D1}"/>
          </ac:spMkLst>
        </pc:spChg>
        <pc:spChg chg="add mod">
          <ac:chgData name="Kazu ENDO" userId="394a0fe494bc10a7" providerId="LiveId" clId="{9B94F21E-C83F-4FE9-9F96-8B842C8D39FE}" dt="2025-10-19T08:21:03.520" v="110" actId="14100"/>
          <ac:spMkLst>
            <pc:docMk/>
            <pc:sldMk cId="2856950059" sldId="290"/>
            <ac:spMk id="94" creationId="{8F78E364-5639-9D5E-3F2D-F723D50C0BA2}"/>
          </ac:spMkLst>
        </pc:spChg>
        <pc:spChg chg="add mod">
          <ac:chgData name="Kazu ENDO" userId="394a0fe494bc10a7" providerId="LiveId" clId="{9B94F21E-C83F-4FE9-9F96-8B842C8D39FE}" dt="2025-10-19T08:20:49.406" v="106" actId="1076"/>
          <ac:spMkLst>
            <pc:docMk/>
            <pc:sldMk cId="2856950059" sldId="290"/>
            <ac:spMk id="95" creationId="{951E305B-9683-71FF-0774-010DC78513C9}"/>
          </ac:spMkLst>
        </pc:spChg>
        <pc:spChg chg="add mod">
          <ac:chgData name="Kazu ENDO" userId="394a0fe494bc10a7" providerId="LiveId" clId="{9B94F21E-C83F-4FE9-9F96-8B842C8D39FE}" dt="2025-10-19T08:21:19.010" v="111" actId="1076"/>
          <ac:spMkLst>
            <pc:docMk/>
            <pc:sldMk cId="2856950059" sldId="290"/>
            <ac:spMk id="96" creationId="{09C0D83A-4360-A09E-3B5C-6AD333A55C44}"/>
          </ac:spMkLst>
        </pc:spChg>
        <pc:spChg chg="add mod">
          <ac:chgData name="Kazu ENDO" userId="394a0fe494bc10a7" providerId="LiveId" clId="{9B94F21E-C83F-4FE9-9F96-8B842C8D39FE}" dt="2025-10-19T08:20:49.406" v="106" actId="1076"/>
          <ac:spMkLst>
            <pc:docMk/>
            <pc:sldMk cId="2856950059" sldId="290"/>
            <ac:spMk id="97" creationId="{BC40AAFB-4B6F-C702-745D-073AE94BE6A1}"/>
          </ac:spMkLst>
        </pc:spChg>
        <pc:spChg chg="add mod">
          <ac:chgData name="Kazu ENDO" userId="394a0fe494bc10a7" providerId="LiveId" clId="{9B94F21E-C83F-4FE9-9F96-8B842C8D39FE}" dt="2025-10-19T08:23:28.843" v="147" actId="14100"/>
          <ac:spMkLst>
            <pc:docMk/>
            <pc:sldMk cId="2856950059" sldId="290"/>
            <ac:spMk id="98" creationId="{C6AE2281-18D6-3177-B230-497449F9170B}"/>
          </ac:spMkLst>
        </pc:spChg>
      </pc:sldChg>
      <pc:sldChg chg="new del">
        <pc:chgData name="Kazu ENDO" userId="394a0fe494bc10a7" providerId="LiveId" clId="{9B94F21E-C83F-4FE9-9F96-8B842C8D39FE}" dt="2025-10-19T06:18:57.463" v="9" actId="680"/>
        <pc:sldMkLst>
          <pc:docMk/>
          <pc:sldMk cId="52695377" sldId="291"/>
        </pc:sldMkLst>
      </pc:sldChg>
      <pc:sldChg chg="addSp delSp modSp add del mod">
        <pc:chgData name="Kazu ENDO" userId="394a0fe494bc10a7" providerId="LiveId" clId="{9B94F21E-C83F-4FE9-9F96-8B842C8D39FE}" dt="2025-10-19T08:28:47.407" v="168" actId="47"/>
        <pc:sldMkLst>
          <pc:docMk/>
          <pc:sldMk cId="1624413050" sldId="291"/>
        </pc:sldMkLst>
        <pc:spChg chg="mod">
          <ac:chgData name="Kazu ENDO" userId="394a0fe494bc10a7" providerId="LiveId" clId="{9B94F21E-C83F-4FE9-9F96-8B842C8D39FE}" dt="2025-10-19T08:26:52.479" v="161" actId="14100"/>
          <ac:spMkLst>
            <pc:docMk/>
            <pc:sldMk cId="1624413050" sldId="291"/>
            <ac:spMk id="4" creationId="{2720C2C3-69B9-B184-5812-D974C5F77BC3}"/>
          </ac:spMkLst>
        </pc:spChg>
        <pc:spChg chg="mod">
          <ac:chgData name="Kazu ENDO" userId="394a0fe494bc10a7" providerId="LiveId" clId="{9B94F21E-C83F-4FE9-9F96-8B842C8D39FE}" dt="2025-10-19T08:26:52.479" v="161" actId="14100"/>
          <ac:spMkLst>
            <pc:docMk/>
            <pc:sldMk cId="1624413050" sldId="291"/>
            <ac:spMk id="11" creationId="{A8667804-FDAF-2536-3C8F-141FC243B682}"/>
          </ac:spMkLst>
        </pc:spChg>
        <pc:spChg chg="mod">
          <ac:chgData name="Kazu ENDO" userId="394a0fe494bc10a7" providerId="LiveId" clId="{9B94F21E-C83F-4FE9-9F96-8B842C8D39FE}" dt="2025-10-19T08:26:52.479" v="161" actId="14100"/>
          <ac:spMkLst>
            <pc:docMk/>
            <pc:sldMk cId="1624413050" sldId="291"/>
            <ac:spMk id="13" creationId="{A79C3C52-EC1D-2BA4-1AFA-2BF6C746CFD7}"/>
          </ac:spMkLst>
        </pc:spChg>
        <pc:spChg chg="mod">
          <ac:chgData name="Kazu ENDO" userId="394a0fe494bc10a7" providerId="LiveId" clId="{9B94F21E-C83F-4FE9-9F96-8B842C8D39FE}" dt="2025-10-19T08:26:52.479" v="161" actId="14100"/>
          <ac:spMkLst>
            <pc:docMk/>
            <pc:sldMk cId="1624413050" sldId="291"/>
            <ac:spMk id="15" creationId="{DBD94605-4C63-26D6-4084-BEB093C52505}"/>
          </ac:spMkLst>
        </pc:spChg>
        <pc:spChg chg="mod">
          <ac:chgData name="Kazu ENDO" userId="394a0fe494bc10a7" providerId="LiveId" clId="{9B94F21E-C83F-4FE9-9F96-8B842C8D39FE}" dt="2025-10-19T08:26:52.479" v="161" actId="14100"/>
          <ac:spMkLst>
            <pc:docMk/>
            <pc:sldMk cId="1624413050" sldId="291"/>
            <ac:spMk id="16" creationId="{0B0C8A19-5756-298C-CEE1-4445262B29E9}"/>
          </ac:spMkLst>
        </pc:spChg>
        <pc:spChg chg="add mod">
          <ac:chgData name="Kazu ENDO" userId="394a0fe494bc10a7" providerId="LiveId" clId="{9B94F21E-C83F-4FE9-9F96-8B842C8D39FE}" dt="2025-10-19T08:25:38.215" v="155" actId="571"/>
          <ac:spMkLst>
            <pc:docMk/>
            <pc:sldMk cId="1624413050" sldId="291"/>
            <ac:spMk id="17" creationId="{C995369B-9600-7340-889D-59BBAB4EE33A}"/>
          </ac:spMkLst>
        </pc:spChg>
        <pc:spChg chg="add mod">
          <ac:chgData name="Kazu ENDO" userId="394a0fe494bc10a7" providerId="LiveId" clId="{9B94F21E-C83F-4FE9-9F96-8B842C8D39FE}" dt="2025-10-19T08:25:38.215" v="155" actId="571"/>
          <ac:spMkLst>
            <pc:docMk/>
            <pc:sldMk cId="1624413050" sldId="291"/>
            <ac:spMk id="18" creationId="{65F9265E-08C9-A87E-CD32-33134E1238FC}"/>
          </ac:spMkLst>
        </pc:spChg>
        <pc:spChg chg="mod">
          <ac:chgData name="Kazu ENDO" userId="394a0fe494bc10a7" providerId="LiveId" clId="{9B94F21E-C83F-4FE9-9F96-8B842C8D39FE}" dt="2025-10-19T08:27:28.336" v="164" actId="14100"/>
          <ac:spMkLst>
            <pc:docMk/>
            <pc:sldMk cId="1624413050" sldId="291"/>
            <ac:spMk id="19" creationId="{53B8A8EE-BE14-2E72-DCAF-884C6269C808}"/>
          </ac:spMkLst>
        </pc:spChg>
        <pc:spChg chg="add mod">
          <ac:chgData name="Kazu ENDO" userId="394a0fe494bc10a7" providerId="LiveId" clId="{9B94F21E-C83F-4FE9-9F96-8B842C8D39FE}" dt="2025-10-19T08:25:38.215" v="155" actId="571"/>
          <ac:spMkLst>
            <pc:docMk/>
            <pc:sldMk cId="1624413050" sldId="291"/>
            <ac:spMk id="20" creationId="{6D39BD5F-AD6F-AD52-4096-9A60EB246952}"/>
          </ac:spMkLst>
        </pc:spChg>
        <pc:spChg chg="add mod">
          <ac:chgData name="Kazu ENDO" userId="394a0fe494bc10a7" providerId="LiveId" clId="{9B94F21E-C83F-4FE9-9F96-8B842C8D39FE}" dt="2025-10-19T08:25:38.215" v="155" actId="571"/>
          <ac:spMkLst>
            <pc:docMk/>
            <pc:sldMk cId="1624413050" sldId="291"/>
            <ac:spMk id="21" creationId="{4B27611B-587C-83C5-778C-56C81FDB0D36}"/>
          </ac:spMkLst>
        </pc:spChg>
        <pc:spChg chg="add mod">
          <ac:chgData name="Kazu ENDO" userId="394a0fe494bc10a7" providerId="LiveId" clId="{9B94F21E-C83F-4FE9-9F96-8B842C8D39FE}" dt="2025-10-19T08:25:38.215" v="155" actId="571"/>
          <ac:spMkLst>
            <pc:docMk/>
            <pc:sldMk cId="1624413050" sldId="291"/>
            <ac:spMk id="22" creationId="{CE28D174-3BA0-6E75-A6E0-4420A734131C}"/>
          </ac:spMkLst>
        </pc:spChg>
        <pc:spChg chg="add mod">
          <ac:chgData name="Kazu ENDO" userId="394a0fe494bc10a7" providerId="LiveId" clId="{9B94F21E-C83F-4FE9-9F96-8B842C8D39FE}" dt="2025-10-19T08:25:38.215" v="155" actId="571"/>
          <ac:spMkLst>
            <pc:docMk/>
            <pc:sldMk cId="1624413050" sldId="291"/>
            <ac:spMk id="23" creationId="{E749936A-266E-326A-9213-ACA581C9689C}"/>
          </ac:spMkLst>
        </pc:spChg>
        <pc:spChg chg="add mod">
          <ac:chgData name="Kazu ENDO" userId="394a0fe494bc10a7" providerId="LiveId" clId="{9B94F21E-C83F-4FE9-9F96-8B842C8D39FE}" dt="2025-10-19T08:25:38.215" v="155" actId="571"/>
          <ac:spMkLst>
            <pc:docMk/>
            <pc:sldMk cId="1624413050" sldId="291"/>
            <ac:spMk id="24" creationId="{BFF9426F-480A-E51A-DB24-B88729C162F4}"/>
          </ac:spMkLst>
        </pc:spChg>
        <pc:spChg chg="mod">
          <ac:chgData name="Kazu ENDO" userId="394a0fe494bc10a7" providerId="LiveId" clId="{9B94F21E-C83F-4FE9-9F96-8B842C8D39FE}" dt="2025-10-19T08:27:53.517" v="167" actId="14100"/>
          <ac:spMkLst>
            <pc:docMk/>
            <pc:sldMk cId="1624413050" sldId="291"/>
            <ac:spMk id="63" creationId="{09F64D85-F381-4A9D-9A2E-CFFD87390470}"/>
          </ac:spMkLst>
        </pc:spChg>
        <pc:spChg chg="mod">
          <ac:chgData name="Kazu ENDO" userId="394a0fe494bc10a7" providerId="LiveId" clId="{9B94F21E-C83F-4FE9-9F96-8B842C8D39FE}" dt="2025-10-19T08:26:52.479" v="161" actId="14100"/>
          <ac:spMkLst>
            <pc:docMk/>
            <pc:sldMk cId="1624413050" sldId="291"/>
            <ac:spMk id="64" creationId="{C680B0FE-D435-CC2F-ED94-A464D441E177}"/>
          </ac:spMkLst>
        </pc:spChg>
        <pc:spChg chg="mod">
          <ac:chgData name="Kazu ENDO" userId="394a0fe494bc10a7" providerId="LiveId" clId="{9B94F21E-C83F-4FE9-9F96-8B842C8D39FE}" dt="2025-10-19T08:25:57.057" v="157" actId="1076"/>
          <ac:spMkLst>
            <pc:docMk/>
            <pc:sldMk cId="1624413050" sldId="291"/>
            <ac:spMk id="65" creationId="{318078AD-C358-1512-6EE2-F829BD7B5965}"/>
          </ac:spMkLst>
        </pc:spChg>
        <pc:spChg chg="mod">
          <ac:chgData name="Kazu ENDO" userId="394a0fe494bc10a7" providerId="LiveId" clId="{9B94F21E-C83F-4FE9-9F96-8B842C8D39FE}" dt="2025-10-19T08:26:52.479" v="161" actId="14100"/>
          <ac:spMkLst>
            <pc:docMk/>
            <pc:sldMk cId="1624413050" sldId="291"/>
            <ac:spMk id="66" creationId="{34C6998F-25DB-3BDA-2003-41BF9F6B8516}"/>
          </ac:spMkLst>
        </pc:spChg>
        <pc:spChg chg="mod">
          <ac:chgData name="Kazu ENDO" userId="394a0fe494bc10a7" providerId="LiveId" clId="{9B94F21E-C83F-4FE9-9F96-8B842C8D39FE}" dt="2025-10-19T08:25:57.057" v="157" actId="1076"/>
          <ac:spMkLst>
            <pc:docMk/>
            <pc:sldMk cId="1624413050" sldId="291"/>
            <ac:spMk id="67" creationId="{185E132D-4388-078C-15C8-A2426F13462A}"/>
          </ac:spMkLst>
        </pc:spChg>
        <pc:spChg chg="mod">
          <ac:chgData name="Kazu ENDO" userId="394a0fe494bc10a7" providerId="LiveId" clId="{9B94F21E-C83F-4FE9-9F96-8B842C8D39FE}" dt="2025-10-19T08:27:53.517" v="167" actId="14100"/>
          <ac:spMkLst>
            <pc:docMk/>
            <pc:sldMk cId="1624413050" sldId="291"/>
            <ac:spMk id="86" creationId="{AAE3FAB8-5752-CB3F-5B18-941D831982F8}"/>
          </ac:spMkLst>
        </pc:spChg>
        <pc:spChg chg="mod">
          <ac:chgData name="Kazu ENDO" userId="394a0fe494bc10a7" providerId="LiveId" clId="{9B94F21E-C83F-4FE9-9F96-8B842C8D39FE}" dt="2025-10-19T08:25:34.332" v="153" actId="1076"/>
          <ac:spMkLst>
            <pc:docMk/>
            <pc:sldMk cId="1624413050" sldId="291"/>
            <ac:spMk id="87" creationId="{142CE925-6C0A-FF75-C463-5F21FDA9FC33}"/>
          </ac:spMkLst>
        </pc:spChg>
        <pc:spChg chg="mod">
          <ac:chgData name="Kazu ENDO" userId="394a0fe494bc10a7" providerId="LiveId" clId="{9B94F21E-C83F-4FE9-9F96-8B842C8D39FE}" dt="2025-10-19T08:25:34.332" v="153" actId="1076"/>
          <ac:spMkLst>
            <pc:docMk/>
            <pc:sldMk cId="1624413050" sldId="291"/>
            <ac:spMk id="89" creationId="{2F539682-84D8-5481-71D9-74BAC2236467}"/>
          </ac:spMkLst>
        </pc:spChg>
        <pc:spChg chg="mod">
          <ac:chgData name="Kazu ENDO" userId="394a0fe494bc10a7" providerId="LiveId" clId="{9B94F21E-C83F-4FE9-9F96-8B842C8D39FE}" dt="2025-10-19T08:26:52.479" v="161" actId="14100"/>
          <ac:spMkLst>
            <pc:docMk/>
            <pc:sldMk cId="1624413050" sldId="291"/>
            <ac:spMk id="90" creationId="{E13DC930-F0DA-C7FE-34EC-F50C425F2056}"/>
          </ac:spMkLst>
        </pc:spChg>
        <pc:spChg chg="mod">
          <ac:chgData name="Kazu ENDO" userId="394a0fe494bc10a7" providerId="LiveId" clId="{9B94F21E-C83F-4FE9-9F96-8B842C8D39FE}" dt="2025-10-19T08:25:34.332" v="153" actId="1076"/>
          <ac:spMkLst>
            <pc:docMk/>
            <pc:sldMk cId="1624413050" sldId="291"/>
            <ac:spMk id="91" creationId="{1C62CCD8-EAEF-12C7-03EB-F129625EC713}"/>
          </ac:spMkLst>
        </pc:spChg>
        <pc:spChg chg="del">
          <ac:chgData name="Kazu ENDO" userId="394a0fe494bc10a7" providerId="LiveId" clId="{9B94F21E-C83F-4FE9-9F96-8B842C8D39FE}" dt="2025-10-19T08:24:52.130" v="150" actId="478"/>
          <ac:spMkLst>
            <pc:docMk/>
            <pc:sldMk cId="1624413050" sldId="291"/>
            <ac:spMk id="92" creationId="{E0C8AF8E-DC53-6993-5A76-4417BCDD8981}"/>
          </ac:spMkLst>
        </pc:spChg>
        <pc:spChg chg="del">
          <ac:chgData name="Kazu ENDO" userId="394a0fe494bc10a7" providerId="LiveId" clId="{9B94F21E-C83F-4FE9-9F96-8B842C8D39FE}" dt="2025-10-19T08:24:52.130" v="150" actId="478"/>
          <ac:spMkLst>
            <pc:docMk/>
            <pc:sldMk cId="1624413050" sldId="291"/>
            <ac:spMk id="93" creationId="{4CE15234-7185-0101-175A-901EA3E05266}"/>
          </ac:spMkLst>
        </pc:spChg>
        <pc:spChg chg="del">
          <ac:chgData name="Kazu ENDO" userId="394a0fe494bc10a7" providerId="LiveId" clId="{9B94F21E-C83F-4FE9-9F96-8B842C8D39FE}" dt="2025-10-19T08:24:52.130" v="150" actId="478"/>
          <ac:spMkLst>
            <pc:docMk/>
            <pc:sldMk cId="1624413050" sldId="291"/>
            <ac:spMk id="94" creationId="{9A64390E-C6D6-175A-E83D-DCC62707E40B}"/>
          </ac:spMkLst>
        </pc:spChg>
        <pc:spChg chg="del">
          <ac:chgData name="Kazu ENDO" userId="394a0fe494bc10a7" providerId="LiveId" clId="{9B94F21E-C83F-4FE9-9F96-8B842C8D39FE}" dt="2025-10-19T08:24:52.130" v="150" actId="478"/>
          <ac:spMkLst>
            <pc:docMk/>
            <pc:sldMk cId="1624413050" sldId="291"/>
            <ac:spMk id="95" creationId="{F8676AE3-B1F9-28FB-1210-078D19666F8E}"/>
          </ac:spMkLst>
        </pc:spChg>
        <pc:spChg chg="del">
          <ac:chgData name="Kazu ENDO" userId="394a0fe494bc10a7" providerId="LiveId" clId="{9B94F21E-C83F-4FE9-9F96-8B842C8D39FE}" dt="2025-10-19T08:24:52.130" v="150" actId="478"/>
          <ac:spMkLst>
            <pc:docMk/>
            <pc:sldMk cId="1624413050" sldId="291"/>
            <ac:spMk id="96" creationId="{C8322207-ACA5-B3DB-8EAA-1ED36EE4C9D1}"/>
          </ac:spMkLst>
        </pc:spChg>
        <pc:spChg chg="del">
          <ac:chgData name="Kazu ENDO" userId="394a0fe494bc10a7" providerId="LiveId" clId="{9B94F21E-C83F-4FE9-9F96-8B842C8D39FE}" dt="2025-10-19T08:24:52.130" v="150" actId="478"/>
          <ac:spMkLst>
            <pc:docMk/>
            <pc:sldMk cId="1624413050" sldId="291"/>
            <ac:spMk id="97" creationId="{483FBA17-B9F0-0493-1328-2E3439FE8FA7}"/>
          </ac:spMkLst>
        </pc:spChg>
        <pc:spChg chg="mod">
          <ac:chgData name="Kazu ENDO" userId="394a0fe494bc10a7" providerId="LiveId" clId="{9B94F21E-C83F-4FE9-9F96-8B842C8D39FE}" dt="2025-10-19T08:27:28.336" v="164" actId="14100"/>
          <ac:spMkLst>
            <pc:docMk/>
            <pc:sldMk cId="1624413050" sldId="291"/>
            <ac:spMk id="98" creationId="{C2A6985B-04CD-1117-8C46-38367869057C}"/>
          </ac:spMkLst>
        </pc:spChg>
      </pc:sldChg>
      <pc:sldChg chg="addSp delSp modSp add mod">
        <pc:chgData name="Kazu ENDO" userId="394a0fe494bc10a7" providerId="LiveId" clId="{9B94F21E-C83F-4FE9-9F96-8B842C8D39FE}" dt="2025-10-19T08:37:05.913" v="307" actId="1076"/>
        <pc:sldMkLst>
          <pc:docMk/>
          <pc:sldMk cId="4082453918" sldId="291"/>
        </pc:sldMkLst>
        <pc:spChg chg="mod">
          <ac:chgData name="Kazu ENDO" userId="394a0fe494bc10a7" providerId="LiveId" clId="{9B94F21E-C83F-4FE9-9F96-8B842C8D39FE}" dt="2025-10-19T08:36:18.614" v="297" actId="20577"/>
          <ac:spMkLst>
            <pc:docMk/>
            <pc:sldMk cId="4082453918" sldId="291"/>
            <ac:spMk id="2" creationId="{AC96CB95-1496-71B5-8B79-5A1C810EE532}"/>
          </ac:spMkLst>
        </pc:spChg>
        <pc:spChg chg="add mod">
          <ac:chgData name="Kazu ENDO" userId="394a0fe494bc10a7" providerId="LiveId" clId="{9B94F21E-C83F-4FE9-9F96-8B842C8D39FE}" dt="2025-10-19T08:31:49.388" v="189" actId="20577"/>
          <ac:spMkLst>
            <pc:docMk/>
            <pc:sldMk cId="4082453918" sldId="291"/>
            <ac:spMk id="6" creationId="{A28624AE-7678-EFB3-AE77-73B9BEAE1D44}"/>
          </ac:spMkLst>
        </pc:spChg>
        <pc:spChg chg="add mod">
          <ac:chgData name="Kazu ENDO" userId="394a0fe494bc10a7" providerId="LiveId" clId="{9B94F21E-C83F-4FE9-9F96-8B842C8D39FE}" dt="2025-10-19T08:32:19.590" v="215" actId="20577"/>
          <ac:spMkLst>
            <pc:docMk/>
            <pc:sldMk cId="4082453918" sldId="291"/>
            <ac:spMk id="7" creationId="{B7E26610-C311-AEDC-B2B9-CE58C35EB0D1}"/>
          </ac:spMkLst>
        </pc:spChg>
        <pc:spChg chg="add mod">
          <ac:chgData name="Kazu ENDO" userId="394a0fe494bc10a7" providerId="LiveId" clId="{9B94F21E-C83F-4FE9-9F96-8B842C8D39FE}" dt="2025-10-19T08:35:30.443" v="280" actId="1076"/>
          <ac:spMkLst>
            <pc:docMk/>
            <pc:sldMk cId="4082453918" sldId="291"/>
            <ac:spMk id="8" creationId="{F19FE355-84E5-A1FB-D4C5-9345C0D6927B}"/>
          </ac:spMkLst>
        </pc:spChg>
        <pc:spChg chg="add mod">
          <ac:chgData name="Kazu ENDO" userId="394a0fe494bc10a7" providerId="LiveId" clId="{9B94F21E-C83F-4FE9-9F96-8B842C8D39FE}" dt="2025-10-19T08:35:30.443" v="280" actId="1076"/>
          <ac:spMkLst>
            <pc:docMk/>
            <pc:sldMk cId="4082453918" sldId="291"/>
            <ac:spMk id="9" creationId="{8CCE1FDD-7F32-486F-16DE-7F03E449C781}"/>
          </ac:spMkLst>
        </pc:spChg>
        <pc:spChg chg="add mod">
          <ac:chgData name="Kazu ENDO" userId="394a0fe494bc10a7" providerId="LiveId" clId="{9B94F21E-C83F-4FE9-9F96-8B842C8D39FE}" dt="2025-10-19T08:36:37.837" v="298" actId="1076"/>
          <ac:spMkLst>
            <pc:docMk/>
            <pc:sldMk cId="4082453918" sldId="291"/>
            <ac:spMk id="10" creationId="{F01AFD37-301F-D960-075C-C2E7076F12A6}"/>
          </ac:spMkLst>
        </pc:spChg>
        <pc:spChg chg="add mod">
          <ac:chgData name="Kazu ENDO" userId="394a0fe494bc10a7" providerId="LiveId" clId="{9B94F21E-C83F-4FE9-9F96-8B842C8D39FE}" dt="2025-10-19T08:36:42.395" v="299" actId="571"/>
          <ac:spMkLst>
            <pc:docMk/>
            <pc:sldMk cId="4082453918" sldId="291"/>
            <ac:spMk id="20" creationId="{9E9F8EC6-7699-68ED-CA2A-D2549AA4983B}"/>
          </ac:spMkLst>
        </pc:spChg>
        <pc:spChg chg="mod">
          <ac:chgData name="Kazu ENDO" userId="394a0fe494bc10a7" providerId="LiveId" clId="{9B94F21E-C83F-4FE9-9F96-8B842C8D39FE}" dt="2025-10-19T08:31:32.510" v="181" actId="20577"/>
          <ac:spMkLst>
            <pc:docMk/>
            <pc:sldMk cId="4082453918" sldId="291"/>
            <ac:spMk id="21" creationId="{F35A0B60-1099-5778-D4F5-8974B57F3233}"/>
          </ac:spMkLst>
        </pc:spChg>
        <pc:spChg chg="add mod">
          <ac:chgData name="Kazu ENDO" userId="394a0fe494bc10a7" providerId="LiveId" clId="{9B94F21E-C83F-4FE9-9F96-8B842C8D39FE}" dt="2025-10-19T08:36:42.395" v="299" actId="571"/>
          <ac:spMkLst>
            <pc:docMk/>
            <pc:sldMk cId="4082453918" sldId="291"/>
            <ac:spMk id="22" creationId="{6BB9BC92-9890-A756-7254-D11276898EF5}"/>
          </ac:spMkLst>
        </pc:spChg>
        <pc:spChg chg="add mod">
          <ac:chgData name="Kazu ENDO" userId="394a0fe494bc10a7" providerId="LiveId" clId="{9B94F21E-C83F-4FE9-9F96-8B842C8D39FE}" dt="2025-10-19T08:36:50.358" v="301" actId="1076"/>
          <ac:spMkLst>
            <pc:docMk/>
            <pc:sldMk cId="4082453918" sldId="291"/>
            <ac:spMk id="23" creationId="{FD94AC56-92F3-0A0C-B8AE-DEB8ACB513EB}"/>
          </ac:spMkLst>
        </pc:spChg>
        <pc:spChg chg="add mod">
          <ac:chgData name="Kazu ENDO" userId="394a0fe494bc10a7" providerId="LiveId" clId="{9B94F21E-C83F-4FE9-9F96-8B842C8D39FE}" dt="2025-10-19T08:36:50.358" v="301" actId="1076"/>
          <ac:spMkLst>
            <pc:docMk/>
            <pc:sldMk cId="4082453918" sldId="291"/>
            <ac:spMk id="24" creationId="{D7163FCA-1C1D-E132-92B0-C7E016FEA1A2}"/>
          </ac:spMkLst>
        </pc:spChg>
        <pc:spChg chg="add mod">
          <ac:chgData name="Kazu ENDO" userId="394a0fe494bc10a7" providerId="LiveId" clId="{9B94F21E-C83F-4FE9-9F96-8B842C8D39FE}" dt="2025-10-19T08:36:50.358" v="301" actId="1076"/>
          <ac:spMkLst>
            <pc:docMk/>
            <pc:sldMk cId="4082453918" sldId="291"/>
            <ac:spMk id="25" creationId="{44936730-DC95-38CE-9CEA-F64DCF0994A8}"/>
          </ac:spMkLst>
        </pc:spChg>
        <pc:spChg chg="mod">
          <ac:chgData name="Kazu ENDO" userId="394a0fe494bc10a7" providerId="LiveId" clId="{9B94F21E-C83F-4FE9-9F96-8B842C8D39FE}" dt="2025-10-19T08:35:24.746" v="279" actId="1076"/>
          <ac:spMkLst>
            <pc:docMk/>
            <pc:sldMk cId="4082453918" sldId="291"/>
            <ac:spMk id="29" creationId="{6D5F0712-B21A-5448-FACE-68EB00D1F729}"/>
          </ac:spMkLst>
        </pc:spChg>
        <pc:spChg chg="add mod">
          <ac:chgData name="Kazu ENDO" userId="394a0fe494bc10a7" providerId="LiveId" clId="{9B94F21E-C83F-4FE9-9F96-8B842C8D39FE}" dt="2025-10-19T08:36:50.358" v="301" actId="1076"/>
          <ac:spMkLst>
            <pc:docMk/>
            <pc:sldMk cId="4082453918" sldId="291"/>
            <ac:spMk id="30" creationId="{DCA5D282-250A-1D0C-C8BE-C980FC1D12FD}"/>
          </ac:spMkLst>
        </pc:spChg>
        <pc:spChg chg="mod">
          <ac:chgData name="Kazu ENDO" userId="394a0fe494bc10a7" providerId="LiveId" clId="{9B94F21E-C83F-4FE9-9F96-8B842C8D39FE}" dt="2025-10-19T08:32:00.950" v="199" actId="20577"/>
          <ac:spMkLst>
            <pc:docMk/>
            <pc:sldMk cId="4082453918" sldId="291"/>
            <ac:spMk id="31" creationId="{1A6F579C-2B23-F153-6925-6F52BC215C45}"/>
          </ac:spMkLst>
        </pc:spChg>
        <pc:spChg chg="mod">
          <ac:chgData name="Kazu ENDO" userId="394a0fe494bc10a7" providerId="LiveId" clId="{9B94F21E-C83F-4FE9-9F96-8B842C8D39FE}" dt="2025-10-19T08:32:04.288" v="200"/>
          <ac:spMkLst>
            <pc:docMk/>
            <pc:sldMk cId="4082453918" sldId="291"/>
            <ac:spMk id="32" creationId="{704640C5-2DDB-60B7-6ABA-2EDEC857BAA7}"/>
          </ac:spMkLst>
        </pc:spChg>
        <pc:spChg chg="del">
          <ac:chgData name="Kazu ENDO" userId="394a0fe494bc10a7" providerId="LiveId" clId="{9B94F21E-C83F-4FE9-9F96-8B842C8D39FE}" dt="2025-10-19T08:35:11.788" v="275" actId="478"/>
          <ac:spMkLst>
            <pc:docMk/>
            <pc:sldMk cId="4082453918" sldId="291"/>
            <ac:spMk id="33" creationId="{B05CEF76-D5FA-2F50-7740-2A75C88B9914}"/>
          </ac:spMkLst>
        </pc:spChg>
        <pc:spChg chg="add mod">
          <ac:chgData name="Kazu ENDO" userId="394a0fe494bc10a7" providerId="LiveId" clId="{9B94F21E-C83F-4FE9-9F96-8B842C8D39FE}" dt="2025-10-19T08:36:50.358" v="301" actId="1076"/>
          <ac:spMkLst>
            <pc:docMk/>
            <pc:sldMk cId="4082453918" sldId="291"/>
            <ac:spMk id="34" creationId="{E248E3D7-B136-3279-907E-64CB4CEC6307}"/>
          </ac:spMkLst>
        </pc:spChg>
        <pc:spChg chg="add mod">
          <ac:chgData name="Kazu ENDO" userId="394a0fe494bc10a7" providerId="LiveId" clId="{9B94F21E-C83F-4FE9-9F96-8B842C8D39FE}" dt="2025-10-19T08:36:55.939" v="303" actId="1076"/>
          <ac:spMkLst>
            <pc:docMk/>
            <pc:sldMk cId="4082453918" sldId="291"/>
            <ac:spMk id="35" creationId="{3191D2ED-7877-E228-3DB4-763431DE361D}"/>
          </ac:spMkLst>
        </pc:spChg>
        <pc:spChg chg="add mod">
          <ac:chgData name="Kazu ENDO" userId="394a0fe494bc10a7" providerId="LiveId" clId="{9B94F21E-C83F-4FE9-9F96-8B842C8D39FE}" dt="2025-10-19T08:36:55.939" v="303" actId="1076"/>
          <ac:spMkLst>
            <pc:docMk/>
            <pc:sldMk cId="4082453918" sldId="291"/>
            <ac:spMk id="36" creationId="{FB77174C-5244-0490-C5D8-034450A828B3}"/>
          </ac:spMkLst>
        </pc:spChg>
        <pc:spChg chg="add mod">
          <ac:chgData name="Kazu ENDO" userId="394a0fe494bc10a7" providerId="LiveId" clId="{9B94F21E-C83F-4FE9-9F96-8B842C8D39FE}" dt="2025-10-19T08:36:55.939" v="303" actId="1076"/>
          <ac:spMkLst>
            <pc:docMk/>
            <pc:sldMk cId="4082453918" sldId="291"/>
            <ac:spMk id="37" creationId="{E5D192D9-3813-A100-AF91-E790AAC28F07}"/>
          </ac:spMkLst>
        </pc:spChg>
        <pc:spChg chg="mod">
          <ac:chgData name="Kazu ENDO" userId="394a0fe494bc10a7" providerId="LiveId" clId="{9B94F21E-C83F-4FE9-9F96-8B842C8D39FE}" dt="2025-10-19T08:32:05.844" v="201"/>
          <ac:spMkLst>
            <pc:docMk/>
            <pc:sldMk cId="4082453918" sldId="291"/>
            <ac:spMk id="38" creationId="{D7915E0D-59CE-0524-27FB-24383D37D5A2}"/>
          </ac:spMkLst>
        </pc:spChg>
        <pc:spChg chg="mod">
          <ac:chgData name="Kazu ENDO" userId="394a0fe494bc10a7" providerId="LiveId" clId="{9B94F21E-C83F-4FE9-9F96-8B842C8D39FE}" dt="2025-10-19T08:32:07.092" v="202"/>
          <ac:spMkLst>
            <pc:docMk/>
            <pc:sldMk cId="4082453918" sldId="291"/>
            <ac:spMk id="39" creationId="{28CCD192-3626-E5F9-DFE4-9A524F1A637A}"/>
          </ac:spMkLst>
        </pc:spChg>
        <pc:spChg chg="add mod">
          <ac:chgData name="Kazu ENDO" userId="394a0fe494bc10a7" providerId="LiveId" clId="{9B94F21E-C83F-4FE9-9F96-8B842C8D39FE}" dt="2025-10-19T08:36:55.939" v="303" actId="1076"/>
          <ac:spMkLst>
            <pc:docMk/>
            <pc:sldMk cId="4082453918" sldId="291"/>
            <ac:spMk id="40" creationId="{4AE6E67C-0851-DFF5-931E-D04AF09AD344}"/>
          </ac:spMkLst>
        </pc:spChg>
        <pc:spChg chg="mod">
          <ac:chgData name="Kazu ENDO" userId="394a0fe494bc10a7" providerId="LiveId" clId="{9B94F21E-C83F-4FE9-9F96-8B842C8D39FE}" dt="2025-10-19T08:32:08.404" v="203"/>
          <ac:spMkLst>
            <pc:docMk/>
            <pc:sldMk cId="4082453918" sldId="291"/>
            <ac:spMk id="41" creationId="{82445C30-1B8A-32DA-78A4-18C5D02E8901}"/>
          </ac:spMkLst>
        </pc:spChg>
        <pc:spChg chg="mod">
          <ac:chgData name="Kazu ENDO" userId="394a0fe494bc10a7" providerId="LiveId" clId="{9B94F21E-C83F-4FE9-9F96-8B842C8D39FE}" dt="2025-10-19T08:32:30.331" v="228" actId="20577"/>
          <ac:spMkLst>
            <pc:docMk/>
            <pc:sldMk cId="4082453918" sldId="291"/>
            <ac:spMk id="42" creationId="{714AD3A6-4B29-2DA7-5A86-2598E64576C8}"/>
          </ac:spMkLst>
        </pc:spChg>
        <pc:spChg chg="add mod">
          <ac:chgData name="Kazu ENDO" userId="394a0fe494bc10a7" providerId="LiveId" clId="{9B94F21E-C83F-4FE9-9F96-8B842C8D39FE}" dt="2025-10-19T08:36:55.939" v="303" actId="1076"/>
          <ac:spMkLst>
            <pc:docMk/>
            <pc:sldMk cId="4082453918" sldId="291"/>
            <ac:spMk id="44" creationId="{A96EE397-7332-B7FD-BC05-9DC6907FA32B}"/>
          </ac:spMkLst>
        </pc:spChg>
        <pc:spChg chg="add mod">
          <ac:chgData name="Kazu ENDO" userId="394a0fe494bc10a7" providerId="LiveId" clId="{9B94F21E-C83F-4FE9-9F96-8B842C8D39FE}" dt="2025-10-19T08:36:59.913" v="305" actId="1076"/>
          <ac:spMkLst>
            <pc:docMk/>
            <pc:sldMk cId="4082453918" sldId="291"/>
            <ac:spMk id="45" creationId="{184BF27C-B5A0-8D7A-4E9C-F4C7593448A4}"/>
          </ac:spMkLst>
        </pc:spChg>
        <pc:spChg chg="add mod">
          <ac:chgData name="Kazu ENDO" userId="394a0fe494bc10a7" providerId="LiveId" clId="{9B94F21E-C83F-4FE9-9F96-8B842C8D39FE}" dt="2025-10-19T08:36:59.913" v="305" actId="1076"/>
          <ac:spMkLst>
            <pc:docMk/>
            <pc:sldMk cId="4082453918" sldId="291"/>
            <ac:spMk id="46" creationId="{F0402566-1643-A25E-EB36-BC8002EE4C24}"/>
          </ac:spMkLst>
        </pc:spChg>
        <pc:spChg chg="add mod">
          <ac:chgData name="Kazu ENDO" userId="394a0fe494bc10a7" providerId="LiveId" clId="{9B94F21E-C83F-4FE9-9F96-8B842C8D39FE}" dt="2025-10-19T08:36:59.913" v="305" actId="1076"/>
          <ac:spMkLst>
            <pc:docMk/>
            <pc:sldMk cId="4082453918" sldId="291"/>
            <ac:spMk id="47" creationId="{FEB0FDE4-785C-56F9-B734-E9A79D8D3653}"/>
          </ac:spMkLst>
        </pc:spChg>
        <pc:spChg chg="add mod">
          <ac:chgData name="Kazu ENDO" userId="394a0fe494bc10a7" providerId="LiveId" clId="{9B94F21E-C83F-4FE9-9F96-8B842C8D39FE}" dt="2025-10-19T08:36:59.913" v="305" actId="1076"/>
          <ac:spMkLst>
            <pc:docMk/>
            <pc:sldMk cId="4082453918" sldId="291"/>
            <ac:spMk id="48" creationId="{2F9E2C83-9D81-A446-2FB7-295184268320}"/>
          </ac:spMkLst>
        </pc:spChg>
        <pc:spChg chg="add mod">
          <ac:chgData name="Kazu ENDO" userId="394a0fe494bc10a7" providerId="LiveId" clId="{9B94F21E-C83F-4FE9-9F96-8B842C8D39FE}" dt="2025-10-19T08:36:59.913" v="305" actId="1076"/>
          <ac:spMkLst>
            <pc:docMk/>
            <pc:sldMk cId="4082453918" sldId="291"/>
            <ac:spMk id="49" creationId="{5885DA1A-CB5D-7467-4A1E-6719138147F3}"/>
          </ac:spMkLst>
        </pc:spChg>
        <pc:spChg chg="add mod">
          <ac:chgData name="Kazu ENDO" userId="394a0fe494bc10a7" providerId="LiveId" clId="{9B94F21E-C83F-4FE9-9F96-8B842C8D39FE}" dt="2025-10-19T08:37:05.913" v="307" actId="1076"/>
          <ac:spMkLst>
            <pc:docMk/>
            <pc:sldMk cId="4082453918" sldId="291"/>
            <ac:spMk id="51" creationId="{636B1B57-0322-D804-A97C-19BC779B6FD9}"/>
          </ac:spMkLst>
        </pc:spChg>
        <pc:spChg chg="add mod">
          <ac:chgData name="Kazu ENDO" userId="394a0fe494bc10a7" providerId="LiveId" clId="{9B94F21E-C83F-4FE9-9F96-8B842C8D39FE}" dt="2025-10-19T08:37:05.913" v="307" actId="1076"/>
          <ac:spMkLst>
            <pc:docMk/>
            <pc:sldMk cId="4082453918" sldId="291"/>
            <ac:spMk id="52" creationId="{5EBCE637-38B2-1ABC-E19B-2730344750BE}"/>
          </ac:spMkLst>
        </pc:spChg>
        <pc:spChg chg="add mod">
          <ac:chgData name="Kazu ENDO" userId="394a0fe494bc10a7" providerId="LiveId" clId="{9B94F21E-C83F-4FE9-9F96-8B842C8D39FE}" dt="2025-10-19T08:37:05.913" v="307" actId="1076"/>
          <ac:spMkLst>
            <pc:docMk/>
            <pc:sldMk cId="4082453918" sldId="291"/>
            <ac:spMk id="53" creationId="{DDA2DE0F-4955-50B3-A294-2DDDE008ADCC}"/>
          </ac:spMkLst>
        </pc:spChg>
        <pc:spChg chg="add mod">
          <ac:chgData name="Kazu ENDO" userId="394a0fe494bc10a7" providerId="LiveId" clId="{9B94F21E-C83F-4FE9-9F96-8B842C8D39FE}" dt="2025-10-19T08:37:05.913" v="307" actId="1076"/>
          <ac:spMkLst>
            <pc:docMk/>
            <pc:sldMk cId="4082453918" sldId="291"/>
            <ac:spMk id="54" creationId="{81AA0680-C7A7-BA90-6E36-83BF3428EB5B}"/>
          </ac:spMkLst>
        </pc:spChg>
        <pc:spChg chg="add mod">
          <ac:chgData name="Kazu ENDO" userId="394a0fe494bc10a7" providerId="LiveId" clId="{9B94F21E-C83F-4FE9-9F96-8B842C8D39FE}" dt="2025-10-19T08:37:05.913" v="307" actId="1076"/>
          <ac:spMkLst>
            <pc:docMk/>
            <pc:sldMk cId="4082453918" sldId="291"/>
            <ac:spMk id="55" creationId="{D5A307C6-9E33-96F5-99CD-16EE3C5CE2B7}"/>
          </ac:spMkLst>
        </pc:spChg>
        <pc:spChg chg="mod">
          <ac:chgData name="Kazu ENDO" userId="394a0fe494bc10a7" providerId="LiveId" clId="{9B94F21E-C83F-4FE9-9F96-8B842C8D39FE}" dt="2025-10-19T08:32:33.815" v="229"/>
          <ac:spMkLst>
            <pc:docMk/>
            <pc:sldMk cId="4082453918" sldId="291"/>
            <ac:spMk id="70" creationId="{3F4A499A-52CE-9CC1-DF69-541A7DE5FD48}"/>
          </ac:spMkLst>
        </pc:spChg>
        <pc:spChg chg="mod">
          <ac:chgData name="Kazu ENDO" userId="394a0fe494bc10a7" providerId="LiveId" clId="{9B94F21E-C83F-4FE9-9F96-8B842C8D39FE}" dt="2025-10-19T08:32:55.063" v="242"/>
          <ac:spMkLst>
            <pc:docMk/>
            <pc:sldMk cId="4082453918" sldId="291"/>
            <ac:spMk id="76" creationId="{47CA877E-7C91-A0F0-6A9B-EE9C44AA8CD3}"/>
          </ac:spMkLst>
        </pc:spChg>
        <pc:spChg chg="mod">
          <ac:chgData name="Kazu ENDO" userId="394a0fe494bc10a7" providerId="LiveId" clId="{9B94F21E-C83F-4FE9-9F96-8B842C8D39FE}" dt="2025-10-19T08:32:36.989" v="230"/>
          <ac:spMkLst>
            <pc:docMk/>
            <pc:sldMk cId="4082453918" sldId="291"/>
            <ac:spMk id="83" creationId="{6E58E696-F2A0-9110-B694-F801C06B1E40}"/>
          </ac:spMkLst>
        </pc:spChg>
        <pc:spChg chg="mod">
          <ac:chgData name="Kazu ENDO" userId="394a0fe494bc10a7" providerId="LiveId" clId="{9B94F21E-C83F-4FE9-9F96-8B842C8D39FE}" dt="2025-10-19T08:32:38.291" v="231"/>
          <ac:spMkLst>
            <pc:docMk/>
            <pc:sldMk cId="4082453918" sldId="291"/>
            <ac:spMk id="84" creationId="{D96CD36D-D37C-5851-C5EE-A744EC4A8BC2}"/>
          </ac:spMkLst>
        </pc:spChg>
        <pc:spChg chg="mod">
          <ac:chgData name="Kazu ENDO" userId="394a0fe494bc10a7" providerId="LiveId" clId="{9B94F21E-C83F-4FE9-9F96-8B842C8D39FE}" dt="2025-10-19T08:32:39.776" v="232"/>
          <ac:spMkLst>
            <pc:docMk/>
            <pc:sldMk cId="4082453918" sldId="291"/>
            <ac:spMk id="85" creationId="{6D682DF3-9808-9091-5CDC-F523CCB31FAE}"/>
          </ac:spMkLst>
        </pc:spChg>
        <pc:spChg chg="mod">
          <ac:chgData name="Kazu ENDO" userId="394a0fe494bc10a7" providerId="LiveId" clId="{9B94F21E-C83F-4FE9-9F96-8B842C8D39FE}" dt="2025-10-19T08:32:41.315" v="233"/>
          <ac:spMkLst>
            <pc:docMk/>
            <pc:sldMk cId="4082453918" sldId="291"/>
            <ac:spMk id="86" creationId="{B7B5D2A6-EAC4-55A2-A222-C745F7DBFF64}"/>
          </ac:spMkLst>
        </pc:spChg>
        <pc:spChg chg="mod">
          <ac:chgData name="Kazu ENDO" userId="394a0fe494bc10a7" providerId="LiveId" clId="{9B94F21E-C83F-4FE9-9F96-8B842C8D39FE}" dt="2025-10-19T08:32:42.949" v="234"/>
          <ac:spMkLst>
            <pc:docMk/>
            <pc:sldMk cId="4082453918" sldId="291"/>
            <ac:spMk id="87" creationId="{426BF4B4-3C85-3EAD-AB1F-08F452AD7E8D}"/>
          </ac:spMkLst>
        </pc:spChg>
        <pc:spChg chg="mod">
          <ac:chgData name="Kazu ENDO" userId="394a0fe494bc10a7" providerId="LiveId" clId="{9B94F21E-C83F-4FE9-9F96-8B842C8D39FE}" dt="2025-10-19T08:32:44.403" v="235"/>
          <ac:spMkLst>
            <pc:docMk/>
            <pc:sldMk cId="4082453918" sldId="291"/>
            <ac:spMk id="88" creationId="{FC4B3BA7-834C-3676-D966-82928BCCB57F}"/>
          </ac:spMkLst>
        </pc:spChg>
        <pc:spChg chg="mod">
          <ac:chgData name="Kazu ENDO" userId="394a0fe494bc10a7" providerId="LiveId" clId="{9B94F21E-C83F-4FE9-9F96-8B842C8D39FE}" dt="2025-10-19T08:32:46.954" v="236"/>
          <ac:spMkLst>
            <pc:docMk/>
            <pc:sldMk cId="4082453918" sldId="291"/>
            <ac:spMk id="89" creationId="{F1AEDDF7-647F-925F-FE6A-D6F54FD7A8B1}"/>
          </ac:spMkLst>
        </pc:spChg>
        <pc:spChg chg="mod">
          <ac:chgData name="Kazu ENDO" userId="394a0fe494bc10a7" providerId="LiveId" clId="{9B94F21E-C83F-4FE9-9F96-8B842C8D39FE}" dt="2025-10-19T08:32:47.930" v="237"/>
          <ac:spMkLst>
            <pc:docMk/>
            <pc:sldMk cId="4082453918" sldId="291"/>
            <ac:spMk id="90" creationId="{4801E4B3-F27A-18E7-8077-117F53D5EDB2}"/>
          </ac:spMkLst>
        </pc:spChg>
        <pc:spChg chg="mod">
          <ac:chgData name="Kazu ENDO" userId="394a0fe494bc10a7" providerId="LiveId" clId="{9B94F21E-C83F-4FE9-9F96-8B842C8D39FE}" dt="2025-10-19T08:32:49.179" v="238"/>
          <ac:spMkLst>
            <pc:docMk/>
            <pc:sldMk cId="4082453918" sldId="291"/>
            <ac:spMk id="91" creationId="{3E56CFFA-4F3C-9BE8-DDA3-945B976A31F4}"/>
          </ac:spMkLst>
        </pc:spChg>
        <pc:spChg chg="mod">
          <ac:chgData name="Kazu ENDO" userId="394a0fe494bc10a7" providerId="LiveId" clId="{9B94F21E-C83F-4FE9-9F96-8B842C8D39FE}" dt="2025-10-19T08:32:50.546" v="239"/>
          <ac:spMkLst>
            <pc:docMk/>
            <pc:sldMk cId="4082453918" sldId="291"/>
            <ac:spMk id="92" creationId="{79D886AC-41DB-B84A-6527-F0781885090A}"/>
          </ac:spMkLst>
        </pc:spChg>
        <pc:spChg chg="mod">
          <ac:chgData name="Kazu ENDO" userId="394a0fe494bc10a7" providerId="LiveId" clId="{9B94F21E-C83F-4FE9-9F96-8B842C8D39FE}" dt="2025-10-19T08:32:51.641" v="240"/>
          <ac:spMkLst>
            <pc:docMk/>
            <pc:sldMk cId="4082453918" sldId="291"/>
            <ac:spMk id="93" creationId="{CF60D66D-C0A0-1917-455D-D435EA6F0BED}"/>
          </ac:spMkLst>
        </pc:spChg>
        <pc:spChg chg="mod">
          <ac:chgData name="Kazu ENDO" userId="394a0fe494bc10a7" providerId="LiveId" clId="{9B94F21E-C83F-4FE9-9F96-8B842C8D39FE}" dt="2025-10-19T08:32:52.640" v="241"/>
          <ac:spMkLst>
            <pc:docMk/>
            <pc:sldMk cId="4082453918" sldId="291"/>
            <ac:spMk id="94" creationId="{FEA21C76-59B2-5BA9-2B38-48519006E2FD}"/>
          </ac:spMkLst>
        </pc:spChg>
        <pc:spChg chg="del">
          <ac:chgData name="Kazu ENDO" userId="394a0fe494bc10a7" providerId="LiveId" clId="{9B94F21E-C83F-4FE9-9F96-8B842C8D39FE}" dt="2025-10-19T08:33:19.680" v="243" actId="478"/>
          <ac:spMkLst>
            <pc:docMk/>
            <pc:sldMk cId="4082453918" sldId="291"/>
            <ac:spMk id="106" creationId="{1EA7291A-8410-0168-75E1-3317247D35A4}"/>
          </ac:spMkLst>
        </pc:spChg>
        <pc:spChg chg="del">
          <ac:chgData name="Kazu ENDO" userId="394a0fe494bc10a7" providerId="LiveId" clId="{9B94F21E-C83F-4FE9-9F96-8B842C8D39FE}" dt="2025-10-19T08:33:19.680" v="243" actId="478"/>
          <ac:spMkLst>
            <pc:docMk/>
            <pc:sldMk cId="4082453918" sldId="291"/>
            <ac:spMk id="107" creationId="{AAB78381-6297-A711-8935-479C89AD137E}"/>
          </ac:spMkLst>
        </pc:spChg>
        <pc:spChg chg="del">
          <ac:chgData name="Kazu ENDO" userId="394a0fe494bc10a7" providerId="LiveId" clId="{9B94F21E-C83F-4FE9-9F96-8B842C8D39FE}" dt="2025-10-19T08:33:19.680" v="243" actId="478"/>
          <ac:spMkLst>
            <pc:docMk/>
            <pc:sldMk cId="4082453918" sldId="291"/>
            <ac:spMk id="108" creationId="{104CCE24-47F7-3CA7-1020-0F109F8E4BDB}"/>
          </ac:spMkLst>
        </pc:spChg>
        <pc:spChg chg="del">
          <ac:chgData name="Kazu ENDO" userId="394a0fe494bc10a7" providerId="LiveId" clId="{9B94F21E-C83F-4FE9-9F96-8B842C8D39FE}" dt="2025-10-19T08:33:19.680" v="243" actId="478"/>
          <ac:spMkLst>
            <pc:docMk/>
            <pc:sldMk cId="4082453918" sldId="291"/>
            <ac:spMk id="109" creationId="{59DA6787-E64D-38B5-6103-9DD4E158A536}"/>
          </ac:spMkLst>
        </pc:spChg>
        <pc:spChg chg="del">
          <ac:chgData name="Kazu ENDO" userId="394a0fe494bc10a7" providerId="LiveId" clId="{9B94F21E-C83F-4FE9-9F96-8B842C8D39FE}" dt="2025-10-19T08:33:19.680" v="243" actId="478"/>
          <ac:spMkLst>
            <pc:docMk/>
            <pc:sldMk cId="4082453918" sldId="291"/>
            <ac:spMk id="110" creationId="{ACEDD899-C994-4C39-5663-42D158CC4F5B}"/>
          </ac:spMkLst>
        </pc:spChg>
        <pc:spChg chg="del">
          <ac:chgData name="Kazu ENDO" userId="394a0fe494bc10a7" providerId="LiveId" clId="{9B94F21E-C83F-4FE9-9F96-8B842C8D39FE}" dt="2025-10-19T08:33:19.680" v="243" actId="478"/>
          <ac:spMkLst>
            <pc:docMk/>
            <pc:sldMk cId="4082453918" sldId="291"/>
            <ac:spMk id="111" creationId="{C6D261DE-DC5C-1BF4-19B6-F406CA4F8535}"/>
          </ac:spMkLst>
        </pc:spChg>
        <pc:spChg chg="del">
          <ac:chgData name="Kazu ENDO" userId="394a0fe494bc10a7" providerId="LiveId" clId="{9B94F21E-C83F-4FE9-9F96-8B842C8D39FE}" dt="2025-10-19T08:33:19.680" v="243" actId="478"/>
          <ac:spMkLst>
            <pc:docMk/>
            <pc:sldMk cId="4082453918" sldId="291"/>
            <ac:spMk id="112" creationId="{FA88ECCA-18F9-E199-DAE1-A04DF29893B4}"/>
          </ac:spMkLst>
        </pc:spChg>
        <pc:spChg chg="del">
          <ac:chgData name="Kazu ENDO" userId="394a0fe494bc10a7" providerId="LiveId" clId="{9B94F21E-C83F-4FE9-9F96-8B842C8D39FE}" dt="2025-10-19T08:33:19.680" v="243" actId="478"/>
          <ac:spMkLst>
            <pc:docMk/>
            <pc:sldMk cId="4082453918" sldId="291"/>
            <ac:spMk id="113" creationId="{0F8E1812-DAF9-578D-BD78-7E8AF646267D}"/>
          </ac:spMkLst>
        </pc:spChg>
        <pc:spChg chg="del">
          <ac:chgData name="Kazu ENDO" userId="394a0fe494bc10a7" providerId="LiveId" clId="{9B94F21E-C83F-4FE9-9F96-8B842C8D39FE}" dt="2025-10-19T08:33:19.680" v="243" actId="478"/>
          <ac:spMkLst>
            <pc:docMk/>
            <pc:sldMk cId="4082453918" sldId="291"/>
            <ac:spMk id="114" creationId="{398431B0-623A-2D49-C999-2FE50494B834}"/>
          </ac:spMkLst>
        </pc:spChg>
        <pc:spChg chg="del">
          <ac:chgData name="Kazu ENDO" userId="394a0fe494bc10a7" providerId="LiveId" clId="{9B94F21E-C83F-4FE9-9F96-8B842C8D39FE}" dt="2025-10-19T08:33:19.680" v="243" actId="478"/>
          <ac:spMkLst>
            <pc:docMk/>
            <pc:sldMk cId="4082453918" sldId="291"/>
            <ac:spMk id="115" creationId="{7C8AC4D0-FA2A-9DF9-35C2-41F4D1481713}"/>
          </ac:spMkLst>
        </pc:spChg>
        <pc:spChg chg="del">
          <ac:chgData name="Kazu ENDO" userId="394a0fe494bc10a7" providerId="LiveId" clId="{9B94F21E-C83F-4FE9-9F96-8B842C8D39FE}" dt="2025-10-19T08:35:11.788" v="275" actId="478"/>
          <ac:spMkLst>
            <pc:docMk/>
            <pc:sldMk cId="4082453918" sldId="291"/>
            <ac:spMk id="128" creationId="{FCF38614-DADF-9A49-7763-AFB9DF7EF2B3}"/>
          </ac:spMkLst>
        </pc:spChg>
        <pc:spChg chg="del">
          <ac:chgData name="Kazu ENDO" userId="394a0fe494bc10a7" providerId="LiveId" clId="{9B94F21E-C83F-4FE9-9F96-8B842C8D39FE}" dt="2025-10-19T08:35:11.788" v="275" actId="478"/>
          <ac:spMkLst>
            <pc:docMk/>
            <pc:sldMk cId="4082453918" sldId="291"/>
            <ac:spMk id="129" creationId="{C91EFB91-8A92-40B5-F90F-D56BB409EEFD}"/>
          </ac:spMkLst>
        </pc:spChg>
        <pc:spChg chg="del">
          <ac:chgData name="Kazu ENDO" userId="394a0fe494bc10a7" providerId="LiveId" clId="{9B94F21E-C83F-4FE9-9F96-8B842C8D39FE}" dt="2025-10-19T08:35:11.788" v="275" actId="478"/>
          <ac:spMkLst>
            <pc:docMk/>
            <pc:sldMk cId="4082453918" sldId="291"/>
            <ac:spMk id="130" creationId="{A1880338-1F49-65B9-0109-6A7AF4FA65EB}"/>
          </ac:spMkLst>
        </pc:spChg>
        <pc:spChg chg="del">
          <ac:chgData name="Kazu ENDO" userId="394a0fe494bc10a7" providerId="LiveId" clId="{9B94F21E-C83F-4FE9-9F96-8B842C8D39FE}" dt="2025-10-19T08:35:11.788" v="275" actId="478"/>
          <ac:spMkLst>
            <pc:docMk/>
            <pc:sldMk cId="4082453918" sldId="291"/>
            <ac:spMk id="131" creationId="{87740E75-2CB3-CE8A-B31B-9B2B8D48496C}"/>
          </ac:spMkLst>
        </pc:spChg>
        <pc:spChg chg="del">
          <ac:chgData name="Kazu ENDO" userId="394a0fe494bc10a7" providerId="LiveId" clId="{9B94F21E-C83F-4FE9-9F96-8B842C8D39FE}" dt="2025-10-19T08:32:22.666" v="217" actId="478"/>
          <ac:spMkLst>
            <pc:docMk/>
            <pc:sldMk cId="4082453918" sldId="291"/>
            <ac:spMk id="133" creationId="{AE5EC48D-CFC9-A6C8-AD91-4DE5A398232D}"/>
          </ac:spMkLst>
        </pc:spChg>
        <pc:spChg chg="del">
          <ac:chgData name="Kazu ENDO" userId="394a0fe494bc10a7" providerId="LiveId" clId="{9B94F21E-C83F-4FE9-9F96-8B842C8D39FE}" dt="2025-10-19T08:32:21.857" v="216" actId="478"/>
          <ac:spMkLst>
            <pc:docMk/>
            <pc:sldMk cId="4082453918" sldId="291"/>
            <ac:spMk id="134" creationId="{EECF3BD6-F3BC-61A8-36B6-D6CF2FDD89AD}"/>
          </ac:spMkLst>
        </pc:spChg>
        <pc:spChg chg="del">
          <ac:chgData name="Kazu ENDO" userId="394a0fe494bc10a7" providerId="LiveId" clId="{9B94F21E-C83F-4FE9-9F96-8B842C8D39FE}" dt="2025-10-19T08:32:23.626" v="218" actId="478"/>
          <ac:spMkLst>
            <pc:docMk/>
            <pc:sldMk cId="4082453918" sldId="291"/>
            <ac:spMk id="135" creationId="{1B11C22B-35DA-5997-C9C8-4C6ADA0DF932}"/>
          </ac:spMkLst>
        </pc:spChg>
        <pc:cxnChg chg="add mod">
          <ac:chgData name="Kazu ENDO" userId="394a0fe494bc10a7" providerId="LiveId" clId="{9B94F21E-C83F-4FE9-9F96-8B842C8D39FE}" dt="2025-10-19T08:34:28.211" v="273" actId="692"/>
          <ac:cxnSpMkLst>
            <pc:docMk/>
            <pc:sldMk cId="4082453918" sldId="291"/>
            <ac:cxnSpMk id="12" creationId="{F326B7F0-5A9B-F3CF-41ED-D6CCD2E13A28}"/>
          </ac:cxnSpMkLst>
        </pc:cxnChg>
        <pc:cxnChg chg="add mod">
          <ac:chgData name="Kazu ENDO" userId="394a0fe494bc10a7" providerId="LiveId" clId="{9B94F21E-C83F-4FE9-9F96-8B842C8D39FE}" dt="2025-10-19T08:34:32.785" v="274" actId="692"/>
          <ac:cxnSpMkLst>
            <pc:docMk/>
            <pc:sldMk cId="4082453918" sldId="291"/>
            <ac:cxnSpMk id="15" creationId="{EC3F0EA1-AE4E-1592-B905-50AAAEE8F70D}"/>
          </ac:cxnSpMkLst>
        </pc:cxnChg>
        <pc:cxnChg chg="mod">
          <ac:chgData name="Kazu ENDO" userId="394a0fe494bc10a7" providerId="LiveId" clId="{9B94F21E-C83F-4FE9-9F96-8B842C8D39FE}" dt="2025-10-19T08:35:24.746" v="279" actId="1076"/>
          <ac:cxnSpMkLst>
            <pc:docMk/>
            <pc:sldMk cId="4082453918" sldId="291"/>
            <ac:cxnSpMk id="28" creationId="{53E9DF76-C24F-C3C8-D680-9B3CDBFC4FAC}"/>
          </ac:cxnSpMkLst>
        </pc:cxnChg>
        <pc:cxnChg chg="mod">
          <ac:chgData name="Kazu ENDO" userId="394a0fe494bc10a7" providerId="LiveId" clId="{9B94F21E-C83F-4FE9-9F96-8B842C8D39FE}" dt="2025-10-19T08:34:19.784" v="272" actId="14100"/>
          <ac:cxnSpMkLst>
            <pc:docMk/>
            <pc:sldMk cId="4082453918" sldId="291"/>
            <ac:cxnSpMk id="50" creationId="{9E18D4A9-E9A7-CCDD-A3C4-9A4BF192AFE0}"/>
          </ac:cxnSpMkLst>
        </pc:cxnChg>
      </pc:sldChg>
      <pc:sldChg chg="delSp modSp add mod">
        <pc:chgData name="Kazu ENDO" userId="394a0fe494bc10a7" providerId="LiveId" clId="{9B94F21E-C83F-4FE9-9F96-8B842C8D39FE}" dt="2025-10-19T08:48:48.611" v="1434" actId="20577"/>
        <pc:sldMkLst>
          <pc:docMk/>
          <pc:sldMk cId="1700998116" sldId="292"/>
        </pc:sldMkLst>
        <pc:spChg chg="mod">
          <ac:chgData name="Kazu ENDO" userId="394a0fe494bc10a7" providerId="LiveId" clId="{9B94F21E-C83F-4FE9-9F96-8B842C8D39FE}" dt="2025-10-19T08:39:39.782" v="332" actId="20577"/>
          <ac:spMkLst>
            <pc:docMk/>
            <pc:sldMk cId="1700998116" sldId="292"/>
            <ac:spMk id="2" creationId="{F79CAB71-B26A-510D-A6C7-96260D41657B}"/>
          </ac:spMkLst>
        </pc:spChg>
        <pc:spChg chg="del">
          <ac:chgData name="Kazu ENDO" userId="394a0fe494bc10a7" providerId="LiveId" clId="{9B94F21E-C83F-4FE9-9F96-8B842C8D39FE}" dt="2025-10-19T08:45:37.283" v="1384" actId="478"/>
          <ac:spMkLst>
            <pc:docMk/>
            <pc:sldMk cId="1700998116" sldId="292"/>
            <ac:spMk id="11" creationId="{1527BE02-11C6-AAA8-1CCB-9CE5D70D8E1E}"/>
          </ac:spMkLst>
        </pc:spChg>
        <pc:graphicFrameChg chg="mod modGraphic">
          <ac:chgData name="Kazu ENDO" userId="394a0fe494bc10a7" providerId="LiveId" clId="{9B94F21E-C83F-4FE9-9F96-8B842C8D39FE}" dt="2025-10-19T08:48:48.611" v="1434" actId="20577"/>
          <ac:graphicFrameMkLst>
            <pc:docMk/>
            <pc:sldMk cId="1700998116" sldId="292"/>
            <ac:graphicFrameMk id="9" creationId="{DE9EA968-53E7-68F4-8D78-7DE85814B751}"/>
          </ac:graphicFrameMkLst>
        </pc:graphicFrameChg>
      </pc:sldChg>
      <pc:sldChg chg="modSp add mod">
        <pc:chgData name="Kazu ENDO" userId="394a0fe494bc10a7" providerId="LiveId" clId="{9B94F21E-C83F-4FE9-9F96-8B842C8D39FE}" dt="2025-10-19T08:50:40.431" v="1476"/>
        <pc:sldMkLst>
          <pc:docMk/>
          <pc:sldMk cId="94401172" sldId="293"/>
        </pc:sldMkLst>
        <pc:spChg chg="mod">
          <ac:chgData name="Kazu ENDO" userId="394a0fe494bc10a7" providerId="LiveId" clId="{9B94F21E-C83F-4FE9-9F96-8B842C8D39FE}" dt="2025-10-19T08:47:35.511" v="1407" actId="20577"/>
          <ac:spMkLst>
            <pc:docMk/>
            <pc:sldMk cId="94401172" sldId="293"/>
            <ac:spMk id="2" creationId="{033E8FA0-033D-387E-A618-DF2148221AE6}"/>
          </ac:spMkLst>
        </pc:spChg>
        <pc:graphicFrameChg chg="mod modGraphic">
          <ac:chgData name="Kazu ENDO" userId="394a0fe494bc10a7" providerId="LiveId" clId="{9B94F21E-C83F-4FE9-9F96-8B842C8D39FE}" dt="2025-10-19T08:50:40.431" v="1476"/>
          <ac:graphicFrameMkLst>
            <pc:docMk/>
            <pc:sldMk cId="94401172" sldId="293"/>
            <ac:graphicFrameMk id="9" creationId="{CAA300A3-1E2C-EC3A-D25E-5423A40B4D64}"/>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2820198-B303-F5B4-B84D-123BB9423C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6B78AE9-8FF1-A19A-68CF-15F1E68B2F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111EFB-F628-40F9-BEA8-8B741629A066}" type="datetimeFigureOut">
              <a:rPr kumimoji="1" lang="ja-JP" altLang="en-US" smtClean="0"/>
              <a:t>2025/10/19</a:t>
            </a:fld>
            <a:endParaRPr kumimoji="1" lang="ja-JP" altLang="en-US"/>
          </a:p>
        </p:txBody>
      </p:sp>
      <p:sp>
        <p:nvSpPr>
          <p:cNvPr id="4" name="フッター プレースホルダー 3">
            <a:extLst>
              <a:ext uri="{FF2B5EF4-FFF2-40B4-BE49-F238E27FC236}">
                <a16:creationId xmlns:a16="http://schemas.microsoft.com/office/drawing/2014/main" id="{C1F05596-5F0A-30AE-7814-80452262F1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7ED2970-600E-B043-9C6E-26122FB918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B8C93B-B4CB-432E-9311-FACF9FA5C83D}" type="slidenum">
              <a:rPr kumimoji="1" lang="ja-JP" altLang="en-US" smtClean="0"/>
              <a:t>‹#›</a:t>
            </a:fld>
            <a:endParaRPr kumimoji="1" lang="ja-JP" altLang="en-US"/>
          </a:p>
        </p:txBody>
      </p:sp>
    </p:spTree>
    <p:extLst>
      <p:ext uri="{BB962C8B-B14F-4D97-AF65-F5344CB8AC3E}">
        <p14:creationId xmlns:p14="http://schemas.microsoft.com/office/powerpoint/2010/main" val="220869962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714D2-F2A7-4A29-BCB6-C0D2D9AA6AE5}" type="datetimeFigureOut">
              <a:rPr kumimoji="1" lang="ja-JP" altLang="en-US" smtClean="0"/>
              <a:t>2025/10/19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1D408-0708-441E-AE9B-ADAF392E03F9}" type="slidenum">
              <a:rPr kumimoji="1" lang="ja-JP" altLang="en-US" smtClean="0"/>
              <a:t>‹#›</a:t>
            </a:fld>
            <a:endParaRPr kumimoji="1" lang="ja-JP" altLang="en-US"/>
          </a:p>
        </p:txBody>
      </p:sp>
    </p:spTree>
    <p:extLst>
      <p:ext uri="{BB962C8B-B14F-4D97-AF65-F5344CB8AC3E}">
        <p14:creationId xmlns:p14="http://schemas.microsoft.com/office/powerpoint/2010/main" val="4117348487"/>
      </p:ext>
    </p:extLst>
  </p:cSld>
  <p:clrMap bg1="lt1" tx1="dk1" bg2="lt2" tx2="dk2" accent1="accent1" accent2="accent2" accent3="accent3" accent4="accent4" accent5="accent5" accent6="accent6" hlink="hlink" folHlink="folHlink"/>
  <p:notesStyle>
    <a:lvl1pPr marL="0" algn="l" defTabSz="914314" rtl="0" eaLnBrk="1" latinLnBrk="0" hangingPunct="1">
      <a:defRPr kumimoji="1" sz="1200" kern="1200">
        <a:solidFill>
          <a:schemeClr val="tx1"/>
        </a:solidFill>
        <a:latin typeface="+mn-lt"/>
        <a:ea typeface="+mn-ea"/>
        <a:cs typeface="+mn-cs"/>
      </a:defRPr>
    </a:lvl1pPr>
    <a:lvl2pPr marL="457156" algn="l" defTabSz="914314" rtl="0" eaLnBrk="1" latinLnBrk="0" hangingPunct="1">
      <a:defRPr kumimoji="1" sz="1200" kern="1200">
        <a:solidFill>
          <a:schemeClr val="tx1"/>
        </a:solidFill>
        <a:latin typeface="+mn-lt"/>
        <a:ea typeface="+mn-ea"/>
        <a:cs typeface="+mn-cs"/>
      </a:defRPr>
    </a:lvl2pPr>
    <a:lvl3pPr marL="914314" algn="l" defTabSz="914314" rtl="0" eaLnBrk="1" latinLnBrk="0" hangingPunct="1">
      <a:defRPr kumimoji="1" sz="1200" kern="1200">
        <a:solidFill>
          <a:schemeClr val="tx1"/>
        </a:solidFill>
        <a:latin typeface="+mn-lt"/>
        <a:ea typeface="+mn-ea"/>
        <a:cs typeface="+mn-cs"/>
      </a:defRPr>
    </a:lvl3pPr>
    <a:lvl4pPr marL="1371471" algn="l" defTabSz="914314" rtl="0" eaLnBrk="1" latinLnBrk="0" hangingPunct="1">
      <a:defRPr kumimoji="1" sz="1200" kern="1200">
        <a:solidFill>
          <a:schemeClr val="tx1"/>
        </a:solidFill>
        <a:latin typeface="+mn-lt"/>
        <a:ea typeface="+mn-ea"/>
        <a:cs typeface="+mn-cs"/>
      </a:defRPr>
    </a:lvl4pPr>
    <a:lvl5pPr marL="1828628" algn="l" defTabSz="914314" rtl="0" eaLnBrk="1" latinLnBrk="0" hangingPunct="1">
      <a:defRPr kumimoji="1" sz="1200" kern="1200">
        <a:solidFill>
          <a:schemeClr val="tx1"/>
        </a:solidFill>
        <a:latin typeface="+mn-lt"/>
        <a:ea typeface="+mn-ea"/>
        <a:cs typeface="+mn-cs"/>
      </a:defRPr>
    </a:lvl5pPr>
    <a:lvl6pPr marL="2285784" algn="l" defTabSz="914314" rtl="0" eaLnBrk="1" latinLnBrk="0" hangingPunct="1">
      <a:defRPr kumimoji="1" sz="1200" kern="1200">
        <a:solidFill>
          <a:schemeClr val="tx1"/>
        </a:solidFill>
        <a:latin typeface="+mn-lt"/>
        <a:ea typeface="+mn-ea"/>
        <a:cs typeface="+mn-cs"/>
      </a:defRPr>
    </a:lvl6pPr>
    <a:lvl7pPr marL="2742940" algn="l" defTabSz="914314" rtl="0" eaLnBrk="1" latinLnBrk="0" hangingPunct="1">
      <a:defRPr kumimoji="1" sz="1200" kern="1200">
        <a:solidFill>
          <a:schemeClr val="tx1"/>
        </a:solidFill>
        <a:latin typeface="+mn-lt"/>
        <a:ea typeface="+mn-ea"/>
        <a:cs typeface="+mn-cs"/>
      </a:defRPr>
    </a:lvl7pPr>
    <a:lvl8pPr marL="3200098" algn="l" defTabSz="914314" rtl="0" eaLnBrk="1" latinLnBrk="0" hangingPunct="1">
      <a:defRPr kumimoji="1" sz="1200" kern="1200">
        <a:solidFill>
          <a:schemeClr val="tx1"/>
        </a:solidFill>
        <a:latin typeface="+mn-lt"/>
        <a:ea typeface="+mn-ea"/>
        <a:cs typeface="+mn-cs"/>
      </a:defRPr>
    </a:lvl8pPr>
    <a:lvl9pPr marL="3657255" algn="l" defTabSz="914314"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AD1D408-0708-441E-AE9B-ADAF392E03F9}" type="slidenum">
              <a:rPr kumimoji="1" lang="ja-JP" altLang="en-US" smtClean="0"/>
              <a:t>30</a:t>
            </a:fld>
            <a:endParaRPr kumimoji="1" lang="ja-JP" altLang="en-US"/>
          </a:p>
        </p:txBody>
      </p:sp>
    </p:spTree>
    <p:extLst>
      <p:ext uri="{BB962C8B-B14F-4D97-AF65-F5344CB8AC3E}">
        <p14:creationId xmlns:p14="http://schemas.microsoft.com/office/powerpoint/2010/main" val="3880377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_タイトル">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9BD15-688A-D1E3-C6F5-DF5677C05AD5}"/>
              </a:ext>
            </a:extLst>
          </p:cNvPr>
          <p:cNvSpPr>
            <a:spLocks noGrp="1"/>
          </p:cNvSpPr>
          <p:nvPr>
            <p:ph type="ctrTitle" hasCustomPrompt="1"/>
          </p:nvPr>
        </p:nvSpPr>
        <p:spPr>
          <a:xfrm>
            <a:off x="1524000" y="1122363"/>
            <a:ext cx="9144000" cy="2387600"/>
          </a:xfrm>
        </p:spPr>
        <p:txBody>
          <a:bodyPr anchor="b">
            <a:normAutofit/>
          </a:bodyPr>
          <a:lstStyle>
            <a:lvl1pPr algn="ctr">
              <a:defRPr sz="3200" u="sng">
                <a:solidFill>
                  <a:schemeClr val="tx1"/>
                </a:solidFill>
                <a:latin typeface="BIZ UDPゴシック" panose="020B0400000000000000" pitchFamily="50" charset="-128"/>
                <a:ea typeface="BIZ UDPゴシック" panose="020B0400000000000000" pitchFamily="50" charset="-128"/>
              </a:defRPr>
            </a:lvl1pPr>
          </a:lstStyle>
          <a:p>
            <a:r>
              <a:rPr kumimoji="1" lang="ja-JP" altLang="en-US" dirty="0"/>
              <a:t>タイトル</a:t>
            </a:r>
          </a:p>
        </p:txBody>
      </p:sp>
      <p:sp>
        <p:nvSpPr>
          <p:cNvPr id="3" name="字幕 2">
            <a:extLst>
              <a:ext uri="{FF2B5EF4-FFF2-40B4-BE49-F238E27FC236}">
                <a16:creationId xmlns:a16="http://schemas.microsoft.com/office/drawing/2014/main" id="{D0BEFF7B-3EA3-EF87-F707-143A26841542}"/>
              </a:ext>
            </a:extLst>
          </p:cNvPr>
          <p:cNvSpPr>
            <a:spLocks noGrp="1"/>
          </p:cNvSpPr>
          <p:nvPr>
            <p:ph type="subTitle" idx="1" hasCustomPrompt="1"/>
          </p:nvPr>
        </p:nvSpPr>
        <p:spPr>
          <a:xfrm>
            <a:off x="1524000" y="3602039"/>
            <a:ext cx="9144000" cy="1655762"/>
          </a:xfrm>
        </p:spPr>
        <p:txBody>
          <a:bodyPr anchor="b" anchorCtr="0">
            <a:normAutofit/>
          </a:bodyPr>
          <a:lstStyle>
            <a:lvl1pPr marL="0" indent="0" algn="r">
              <a:buNone/>
              <a:defRPr sz="3200">
                <a:solidFill>
                  <a:schemeClr val="tx1"/>
                </a:solidFill>
                <a:latin typeface="BIZ UDPゴシック" panose="020B0400000000000000" pitchFamily="50" charset="-128"/>
                <a:ea typeface="BIZ UDPゴシック" panose="020B0400000000000000" pitchFamily="50" charset="-128"/>
              </a:defRPr>
            </a:lvl1pPr>
            <a:lvl2pPr marL="457186" indent="0" algn="ctr">
              <a:buNone/>
              <a:defRPr sz="2000"/>
            </a:lvl2pPr>
            <a:lvl3pPr marL="914373" indent="0" algn="ctr">
              <a:buNone/>
              <a:defRPr sz="1800"/>
            </a:lvl3pPr>
            <a:lvl4pPr marL="1371559" indent="0" algn="ctr">
              <a:buNone/>
              <a:defRPr sz="1600"/>
            </a:lvl4pPr>
            <a:lvl5pPr marL="1828745" indent="0" algn="ctr">
              <a:buNone/>
              <a:defRPr sz="1600"/>
            </a:lvl5pPr>
            <a:lvl6pPr marL="2285931" indent="0" algn="ctr">
              <a:buNone/>
              <a:defRPr sz="1600"/>
            </a:lvl6pPr>
            <a:lvl7pPr marL="2743118" indent="0" algn="ctr">
              <a:buNone/>
              <a:defRPr sz="1600"/>
            </a:lvl7pPr>
            <a:lvl8pPr marL="3200304" indent="0" algn="ctr">
              <a:buNone/>
              <a:defRPr sz="1600"/>
            </a:lvl8pPr>
            <a:lvl9pPr marL="3657490" indent="0" algn="ctr">
              <a:buNone/>
              <a:defRPr sz="1600"/>
            </a:lvl9pPr>
          </a:lstStyle>
          <a:p>
            <a:r>
              <a:rPr kumimoji="1" lang="ja-JP" altLang="en-US" dirty="0"/>
              <a:t>年月日</a:t>
            </a:r>
            <a:endParaRPr kumimoji="1" lang="en-US" altLang="ja-JP" dirty="0"/>
          </a:p>
          <a:p>
            <a:r>
              <a:rPr kumimoji="1" lang="ja-JP" altLang="en-US" dirty="0"/>
              <a:t>名前</a:t>
            </a:r>
          </a:p>
        </p:txBody>
      </p:sp>
      <p:sp>
        <p:nvSpPr>
          <p:cNvPr id="10" name="スライド番号プレースホルダー 5">
            <a:extLst>
              <a:ext uri="{FF2B5EF4-FFF2-40B4-BE49-F238E27FC236}">
                <a16:creationId xmlns:a16="http://schemas.microsoft.com/office/drawing/2014/main" id="{A20D74D0-E90E-8B4B-6AB8-6608A40BB427}"/>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sp>
        <p:nvSpPr>
          <p:cNvPr id="11" name="フッター プレースホルダー 4">
            <a:extLst>
              <a:ext uri="{FF2B5EF4-FFF2-40B4-BE49-F238E27FC236}">
                <a16:creationId xmlns:a16="http://schemas.microsoft.com/office/drawing/2014/main" id="{14E47EF6-31B8-070F-DD52-CE4E501329EA}"/>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914946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概要・目次・結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2B98A-5E0B-335E-C425-E48A1C614D18}"/>
              </a:ext>
            </a:extLst>
          </p:cNvPr>
          <p:cNvSpPr>
            <a:spLocks noGrp="1"/>
          </p:cNvSpPr>
          <p:nvPr>
            <p:ph type="title" hasCustomPrompt="1"/>
          </p:nvPr>
        </p:nvSpPr>
        <p:spPr>
          <a:xfrm>
            <a:off x="0" y="2"/>
            <a:ext cx="12192000" cy="906087"/>
          </a:xfrm>
        </p:spPr>
        <p:txBody>
          <a:bodyPr anchor="b" anchorCtr="0">
            <a:normAutofit/>
          </a:bodyPr>
          <a:lstStyle>
            <a:lvl1pPr algn="l">
              <a:defRPr sz="2400">
                <a:solidFill>
                  <a:schemeClr val="tx1">
                    <a:lumMod val="75000"/>
                    <a:lumOff val="25000"/>
                  </a:schemeClr>
                </a:solidFill>
              </a:defRPr>
            </a:lvl1pPr>
          </a:lstStyle>
          <a:p>
            <a:r>
              <a:rPr kumimoji="1" lang="ja-JP" altLang="en-US" dirty="0"/>
              <a:t>概要</a:t>
            </a:r>
            <a:r>
              <a:rPr kumimoji="1" lang="en-US" altLang="ja-JP" dirty="0"/>
              <a:t>/</a:t>
            </a:r>
            <a:r>
              <a:rPr kumimoji="1" lang="ja-JP" altLang="en-US" dirty="0"/>
              <a:t>目次</a:t>
            </a:r>
            <a:r>
              <a:rPr kumimoji="1" lang="en-US" altLang="ja-JP" dirty="0"/>
              <a:t>/</a:t>
            </a:r>
            <a:r>
              <a:rPr kumimoji="1" lang="ja-JP" altLang="en-US" dirty="0"/>
              <a:t>結論</a:t>
            </a:r>
          </a:p>
        </p:txBody>
      </p:sp>
      <p:sp>
        <p:nvSpPr>
          <p:cNvPr id="5" name="フッター プレースホルダー 4">
            <a:extLst>
              <a:ext uri="{FF2B5EF4-FFF2-40B4-BE49-F238E27FC236}">
                <a16:creationId xmlns:a16="http://schemas.microsoft.com/office/drawing/2014/main" id="{073838D6-28D4-8AAD-8E5F-2F93892364C7}"/>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出所：</a:t>
            </a:r>
            <a:endParaRPr lang="ja-JP" altLang="en-US" dirty="0"/>
          </a:p>
        </p:txBody>
      </p:sp>
      <p:sp>
        <p:nvSpPr>
          <p:cNvPr id="6" name="スライド番号プレースホルダー 5">
            <a:extLst>
              <a:ext uri="{FF2B5EF4-FFF2-40B4-BE49-F238E27FC236}">
                <a16:creationId xmlns:a16="http://schemas.microsoft.com/office/drawing/2014/main" id="{600AD3A3-493E-1DC5-C673-6B04C0730253}"/>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4C9262B6-C232-FF1E-F30F-62C446446085}"/>
              </a:ext>
            </a:extLst>
          </p:cNvPr>
          <p:cNvCxnSpPr>
            <a:cxnSpLocks/>
          </p:cNvCxnSpPr>
          <p:nvPr userDrawn="1"/>
        </p:nvCxnSpPr>
        <p:spPr>
          <a:xfrm>
            <a:off x="0" y="906087"/>
            <a:ext cx="12192000"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テキスト プレースホルダー 6">
            <a:extLst>
              <a:ext uri="{FF2B5EF4-FFF2-40B4-BE49-F238E27FC236}">
                <a16:creationId xmlns:a16="http://schemas.microsoft.com/office/drawing/2014/main" id="{B9EA27F1-4F68-84A1-8405-DC968498641C}"/>
              </a:ext>
            </a:extLst>
          </p:cNvPr>
          <p:cNvSpPr>
            <a:spLocks noGrp="1"/>
          </p:cNvSpPr>
          <p:nvPr>
            <p:ph type="body" sz="quarter" idx="13" hasCustomPrompt="1"/>
          </p:nvPr>
        </p:nvSpPr>
        <p:spPr>
          <a:xfrm>
            <a:off x="407992" y="1628780"/>
            <a:ext cx="11376024" cy="4871772"/>
          </a:xfrm>
        </p:spPr>
        <p:txBody>
          <a:bodyPr>
            <a:normAutofit/>
          </a:bodyPr>
          <a:lstStyle>
            <a:lvl1pPr marL="285742" indent="-285742">
              <a:lnSpc>
                <a:spcPct val="150000"/>
              </a:lnSpc>
              <a:buFont typeface="Arial" panose="020B0604020202020204" pitchFamily="34" charset="0"/>
              <a:buChar char="•"/>
              <a:defRPr sz="1800">
                <a:solidFill>
                  <a:schemeClr val="tx1"/>
                </a:solidFill>
                <a:latin typeface="BIZ UDPゴシック" panose="020B0400000000000000" pitchFamily="50" charset="-128"/>
                <a:ea typeface="BIZ UDPゴシック" panose="020B0400000000000000" pitchFamily="50" charset="-128"/>
              </a:defRPr>
            </a:lvl1pPr>
          </a:lstStyle>
          <a:p>
            <a:pPr lvl="0"/>
            <a:r>
              <a:rPr kumimoji="1" lang="ja-JP" altLang="en-US" dirty="0"/>
              <a:t>論点</a:t>
            </a:r>
            <a:r>
              <a:rPr kumimoji="1" lang="en-US" altLang="ja-JP" dirty="0"/>
              <a:t>1</a:t>
            </a:r>
          </a:p>
        </p:txBody>
      </p:sp>
    </p:spTree>
    <p:extLst>
      <p:ext uri="{BB962C8B-B14F-4D97-AF65-F5344CB8AC3E}">
        <p14:creationId xmlns:p14="http://schemas.microsoft.com/office/powerpoint/2010/main" val="261612218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1026" userDrawn="1">
          <p15:clr>
            <a:srgbClr val="FBAE40"/>
          </p15:clr>
        </p15:guide>
        <p15:guide id="4" orient="horz" pos="3974" userDrawn="1">
          <p15:clr>
            <a:srgbClr val="FBAE40"/>
          </p15:clr>
        </p15:guide>
        <p15:guide id="5" pos="257" userDrawn="1">
          <p15:clr>
            <a:srgbClr val="FBAE40"/>
          </p15:clr>
        </p15:guide>
        <p15:guide id="6" pos="7423" userDrawn="1">
          <p15:clr>
            <a:srgbClr val="FBAE40"/>
          </p15:clr>
        </p15:guide>
        <p15:guide id="7" orient="horz" pos="250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2B98A-5E0B-335E-C425-E48A1C614D18}"/>
              </a:ext>
            </a:extLst>
          </p:cNvPr>
          <p:cNvSpPr>
            <a:spLocks noGrp="1"/>
          </p:cNvSpPr>
          <p:nvPr>
            <p:ph type="title" hasCustomPrompt="1"/>
          </p:nvPr>
        </p:nvSpPr>
        <p:spPr>
          <a:xfrm>
            <a:off x="0" y="2"/>
            <a:ext cx="12192000" cy="906087"/>
          </a:xfrm>
        </p:spPr>
        <p:txBody>
          <a:bodyPr anchor="b" anchorCtr="0">
            <a:normAutofit/>
          </a:bodyPr>
          <a:lstStyle>
            <a:lvl1pPr algn="l">
              <a:defRPr sz="2400"/>
            </a:lvl1pPr>
          </a:lstStyle>
          <a:p>
            <a:r>
              <a:rPr kumimoji="1" lang="ja-JP" altLang="en-US" dirty="0"/>
              <a:t>スライドタイトル</a:t>
            </a:r>
          </a:p>
        </p:txBody>
      </p:sp>
      <p:sp>
        <p:nvSpPr>
          <p:cNvPr id="5" name="フッター プレースホルダー 4">
            <a:extLst>
              <a:ext uri="{FF2B5EF4-FFF2-40B4-BE49-F238E27FC236}">
                <a16:creationId xmlns:a16="http://schemas.microsoft.com/office/drawing/2014/main" id="{073838D6-28D4-8AAD-8E5F-2F93892364C7}"/>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出所：</a:t>
            </a:r>
            <a:endParaRPr lang="ja-JP" altLang="en-US" dirty="0"/>
          </a:p>
        </p:txBody>
      </p:sp>
      <p:sp>
        <p:nvSpPr>
          <p:cNvPr id="6" name="スライド番号プレースホルダー 5">
            <a:extLst>
              <a:ext uri="{FF2B5EF4-FFF2-40B4-BE49-F238E27FC236}">
                <a16:creationId xmlns:a16="http://schemas.microsoft.com/office/drawing/2014/main" id="{600AD3A3-493E-1DC5-C673-6B04C0730253}"/>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4C9262B6-C232-FF1E-F30F-62C446446085}"/>
              </a:ext>
            </a:extLst>
          </p:cNvPr>
          <p:cNvCxnSpPr>
            <a:cxnSpLocks/>
          </p:cNvCxnSpPr>
          <p:nvPr userDrawn="1"/>
        </p:nvCxnSpPr>
        <p:spPr>
          <a:xfrm>
            <a:off x="0" y="898136"/>
            <a:ext cx="12192000"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プレースホルダー 14">
            <a:extLst>
              <a:ext uri="{FF2B5EF4-FFF2-40B4-BE49-F238E27FC236}">
                <a16:creationId xmlns:a16="http://schemas.microsoft.com/office/drawing/2014/main" id="{BA39CC3F-561B-185B-B6F8-C69EB614A06F}"/>
              </a:ext>
            </a:extLst>
          </p:cNvPr>
          <p:cNvSpPr>
            <a:spLocks noGrp="1"/>
          </p:cNvSpPr>
          <p:nvPr>
            <p:ph type="body" sz="quarter" idx="13" hasCustomPrompt="1"/>
          </p:nvPr>
        </p:nvSpPr>
        <p:spPr>
          <a:xfrm>
            <a:off x="0" y="906088"/>
            <a:ext cx="12192000" cy="507074"/>
          </a:xfrm>
        </p:spPr>
        <p:txBody>
          <a:bodyPr>
            <a:normAutofit/>
          </a:bodyPr>
          <a:lstStyle>
            <a:lvl1pPr marL="0" indent="0">
              <a:buNone/>
              <a:defRPr sz="2000"/>
            </a:lvl1pPr>
          </a:lstStyle>
          <a:p>
            <a:pPr lvl="0"/>
            <a:r>
              <a:rPr kumimoji="1" lang="ja-JP" altLang="en-US" dirty="0"/>
              <a:t>スライドメッセージ</a:t>
            </a:r>
          </a:p>
        </p:txBody>
      </p:sp>
    </p:spTree>
    <p:extLst>
      <p:ext uri="{BB962C8B-B14F-4D97-AF65-F5344CB8AC3E}">
        <p14:creationId xmlns:p14="http://schemas.microsoft.com/office/powerpoint/2010/main" val="411141813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1026" userDrawn="1">
          <p15:clr>
            <a:srgbClr val="FBAE40"/>
          </p15:clr>
        </p15:guide>
        <p15:guide id="4" orient="horz" pos="3974" userDrawn="1">
          <p15:clr>
            <a:srgbClr val="FBAE40"/>
          </p15:clr>
        </p15:guide>
        <p15:guide id="5" pos="257" userDrawn="1">
          <p15:clr>
            <a:srgbClr val="FBAE40"/>
          </p15:clr>
        </p15:guide>
        <p15:guide id="6" pos="7423" userDrawn="1">
          <p15:clr>
            <a:srgbClr val="FBAE40"/>
          </p15:clr>
        </p15:guide>
        <p15:guide id="7" orient="horz" pos="250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20426D-55C7-5082-C5BB-DFCD609072B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E3B443A-32D9-F0FB-6B43-215C4ADBF892}"/>
              </a:ext>
            </a:extLst>
          </p:cNvPr>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スライド番号プレースホルダー 5">
            <a:extLst>
              <a:ext uri="{FF2B5EF4-FFF2-40B4-BE49-F238E27FC236}">
                <a16:creationId xmlns:a16="http://schemas.microsoft.com/office/drawing/2014/main" id="{35B89784-2D9B-BA7E-E0FB-DE043C5D34FE}"/>
              </a:ext>
            </a:extLst>
          </p:cNvPr>
          <p:cNvSpPr>
            <a:spLocks noGrp="1"/>
          </p:cNvSpPr>
          <p:nvPr>
            <p:ph type="sldNum" sz="quarter" idx="4"/>
          </p:nvPr>
        </p:nvSpPr>
        <p:spPr>
          <a:xfrm>
            <a:off x="8610604" y="6492874"/>
            <a:ext cx="3173412" cy="228606"/>
          </a:xfrm>
          <a:prstGeom prst="rect">
            <a:avLst/>
          </a:prstGeom>
        </p:spPr>
        <p:txBody>
          <a:bodyPr/>
          <a:lstStyle>
            <a:lvl1pPr algn="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sp>
        <p:nvSpPr>
          <p:cNvPr id="8" name="フッター プレースホルダー 4">
            <a:extLst>
              <a:ext uri="{FF2B5EF4-FFF2-40B4-BE49-F238E27FC236}">
                <a16:creationId xmlns:a16="http://schemas.microsoft.com/office/drawing/2014/main" id="{3BC7A196-3ACE-A96D-7EC8-1F95E45AEC37}"/>
              </a:ext>
            </a:extLst>
          </p:cNvPr>
          <p:cNvSpPr>
            <a:spLocks noGrp="1"/>
          </p:cNvSpPr>
          <p:nvPr>
            <p:ph type="ftr" sz="quarter" idx="3"/>
          </p:nvPr>
        </p:nvSpPr>
        <p:spPr>
          <a:xfrm>
            <a:off x="407990" y="6492874"/>
            <a:ext cx="7745413" cy="228606"/>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1990327497"/>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Lst>
  <p:hf hdr="0" dt="0"/>
  <p:txStyles>
    <p:titleStyle>
      <a:lvl1pPr algn="l" defTabSz="914373" rtl="0" eaLnBrk="1" latinLnBrk="0" hangingPunct="1">
        <a:lnSpc>
          <a:spcPct val="90000"/>
        </a:lnSpc>
        <a:spcBef>
          <a:spcPct val="0"/>
        </a:spcBef>
        <a:buNone/>
        <a:defRPr kumimoji="1" sz="4400" kern="1200">
          <a:solidFill>
            <a:schemeClr val="tx1"/>
          </a:solidFill>
          <a:latin typeface="BIZ UDPゴシック" panose="020B0400000000000000" pitchFamily="50" charset="-128"/>
          <a:ea typeface="BIZ UDPゴシック" panose="020B0400000000000000" pitchFamily="50" charset="-128"/>
          <a:cs typeface="+mj-cs"/>
        </a:defRPr>
      </a:lvl1pPr>
    </p:titleStyle>
    <p:bodyStyle>
      <a:lvl1pPr marL="228593" indent="-228593" algn="l" defTabSz="914373" rtl="0" eaLnBrk="1" latinLnBrk="0" hangingPunct="1">
        <a:lnSpc>
          <a:spcPct val="90000"/>
        </a:lnSpc>
        <a:spcBef>
          <a:spcPts val="1000"/>
        </a:spcBef>
        <a:buFont typeface="Arial" panose="020B0604020202020204" pitchFamily="34" charset="0"/>
        <a:buChar char="•"/>
        <a:defRPr kumimoji="1" sz="1800" kern="1200">
          <a:solidFill>
            <a:schemeClr val="tx1"/>
          </a:solidFill>
          <a:latin typeface="BIZ UDPゴシック" panose="020B0400000000000000" pitchFamily="50" charset="-128"/>
          <a:ea typeface="BIZ UDPゴシック" panose="020B0400000000000000" pitchFamily="50" charset="-128"/>
          <a:cs typeface="+mn-cs"/>
        </a:defRPr>
      </a:lvl1pPr>
      <a:lvl2pPr marL="685779"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1142966"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1600152"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2057338"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3" rtl="0" eaLnBrk="1" latinLnBrk="0" hangingPunct="1">
        <a:defRPr kumimoji="1" sz="1800" kern="1200">
          <a:solidFill>
            <a:schemeClr val="tx1"/>
          </a:solidFill>
          <a:latin typeface="+mn-lt"/>
          <a:ea typeface="+mn-ea"/>
          <a:cs typeface="+mn-cs"/>
        </a:defRPr>
      </a:lvl1pPr>
      <a:lvl2pPr marL="457186" algn="l" defTabSz="914373" rtl="0" eaLnBrk="1" latinLnBrk="0" hangingPunct="1">
        <a:defRPr kumimoji="1" sz="1800" kern="1200">
          <a:solidFill>
            <a:schemeClr val="tx1"/>
          </a:solidFill>
          <a:latin typeface="+mn-lt"/>
          <a:ea typeface="+mn-ea"/>
          <a:cs typeface="+mn-cs"/>
        </a:defRPr>
      </a:lvl2pPr>
      <a:lvl3pPr marL="914373" algn="l" defTabSz="914373" rtl="0" eaLnBrk="1" latinLnBrk="0" hangingPunct="1">
        <a:defRPr kumimoji="1" sz="1800" kern="1200">
          <a:solidFill>
            <a:schemeClr val="tx1"/>
          </a:solidFill>
          <a:latin typeface="+mn-lt"/>
          <a:ea typeface="+mn-ea"/>
          <a:cs typeface="+mn-cs"/>
        </a:defRPr>
      </a:lvl3pPr>
      <a:lvl4pPr marL="1371559" algn="l" defTabSz="914373" rtl="0" eaLnBrk="1" latinLnBrk="0" hangingPunct="1">
        <a:defRPr kumimoji="1" sz="1800" kern="1200">
          <a:solidFill>
            <a:schemeClr val="tx1"/>
          </a:solidFill>
          <a:latin typeface="+mn-lt"/>
          <a:ea typeface="+mn-ea"/>
          <a:cs typeface="+mn-cs"/>
        </a:defRPr>
      </a:lvl4pPr>
      <a:lvl5pPr marL="1828745" algn="l" defTabSz="914373" rtl="0" eaLnBrk="1" latinLnBrk="0" hangingPunct="1">
        <a:defRPr kumimoji="1" sz="1800" kern="1200">
          <a:solidFill>
            <a:schemeClr val="tx1"/>
          </a:solidFill>
          <a:latin typeface="+mn-lt"/>
          <a:ea typeface="+mn-ea"/>
          <a:cs typeface="+mn-cs"/>
        </a:defRPr>
      </a:lvl5pPr>
      <a:lvl6pPr marL="2285931" algn="l" defTabSz="914373" rtl="0" eaLnBrk="1" latinLnBrk="0" hangingPunct="1">
        <a:defRPr kumimoji="1" sz="1800" kern="1200">
          <a:solidFill>
            <a:schemeClr val="tx1"/>
          </a:solidFill>
          <a:latin typeface="+mn-lt"/>
          <a:ea typeface="+mn-ea"/>
          <a:cs typeface="+mn-cs"/>
        </a:defRPr>
      </a:lvl6pPr>
      <a:lvl7pPr marL="2743118" algn="l" defTabSz="914373" rtl="0" eaLnBrk="1" latinLnBrk="0" hangingPunct="1">
        <a:defRPr kumimoji="1" sz="1800" kern="1200">
          <a:solidFill>
            <a:schemeClr val="tx1"/>
          </a:solidFill>
          <a:latin typeface="+mn-lt"/>
          <a:ea typeface="+mn-ea"/>
          <a:cs typeface="+mn-cs"/>
        </a:defRPr>
      </a:lvl7pPr>
      <a:lvl8pPr marL="3200304" algn="l" defTabSz="914373" rtl="0" eaLnBrk="1" latinLnBrk="0" hangingPunct="1">
        <a:defRPr kumimoji="1" sz="1800" kern="1200">
          <a:solidFill>
            <a:schemeClr val="tx1"/>
          </a:solidFill>
          <a:latin typeface="+mn-lt"/>
          <a:ea typeface="+mn-ea"/>
          <a:cs typeface="+mn-cs"/>
        </a:defRPr>
      </a:lvl8pPr>
      <a:lvl9pPr marL="3657490" algn="l" defTabSz="914373"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B2D34-078A-FD7E-5C91-B98208D5A9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23391E-9944-17B8-5DD8-233C67290118}"/>
              </a:ext>
            </a:extLst>
          </p:cNvPr>
          <p:cNvSpPr>
            <a:spLocks noGrp="1"/>
          </p:cNvSpPr>
          <p:nvPr>
            <p:ph type="title"/>
          </p:nvPr>
        </p:nvSpPr>
        <p:spPr/>
        <p:txBody>
          <a:bodyPr/>
          <a:lstStyle/>
          <a:p>
            <a:r>
              <a:rPr lang="ja-JP" altLang="en-US" dirty="0"/>
              <a:t>第</a:t>
            </a:r>
            <a:r>
              <a:rPr lang="en-US" altLang="ja-JP" dirty="0"/>
              <a:t>4</a:t>
            </a:r>
            <a:r>
              <a:rPr lang="ja-JP" altLang="en-US" dirty="0"/>
              <a:t>回 システム要件確認会</a:t>
            </a:r>
            <a:endParaRPr kumimoji="1" lang="ja-JP" altLang="en-US" dirty="0"/>
          </a:p>
        </p:txBody>
      </p:sp>
      <p:sp>
        <p:nvSpPr>
          <p:cNvPr id="3" name="フッター プレースホルダー 2">
            <a:extLst>
              <a:ext uri="{FF2B5EF4-FFF2-40B4-BE49-F238E27FC236}">
                <a16:creationId xmlns:a16="http://schemas.microsoft.com/office/drawing/2014/main" id="{0FA6058B-F171-A04D-79AC-35EA6469051D}"/>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B9C158C2-DAA6-CAF6-6BE5-BF5F8FD60204}"/>
              </a:ext>
            </a:extLst>
          </p:cNvPr>
          <p:cNvSpPr>
            <a:spLocks noGrp="1"/>
          </p:cNvSpPr>
          <p:nvPr>
            <p:ph type="sldNum" sz="quarter" idx="12"/>
          </p:nvPr>
        </p:nvSpPr>
        <p:spPr/>
        <p:txBody>
          <a:bodyPr/>
          <a:lstStyle/>
          <a:p>
            <a:fld id="{DCB5AA93-092B-49A1-87A7-3C88D5F38AD7}" type="slidenum">
              <a:rPr lang="ja-JP" altLang="en-US" smtClean="0"/>
              <a:pPr/>
              <a:t>1</a:t>
            </a:fld>
            <a:endParaRPr lang="ja-JP" altLang="en-US"/>
          </a:p>
        </p:txBody>
      </p:sp>
      <p:sp>
        <p:nvSpPr>
          <p:cNvPr id="5" name="テキスト プレースホルダー 4">
            <a:extLst>
              <a:ext uri="{FF2B5EF4-FFF2-40B4-BE49-F238E27FC236}">
                <a16:creationId xmlns:a16="http://schemas.microsoft.com/office/drawing/2014/main" id="{F15673B4-3184-AFE4-1FD2-52C205088E37}"/>
              </a:ext>
            </a:extLst>
          </p:cNvPr>
          <p:cNvSpPr>
            <a:spLocks noGrp="1"/>
          </p:cNvSpPr>
          <p:nvPr>
            <p:ph type="body" sz="quarter" idx="13"/>
          </p:nvPr>
        </p:nvSpPr>
        <p:spPr>
          <a:xfrm>
            <a:off x="407991" y="1127238"/>
            <a:ext cx="11376024" cy="5181490"/>
          </a:xfrm>
        </p:spPr>
        <p:txBody>
          <a:bodyPr>
            <a:normAutofit fontScale="77500" lnSpcReduction="20000"/>
          </a:bodyPr>
          <a:lstStyle/>
          <a:p>
            <a:pPr marL="0" indent="0">
              <a:buNone/>
            </a:pPr>
            <a:r>
              <a:rPr lang="ja-JP" altLang="en-US" sz="2000" b="1" u="sng" dirty="0"/>
              <a:t>主な決定事項・</a:t>
            </a:r>
            <a:r>
              <a:rPr lang="en-US" altLang="ja-JP" sz="2000" b="1" u="sng" dirty="0" err="1"/>
              <a:t>ToDO</a:t>
            </a:r>
            <a:r>
              <a:rPr lang="ja-JP" altLang="en-US" sz="2000" b="1" u="sng" dirty="0"/>
              <a:t>リスト</a:t>
            </a:r>
            <a:endParaRPr lang="en-US" altLang="ja-JP" sz="2000" b="1" u="sng" dirty="0"/>
          </a:p>
          <a:p>
            <a:pPr marL="182563" indent="-182563">
              <a:lnSpc>
                <a:spcPct val="80000"/>
              </a:lnSpc>
              <a:buFont typeface="+mj-lt"/>
              <a:buAutoNum type="arabicPeriod"/>
            </a:pPr>
            <a:r>
              <a:rPr lang="ja-JP" altLang="en-US" sz="1400" dirty="0"/>
              <a:t>データレイアウトの提供</a:t>
            </a:r>
            <a:r>
              <a:rPr lang="en-US" altLang="ja-JP" sz="1400" dirty="0"/>
              <a:t>	(</a:t>
            </a:r>
            <a:r>
              <a:rPr lang="ja-JP" altLang="en-US" sz="1400" dirty="0"/>
              <a:t>担当者：遠藤</a:t>
            </a:r>
            <a:r>
              <a:rPr lang="en-US" altLang="ja-JP" sz="1400" dirty="0"/>
              <a:t>	</a:t>
            </a:r>
            <a:r>
              <a:rPr lang="ja-JP" altLang="en-US" sz="1400" dirty="0"/>
              <a:t>期限：</a:t>
            </a:r>
            <a:r>
              <a:rPr lang="en-US" altLang="ja-JP" sz="1400" dirty="0"/>
              <a:t>2025/10/10(</a:t>
            </a:r>
            <a:r>
              <a:rPr lang="ja-JP" altLang="en-US" sz="1400" dirty="0"/>
              <a:t>金</a:t>
            </a:r>
            <a:r>
              <a:rPr lang="en-US" altLang="ja-JP" sz="1400" dirty="0"/>
              <a:t>))</a:t>
            </a:r>
          </a:p>
          <a:p>
            <a:pPr marL="182563" indent="-182563">
              <a:lnSpc>
                <a:spcPct val="80000"/>
              </a:lnSpc>
              <a:buFont typeface="+mj-lt"/>
              <a:buAutoNum type="arabicPeriod"/>
            </a:pPr>
            <a:r>
              <a:rPr lang="ja-JP" altLang="en-US" sz="1400" dirty="0"/>
              <a:t>機能要件の確定</a:t>
            </a:r>
            <a:r>
              <a:rPr lang="en-US" altLang="ja-JP" sz="1400" dirty="0"/>
              <a:t>	(</a:t>
            </a:r>
            <a:r>
              <a:rPr lang="ja-JP" altLang="en-US" sz="1400" dirty="0"/>
              <a:t>担当者：遠藤</a:t>
            </a:r>
            <a:r>
              <a:rPr lang="en-US" altLang="ja-JP" sz="1400" dirty="0"/>
              <a:t>	</a:t>
            </a:r>
            <a:r>
              <a:rPr lang="ja-JP" altLang="en-US" sz="1400" dirty="0"/>
              <a:t>期限：</a:t>
            </a:r>
            <a:r>
              <a:rPr lang="en-US" altLang="ja-JP" sz="1400" dirty="0"/>
              <a:t>2025/10/10(</a:t>
            </a:r>
            <a:r>
              <a:rPr lang="ja-JP" altLang="en-US" sz="1400" dirty="0"/>
              <a:t>金</a:t>
            </a:r>
            <a:r>
              <a:rPr lang="en-US" altLang="ja-JP" sz="1400" dirty="0"/>
              <a:t>))</a:t>
            </a:r>
          </a:p>
          <a:p>
            <a:pPr marL="0" indent="0">
              <a:buNone/>
            </a:pPr>
            <a:r>
              <a:rPr lang="ja-JP" altLang="en-US" sz="2000" b="1" u="sng" dirty="0"/>
              <a:t>議事内容</a:t>
            </a:r>
            <a:endParaRPr lang="en-US" altLang="ja-JP" sz="2000" b="1" u="sng" dirty="0"/>
          </a:p>
          <a:p>
            <a:pPr marL="0" indent="0">
              <a:lnSpc>
                <a:spcPct val="100000"/>
              </a:lnSpc>
              <a:buNone/>
            </a:pPr>
            <a:r>
              <a:rPr lang="ja-JP" altLang="en-US" sz="1700" b="1" dirty="0"/>
              <a:t>これまでの状況</a:t>
            </a:r>
            <a:endParaRPr lang="en-US" altLang="ja-JP" sz="1700" b="1" dirty="0"/>
          </a:p>
          <a:p>
            <a:pPr marL="182563" indent="-182563">
              <a:lnSpc>
                <a:spcPct val="80000"/>
              </a:lnSpc>
            </a:pPr>
            <a:r>
              <a:rPr lang="ja-JP" altLang="en-US" sz="1500" dirty="0"/>
              <a:t>役員報告前に新システムの要件を確認することは可能か．</a:t>
            </a:r>
            <a:r>
              <a:rPr lang="en-US" altLang="ja-JP" sz="1500" dirty="0"/>
              <a:t>(</a:t>
            </a:r>
            <a:r>
              <a:rPr lang="ja-JP" altLang="en-US" sz="1500" dirty="0"/>
              <a:t>遠藤</a:t>
            </a:r>
            <a:r>
              <a:rPr lang="en-US" altLang="ja-JP" sz="1500" dirty="0"/>
              <a:t>)</a:t>
            </a:r>
          </a:p>
          <a:p>
            <a:pPr marL="358775" lvl="1" indent="-176213">
              <a:lnSpc>
                <a:spcPct val="80000"/>
              </a:lnSpc>
              <a:buFont typeface="Wingdings" panose="05000000000000000000" pitchFamily="2" charset="2"/>
              <a:buChar char="ü"/>
            </a:pPr>
            <a:r>
              <a:rPr lang="ja-JP" altLang="en-US" sz="1500" dirty="0"/>
              <a:t>作成中のため提示はできない．</a:t>
            </a:r>
            <a:r>
              <a:rPr lang="en-US" altLang="ja-JP" sz="1500" dirty="0"/>
              <a:t>(</a:t>
            </a:r>
            <a:r>
              <a:rPr lang="ja-JP" altLang="en-US" sz="1500" dirty="0"/>
              <a:t>遠藤</a:t>
            </a:r>
            <a:r>
              <a:rPr lang="en-US" altLang="ja-JP" sz="1500" dirty="0"/>
              <a:t>)</a:t>
            </a:r>
          </a:p>
          <a:p>
            <a:pPr marL="0" indent="0">
              <a:lnSpc>
                <a:spcPct val="120000"/>
              </a:lnSpc>
              <a:buNone/>
            </a:pPr>
            <a:r>
              <a:rPr lang="ja-JP" altLang="en-US" sz="1700" b="1" dirty="0"/>
              <a:t>提供チャネルの定義</a:t>
            </a:r>
            <a:endParaRPr lang="en-US" altLang="ja-JP" sz="1700" b="1" dirty="0"/>
          </a:p>
          <a:p>
            <a:pPr marL="182563" lvl="0" indent="-182563">
              <a:lnSpc>
                <a:spcPct val="90000"/>
              </a:lnSpc>
            </a:pPr>
            <a:r>
              <a:rPr lang="ja-JP" altLang="ja-JP" sz="1500" dirty="0"/>
              <a:t>グループ全体としてオンラインショッピングのあるべき機能，既存の代理店が抱える販路を活用するマーケティングを考えている．</a:t>
            </a:r>
            <a:r>
              <a:rPr lang="en-US" altLang="ja-JP" sz="1500" dirty="0"/>
              <a:t>(</a:t>
            </a:r>
            <a:r>
              <a:rPr lang="ja-JP" altLang="ja-JP" sz="1500" dirty="0"/>
              <a:t>遠藤</a:t>
            </a:r>
            <a:r>
              <a:rPr lang="en-US" altLang="ja-JP" sz="1500" dirty="0"/>
              <a:t>)</a:t>
            </a:r>
            <a:endParaRPr lang="ja-JP" altLang="ja-JP" sz="1500" dirty="0"/>
          </a:p>
          <a:p>
            <a:pPr marL="182563" lvl="0" indent="-182563">
              <a:lnSpc>
                <a:spcPct val="90000"/>
              </a:lnSpc>
            </a:pPr>
            <a:r>
              <a:rPr lang="ja-JP" altLang="ja-JP" sz="1500" dirty="0"/>
              <a:t>対面販売は全体</a:t>
            </a:r>
            <a:r>
              <a:rPr lang="en-US" altLang="ja-JP" sz="1500" dirty="0"/>
              <a:t>4</a:t>
            </a:r>
            <a:r>
              <a:rPr lang="ja-JP" altLang="ja-JP" sz="1500" dirty="0"/>
              <a:t>割を占め，今後も存続させる必要がある．モバイルによる販路も需要および今後の将来性から検討に含めて</a:t>
            </a:r>
            <a:r>
              <a:rPr lang="ja-JP" altLang="en-US" sz="1500" dirty="0"/>
              <a:t>いると</a:t>
            </a:r>
            <a:r>
              <a:rPr lang="ja-JP" altLang="ja-JP" sz="1500" dirty="0"/>
              <a:t>遠藤</a:t>
            </a:r>
            <a:r>
              <a:rPr lang="ja-JP" altLang="en-US" sz="1500" dirty="0"/>
              <a:t>さん</a:t>
            </a:r>
            <a:r>
              <a:rPr lang="ja-JP" altLang="ja-JP" sz="1500" dirty="0"/>
              <a:t>も認識している．</a:t>
            </a:r>
            <a:r>
              <a:rPr lang="en-US" altLang="ja-JP" sz="1500" dirty="0"/>
              <a:t>(</a:t>
            </a:r>
            <a:r>
              <a:rPr lang="ja-JP" altLang="ja-JP" sz="1500" dirty="0"/>
              <a:t>遠藤</a:t>
            </a:r>
            <a:r>
              <a:rPr lang="en-US" altLang="ja-JP" sz="1500" dirty="0"/>
              <a:t>)</a:t>
            </a:r>
            <a:endParaRPr lang="ja-JP" altLang="ja-JP" sz="1500" dirty="0"/>
          </a:p>
          <a:p>
            <a:pPr marL="182563" lvl="0" indent="-182563">
              <a:lnSpc>
                <a:spcPct val="90000"/>
              </a:lnSpc>
            </a:pPr>
            <a:r>
              <a:rPr lang="ja-JP" altLang="ja-JP" sz="1500" dirty="0"/>
              <a:t>グッズ販売は本社もしくは代理店に集約すべきものの，両者とも実現可能性に疑問がある．</a:t>
            </a:r>
            <a:r>
              <a:rPr lang="en-US" altLang="ja-JP" sz="1500" dirty="0"/>
              <a:t>(</a:t>
            </a:r>
            <a:r>
              <a:rPr lang="ja-JP" altLang="ja-JP" sz="1500" dirty="0"/>
              <a:t>遠藤</a:t>
            </a:r>
            <a:r>
              <a:rPr lang="en-US" altLang="ja-JP" sz="1500" dirty="0"/>
              <a:t>)</a:t>
            </a:r>
          </a:p>
          <a:p>
            <a:pPr marL="358775" lvl="1" indent="-176213">
              <a:buFont typeface="Wingdings" panose="05000000000000000000" pitchFamily="2" charset="2"/>
              <a:buChar char="ü"/>
            </a:pPr>
            <a:r>
              <a:rPr lang="ja-JP" altLang="ja-JP" sz="1500" dirty="0"/>
              <a:t>たとえばオンラインショッピングでグッズのクロスセルができれば，マーケティングの協業が可能と考える．</a:t>
            </a:r>
            <a:r>
              <a:rPr lang="en-US" altLang="ja-JP" sz="1500" dirty="0"/>
              <a:t>(</a:t>
            </a:r>
            <a:r>
              <a:rPr lang="ja-JP" altLang="ja-JP" sz="1500" dirty="0"/>
              <a:t>遠藤</a:t>
            </a:r>
            <a:r>
              <a:rPr lang="en-US" altLang="ja-JP" sz="1500" dirty="0"/>
              <a:t>)</a:t>
            </a:r>
          </a:p>
          <a:p>
            <a:pPr marL="358775" lvl="1" indent="-176213">
              <a:buFont typeface="Wingdings" panose="05000000000000000000" pitchFamily="2" charset="2"/>
              <a:buChar char="ü"/>
            </a:pPr>
            <a:r>
              <a:rPr lang="ja-JP" altLang="ja-JP" sz="1500" dirty="0"/>
              <a:t>代理店では現在の会員をどのように活かすか検討している段階であり，本社との会員情報共有は前向きに考えたい．</a:t>
            </a:r>
            <a:r>
              <a:rPr lang="en-US" altLang="ja-JP" sz="1500" dirty="0"/>
              <a:t>(</a:t>
            </a:r>
            <a:r>
              <a:rPr lang="ja-JP" altLang="ja-JP" sz="1500" dirty="0"/>
              <a:t>遠藤</a:t>
            </a:r>
            <a:r>
              <a:rPr lang="en-US" altLang="ja-JP" sz="1500" dirty="0"/>
              <a:t>)</a:t>
            </a:r>
          </a:p>
          <a:p>
            <a:pPr marL="0" indent="0">
              <a:lnSpc>
                <a:spcPct val="120000"/>
              </a:lnSpc>
              <a:buNone/>
            </a:pPr>
            <a:r>
              <a:rPr lang="ja-JP" altLang="en-US" sz="1700" b="1" dirty="0"/>
              <a:t>提供チャネルの定義</a:t>
            </a:r>
            <a:endParaRPr lang="en-US" altLang="ja-JP" sz="1700" b="1" dirty="0"/>
          </a:p>
          <a:p>
            <a:pPr marL="182563" lvl="0" indent="-182563">
              <a:lnSpc>
                <a:spcPct val="80000"/>
              </a:lnSpc>
            </a:pPr>
            <a:r>
              <a:rPr lang="ja-JP" altLang="ja-JP" sz="1500" dirty="0"/>
              <a:t>グループ全体としてオンラインショッピングのあるべき機能，既存の代理店が抱える販路を活用するマーケティングを考えている．</a:t>
            </a:r>
            <a:r>
              <a:rPr lang="en-US" altLang="ja-JP" sz="1500" dirty="0"/>
              <a:t>(</a:t>
            </a:r>
            <a:r>
              <a:rPr lang="ja-JP" altLang="ja-JP" sz="1500" dirty="0"/>
              <a:t>遠藤</a:t>
            </a:r>
            <a:r>
              <a:rPr lang="en-US" altLang="ja-JP" sz="1500" dirty="0"/>
              <a:t>)</a:t>
            </a:r>
            <a:endParaRPr lang="ja-JP" altLang="ja-JP" sz="1500" dirty="0"/>
          </a:p>
          <a:p>
            <a:pPr marL="182563" lvl="0" indent="-182563">
              <a:lnSpc>
                <a:spcPct val="90000"/>
              </a:lnSpc>
            </a:pPr>
            <a:r>
              <a:rPr lang="ja-JP" altLang="ja-JP" sz="1500" dirty="0"/>
              <a:t>対面販売は全体</a:t>
            </a:r>
            <a:r>
              <a:rPr lang="en-US" altLang="ja-JP" sz="1500" dirty="0"/>
              <a:t>4</a:t>
            </a:r>
            <a:r>
              <a:rPr lang="ja-JP" altLang="ja-JP" sz="1500" dirty="0"/>
              <a:t>割を占め，今後も存続させる必要がある．モバイルによる販路も需要および今後の将来性から検討に含めて</a:t>
            </a:r>
            <a:r>
              <a:rPr lang="ja-JP" altLang="en-US" sz="1500" dirty="0"/>
              <a:t>いると</a:t>
            </a:r>
            <a:r>
              <a:rPr lang="ja-JP" altLang="ja-JP" sz="1500" dirty="0"/>
              <a:t>遠藤</a:t>
            </a:r>
            <a:r>
              <a:rPr lang="ja-JP" altLang="en-US" sz="1500" dirty="0"/>
              <a:t>さん</a:t>
            </a:r>
            <a:r>
              <a:rPr lang="ja-JP" altLang="ja-JP" sz="1500" dirty="0"/>
              <a:t>も認識している．</a:t>
            </a:r>
            <a:r>
              <a:rPr lang="en-US" altLang="ja-JP" sz="1500" dirty="0"/>
              <a:t>(</a:t>
            </a:r>
            <a:r>
              <a:rPr lang="ja-JP" altLang="ja-JP" sz="1500" dirty="0"/>
              <a:t>遠藤</a:t>
            </a:r>
            <a:r>
              <a:rPr lang="en-US" altLang="ja-JP" sz="1500" dirty="0"/>
              <a:t>)</a:t>
            </a:r>
            <a:endParaRPr lang="ja-JP" altLang="ja-JP" sz="1500" dirty="0"/>
          </a:p>
          <a:p>
            <a:pPr marL="182563" lvl="0" indent="-182563">
              <a:lnSpc>
                <a:spcPct val="80000"/>
              </a:lnSpc>
            </a:pPr>
            <a:r>
              <a:rPr lang="ja-JP" altLang="ja-JP" sz="1500" dirty="0"/>
              <a:t>グッズ販売は本社もしくは代理店に集約すべきものの，両者とも実現可能性に疑問がある．</a:t>
            </a:r>
            <a:r>
              <a:rPr lang="en-US" altLang="ja-JP" sz="1500" dirty="0"/>
              <a:t>(</a:t>
            </a:r>
            <a:r>
              <a:rPr lang="ja-JP" altLang="ja-JP" sz="1500" dirty="0"/>
              <a:t>遠藤</a:t>
            </a:r>
            <a:r>
              <a:rPr lang="en-US" altLang="ja-JP" sz="1500" dirty="0"/>
              <a:t>)</a:t>
            </a:r>
          </a:p>
          <a:p>
            <a:pPr marL="358775" lvl="1" indent="-176213">
              <a:lnSpc>
                <a:spcPct val="80000"/>
              </a:lnSpc>
              <a:buFont typeface="Wingdings" panose="05000000000000000000" pitchFamily="2" charset="2"/>
              <a:buChar char="ü"/>
            </a:pPr>
            <a:r>
              <a:rPr lang="ja-JP" altLang="ja-JP" sz="1500" dirty="0"/>
              <a:t>たとえばオンラインショッピングでグッズのクロスセルができれば，マーケティングの協業が可能と考える．</a:t>
            </a:r>
            <a:r>
              <a:rPr lang="en-US" altLang="ja-JP" sz="1500" dirty="0"/>
              <a:t>(</a:t>
            </a:r>
            <a:r>
              <a:rPr lang="ja-JP" altLang="ja-JP" sz="1500" dirty="0"/>
              <a:t>遠藤</a:t>
            </a:r>
            <a:r>
              <a:rPr lang="en-US" altLang="ja-JP" sz="1500" dirty="0"/>
              <a:t>)</a:t>
            </a:r>
          </a:p>
          <a:p>
            <a:pPr marL="358775" lvl="1" indent="-176213">
              <a:lnSpc>
                <a:spcPct val="80000"/>
              </a:lnSpc>
              <a:buFont typeface="Wingdings" panose="05000000000000000000" pitchFamily="2" charset="2"/>
              <a:buChar char="ü"/>
            </a:pPr>
            <a:r>
              <a:rPr lang="ja-JP" altLang="ja-JP" sz="1500" dirty="0"/>
              <a:t>代理店では現在の会員をどのように活かすか検討している段階であり，本社との会員情報共有は前向きに考えたい．</a:t>
            </a:r>
            <a:r>
              <a:rPr lang="en-US" altLang="ja-JP" sz="1500" dirty="0"/>
              <a:t>(</a:t>
            </a:r>
            <a:r>
              <a:rPr lang="ja-JP" altLang="ja-JP" sz="1500" dirty="0"/>
              <a:t>遠藤</a:t>
            </a:r>
            <a:r>
              <a:rPr lang="en-US" altLang="ja-JP" sz="1500" dirty="0"/>
              <a:t>)</a:t>
            </a:r>
            <a:endParaRPr lang="ja-JP" altLang="ja-JP" sz="1500" dirty="0"/>
          </a:p>
          <a:p>
            <a:endParaRPr kumimoji="1" lang="ja-JP" altLang="en-US" dirty="0"/>
          </a:p>
        </p:txBody>
      </p:sp>
      <p:sp>
        <p:nvSpPr>
          <p:cNvPr id="6" name="テキスト ボックス 5">
            <a:extLst>
              <a:ext uri="{FF2B5EF4-FFF2-40B4-BE49-F238E27FC236}">
                <a16:creationId xmlns:a16="http://schemas.microsoft.com/office/drawing/2014/main" id="{6FB8AC92-AEB7-2E65-9C88-E0D62A22A8AC}"/>
              </a:ext>
            </a:extLst>
          </p:cNvPr>
          <p:cNvSpPr txBox="1"/>
          <p:nvPr/>
        </p:nvSpPr>
        <p:spPr>
          <a:xfrm>
            <a:off x="9257682" y="1127240"/>
            <a:ext cx="2526333" cy="1246495"/>
          </a:xfrm>
          <a:prstGeom prst="rect">
            <a:avLst/>
          </a:prstGeom>
          <a:noFill/>
        </p:spPr>
        <p:txBody>
          <a:bodyPr wrap="none" lIns="0" tIns="0" rIns="0" bIns="0" rtlCol="0">
            <a:spAutoFit/>
          </a:bodyPr>
          <a:lstStyle/>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日時：</a:t>
            </a:r>
            <a:r>
              <a:rPr lang="en-US" altLang="ja-JP" sz="900" dirty="0">
                <a:latin typeface="BIZ UDPゴシック" panose="020B0400000000000000" pitchFamily="50" charset="-128"/>
                <a:ea typeface="BIZ UDPゴシック" panose="020B0400000000000000" pitchFamily="50" charset="-128"/>
              </a:rPr>
              <a:t>2025/10/02(</a:t>
            </a:r>
            <a:r>
              <a:rPr lang="ja-JP" altLang="en-US" sz="900" dirty="0">
                <a:latin typeface="BIZ UDPゴシック" panose="020B0400000000000000" pitchFamily="50" charset="-128"/>
                <a:ea typeface="BIZ UDPゴシック" panose="020B0400000000000000" pitchFamily="50" charset="-128"/>
              </a:rPr>
              <a:t>火</a:t>
            </a:r>
            <a:r>
              <a:rPr lang="en-US" altLang="ja-JP" sz="900" dirty="0">
                <a:latin typeface="BIZ UDPゴシック" panose="020B0400000000000000" pitchFamily="50" charset="-128"/>
                <a:ea typeface="BIZ UDPゴシック" panose="020B0400000000000000" pitchFamily="50" charset="-128"/>
              </a:rPr>
              <a:t>) 15:00 – 16:00</a:t>
            </a: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出席者：</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A</a:t>
            </a:r>
            <a:r>
              <a:rPr lang="ja-JP" altLang="en-US" sz="900" dirty="0">
                <a:latin typeface="BIZ UDPゴシック" panose="020B0400000000000000" pitchFamily="50" charset="-128"/>
                <a:ea typeface="BIZ UDPゴシック" panose="020B0400000000000000" pitchFamily="50" charset="-128"/>
              </a:rPr>
              <a:t>社：遠藤</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B</a:t>
            </a:r>
            <a:r>
              <a:rPr lang="ja-JP" altLang="en-US" sz="900" dirty="0">
                <a:latin typeface="BIZ UDPゴシック" panose="020B0400000000000000" pitchFamily="50" charset="-128"/>
                <a:ea typeface="BIZ UDPゴシック" panose="020B0400000000000000" pitchFamily="50" charset="-128"/>
              </a:rPr>
              <a:t>社：遠藤</a:t>
            </a:r>
            <a:endParaRPr lang="en-US" altLang="ja-JP" sz="900" dirty="0">
              <a:latin typeface="BIZ UDPゴシック" panose="020B0400000000000000" pitchFamily="50" charset="-128"/>
              <a:ea typeface="BIZ UDPゴシック" panose="020B0400000000000000" pitchFamily="50" charset="-128"/>
            </a:endParaRP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議題：</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前回までの対応状況</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情報共有アイテム</a:t>
            </a:r>
            <a:endParaRPr lang="en-US" altLang="ja-JP" sz="900" dirty="0">
              <a:latin typeface="BIZ UDPゴシック" panose="020B0400000000000000" pitchFamily="50" charset="-128"/>
              <a:ea typeface="BIZ UDPゴシック" panose="020B0400000000000000" pitchFamily="50" charset="-128"/>
            </a:endParaRP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会議資料：</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20251002_</a:t>
            </a:r>
            <a:r>
              <a:rPr lang="ja-JP" altLang="en-US" sz="900" dirty="0">
                <a:latin typeface="BIZ UDPゴシック" panose="020B0400000000000000" pitchFamily="50" charset="-128"/>
                <a:ea typeface="BIZ UDPゴシック" panose="020B0400000000000000" pitchFamily="50" charset="-128"/>
              </a:rPr>
              <a:t>部内会議</a:t>
            </a:r>
            <a:r>
              <a:rPr lang="en-US" altLang="ja-JP" sz="900" dirty="0">
                <a:latin typeface="BIZ UDPゴシック" panose="020B0400000000000000" pitchFamily="50" charset="-128"/>
                <a:ea typeface="BIZ UDPゴシック" panose="020B0400000000000000" pitchFamily="50" charset="-128"/>
              </a:rPr>
              <a:t>.pptx</a:t>
            </a:r>
          </a:p>
        </p:txBody>
      </p:sp>
    </p:spTree>
    <p:extLst>
      <p:ext uri="{BB962C8B-B14F-4D97-AF65-F5344CB8AC3E}">
        <p14:creationId xmlns:p14="http://schemas.microsoft.com/office/powerpoint/2010/main" val="2578342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5D49D-B9F2-3608-9C7E-8034B029DD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5D5F4F-7AE4-6803-98AF-C0460B92687F}"/>
              </a:ext>
            </a:extLst>
          </p:cNvPr>
          <p:cNvSpPr>
            <a:spLocks noGrp="1"/>
          </p:cNvSpPr>
          <p:nvPr>
            <p:ph type="title"/>
          </p:nvPr>
        </p:nvSpPr>
        <p:spPr/>
        <p:txBody>
          <a:bodyPr/>
          <a:lstStyle/>
          <a:p>
            <a:r>
              <a:rPr kumimoji="1" lang="ja-JP" altLang="en-US" dirty="0"/>
              <a:t>浜通り地域の産業集積状況の把握を目的に、福島県の産業実態調査を実施した</a:t>
            </a:r>
          </a:p>
        </p:txBody>
      </p:sp>
      <p:sp>
        <p:nvSpPr>
          <p:cNvPr id="3" name="フッター プレースホルダー 2">
            <a:extLst>
              <a:ext uri="{FF2B5EF4-FFF2-40B4-BE49-F238E27FC236}">
                <a16:creationId xmlns:a16="http://schemas.microsoft.com/office/drawing/2014/main" id="{81BE4F13-85E0-407A-2F76-FC450343BA69}"/>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927B6A32-F857-C36F-F3FE-A924E514616D}"/>
              </a:ext>
            </a:extLst>
          </p:cNvPr>
          <p:cNvSpPr>
            <a:spLocks noGrp="1"/>
          </p:cNvSpPr>
          <p:nvPr>
            <p:ph type="sldNum" sz="quarter" idx="12"/>
          </p:nvPr>
        </p:nvSpPr>
        <p:spPr/>
        <p:txBody>
          <a:bodyPr/>
          <a:lstStyle/>
          <a:p>
            <a:fld id="{DCB5AA93-092B-49A1-87A7-3C88D5F38AD7}" type="slidenum">
              <a:rPr lang="ja-JP" altLang="en-US" smtClean="0"/>
              <a:pPr/>
              <a:t>2</a:t>
            </a:fld>
            <a:endParaRPr lang="ja-JP" altLang="en-US"/>
          </a:p>
        </p:txBody>
      </p:sp>
      <p:sp>
        <p:nvSpPr>
          <p:cNvPr id="5" name="テキスト プレースホルダー 4">
            <a:extLst>
              <a:ext uri="{FF2B5EF4-FFF2-40B4-BE49-F238E27FC236}">
                <a16:creationId xmlns:a16="http://schemas.microsoft.com/office/drawing/2014/main" id="{622BF76D-C6BB-A752-4301-EF601845AA9B}"/>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FBCBF747-DA26-418B-6ADE-A6E384A8033C}"/>
              </a:ext>
            </a:extLst>
          </p:cNvPr>
          <p:cNvSpPr txBox="1"/>
          <p:nvPr/>
        </p:nvSpPr>
        <p:spPr>
          <a:xfrm>
            <a:off x="407987" y="1353935"/>
            <a:ext cx="2011015" cy="215444"/>
          </a:xfrm>
          <a:prstGeom prst="rect">
            <a:avLst/>
          </a:prstGeom>
          <a:noFill/>
        </p:spPr>
        <p:txBody>
          <a:bodyPr wrap="square" lIns="0" tIns="0" rIns="0" bIns="0" rtlCol="0" anchor="t" anchorCtr="0">
            <a:spAutoFit/>
          </a:bodyPr>
          <a:lstStyle/>
          <a:p>
            <a:pPr algn="l"/>
            <a:r>
              <a:rPr kumimoji="1" lang="ja-JP" altLang="en-US" sz="1400" b="1" dirty="0">
                <a:solidFill>
                  <a:schemeClr val="accent1"/>
                </a:solidFill>
                <a:latin typeface="BIZ UDPゴシック" panose="020B0400000000000000" pitchFamily="50" charset="-128"/>
                <a:ea typeface="BIZ UDPゴシック" panose="020B0400000000000000" pitchFamily="50" charset="-128"/>
              </a:rPr>
              <a:t>背景</a:t>
            </a:r>
          </a:p>
        </p:txBody>
      </p:sp>
      <p:sp>
        <p:nvSpPr>
          <p:cNvPr id="23" name="テキスト ボックス 22">
            <a:extLst>
              <a:ext uri="{FF2B5EF4-FFF2-40B4-BE49-F238E27FC236}">
                <a16:creationId xmlns:a16="http://schemas.microsoft.com/office/drawing/2014/main" id="{1872857B-2D11-B4C2-04A7-30063501D34B}"/>
              </a:ext>
            </a:extLst>
          </p:cNvPr>
          <p:cNvSpPr txBox="1"/>
          <p:nvPr/>
        </p:nvSpPr>
        <p:spPr>
          <a:xfrm>
            <a:off x="407984" y="1705748"/>
            <a:ext cx="5278118" cy="2585323"/>
          </a:xfrm>
          <a:prstGeom prst="rect">
            <a:avLst/>
          </a:prstGeom>
          <a:noFill/>
          <a:ln w="19050">
            <a:noFill/>
          </a:ln>
        </p:spPr>
        <p:txBody>
          <a:bodyPr wrap="square" lIns="0" tIns="0" rIns="0" bIns="0" rtlCol="0" anchor="t" anchorCtr="0">
            <a:spAutoFit/>
          </a:bodyPr>
          <a:lstStyle/>
          <a:p>
            <a:pPr marL="285750" indent="-285750"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9" name="直線コネクタ 8">
            <a:extLst>
              <a:ext uri="{FF2B5EF4-FFF2-40B4-BE49-F238E27FC236}">
                <a16:creationId xmlns:a16="http://schemas.microsoft.com/office/drawing/2014/main" id="{CAEE74A6-CB74-A939-927E-6974048B4933}"/>
              </a:ext>
            </a:extLst>
          </p:cNvPr>
          <p:cNvCxnSpPr>
            <a:cxnSpLocks/>
          </p:cNvCxnSpPr>
          <p:nvPr/>
        </p:nvCxnSpPr>
        <p:spPr>
          <a:xfrm flipV="1">
            <a:off x="6096000" y="1508658"/>
            <a:ext cx="0" cy="48000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66F4740-EF9F-DAA8-25A4-9CCC9A7C9332}"/>
              </a:ext>
            </a:extLst>
          </p:cNvPr>
          <p:cNvSpPr txBox="1"/>
          <p:nvPr/>
        </p:nvSpPr>
        <p:spPr>
          <a:xfrm>
            <a:off x="6505902" y="1353935"/>
            <a:ext cx="2011015" cy="215444"/>
          </a:xfrm>
          <a:prstGeom prst="rect">
            <a:avLst/>
          </a:prstGeom>
          <a:noFill/>
        </p:spPr>
        <p:txBody>
          <a:bodyPr wrap="square" lIns="0" tIns="0" rIns="0" bIns="0" rtlCol="0" anchor="t" anchorCtr="0">
            <a:spAutoFit/>
          </a:bodyPr>
          <a:lstStyle/>
          <a:p>
            <a:pPr algn="l"/>
            <a:r>
              <a:rPr lang="ja-JP" altLang="en-US" sz="1400" b="1" dirty="0">
                <a:solidFill>
                  <a:schemeClr val="accent1"/>
                </a:solidFill>
                <a:latin typeface="BIZ UDPゴシック" panose="020B0400000000000000" pitchFamily="50" charset="-128"/>
                <a:ea typeface="BIZ UDPゴシック" panose="020B0400000000000000" pitchFamily="50" charset="-128"/>
              </a:rPr>
              <a:t>目的</a:t>
            </a:r>
            <a:endParaRPr kumimoji="1" lang="ja-JP" altLang="en-US" sz="1400" b="1" dirty="0">
              <a:solidFill>
                <a:schemeClr val="accent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34620E23-704B-B92F-0DE5-FB52F928D08A}"/>
              </a:ext>
            </a:extLst>
          </p:cNvPr>
          <p:cNvSpPr txBox="1"/>
          <p:nvPr/>
        </p:nvSpPr>
        <p:spPr>
          <a:xfrm>
            <a:off x="6505899" y="1705748"/>
            <a:ext cx="5278118" cy="1292662"/>
          </a:xfrm>
          <a:prstGeom prst="rect">
            <a:avLst/>
          </a:prstGeom>
          <a:noFill/>
          <a:ln w="19050">
            <a:noFill/>
          </a:ln>
        </p:spPr>
        <p:txBody>
          <a:bodyPr wrap="square" lIns="0" tIns="0" rIns="0" bIns="0" rtlCol="0" anchor="t" anchorCtr="0">
            <a:spAutoFit/>
          </a:bodyPr>
          <a:lstStyle/>
          <a:p>
            <a:pPr marL="285750"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664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32FA-701D-0DC5-C91B-BFB6119B84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7BAE79-4B5B-B18F-6F11-353297511B60}"/>
              </a:ext>
            </a:extLst>
          </p:cNvPr>
          <p:cNvSpPr>
            <a:spLocks noGrp="1"/>
          </p:cNvSpPr>
          <p:nvPr>
            <p:ph type="title"/>
          </p:nvPr>
        </p:nvSpPr>
        <p:spPr/>
        <p:txBody>
          <a:bodyPr/>
          <a:lstStyle/>
          <a:p>
            <a:r>
              <a:rPr kumimoji="1" lang="ja-JP" altLang="en-US" dirty="0"/>
              <a:t>本事業の背景</a:t>
            </a:r>
            <a:r>
              <a:rPr kumimoji="1" lang="en-US" altLang="ja-JP" dirty="0"/>
              <a:t>/</a:t>
            </a:r>
            <a:r>
              <a:rPr kumimoji="1" lang="ja-JP" altLang="en-US" dirty="0"/>
              <a:t>目的 と 基本方針</a:t>
            </a:r>
          </a:p>
        </p:txBody>
      </p:sp>
      <p:sp>
        <p:nvSpPr>
          <p:cNvPr id="3" name="フッター プレースホルダー 2">
            <a:extLst>
              <a:ext uri="{FF2B5EF4-FFF2-40B4-BE49-F238E27FC236}">
                <a16:creationId xmlns:a16="http://schemas.microsoft.com/office/drawing/2014/main" id="{41AAFB23-94AF-85DF-68F6-E03DA7E3E77B}"/>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D60460E-39BC-61C6-AD64-1ECF139539AB}"/>
              </a:ext>
            </a:extLst>
          </p:cNvPr>
          <p:cNvSpPr>
            <a:spLocks noGrp="1"/>
          </p:cNvSpPr>
          <p:nvPr>
            <p:ph type="sldNum" sz="quarter" idx="12"/>
          </p:nvPr>
        </p:nvSpPr>
        <p:spPr/>
        <p:txBody>
          <a:bodyPr/>
          <a:lstStyle/>
          <a:p>
            <a:fld id="{DCB5AA93-092B-49A1-87A7-3C88D5F38AD7}" type="slidenum">
              <a:rPr lang="ja-JP" altLang="en-US" smtClean="0"/>
              <a:pPr/>
              <a:t>3</a:t>
            </a:fld>
            <a:endParaRPr lang="ja-JP" altLang="en-US"/>
          </a:p>
        </p:txBody>
      </p:sp>
      <p:sp>
        <p:nvSpPr>
          <p:cNvPr id="5" name="テキスト プレースホルダー 4">
            <a:extLst>
              <a:ext uri="{FF2B5EF4-FFF2-40B4-BE49-F238E27FC236}">
                <a16:creationId xmlns:a16="http://schemas.microsoft.com/office/drawing/2014/main" id="{006EB738-6271-58BF-C923-7DC51DD7EFB5}"/>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721C143A-6AB3-D0DC-715D-351BB20DD24F}"/>
              </a:ext>
            </a:extLst>
          </p:cNvPr>
          <p:cNvSpPr txBox="1"/>
          <p:nvPr/>
        </p:nvSpPr>
        <p:spPr>
          <a:xfrm>
            <a:off x="407987" y="1353935"/>
            <a:ext cx="2011015" cy="276999"/>
          </a:xfrm>
          <a:prstGeom prst="rect">
            <a:avLst/>
          </a:prstGeom>
          <a:noFill/>
        </p:spPr>
        <p:txBody>
          <a:bodyPr wrap="square" lIns="0" tIns="0" rIns="0" bIns="0" rtlCol="0" anchor="t" anchorCtr="0">
            <a:spAutoFit/>
          </a:bodyPr>
          <a:lstStyle/>
          <a:p>
            <a:pPr algn="l"/>
            <a:r>
              <a:rPr kumimoji="1" lang="ja-JP" altLang="en-US" dirty="0">
                <a:latin typeface="BIZ UDPゴシック" panose="020B0400000000000000" pitchFamily="50" charset="-128"/>
                <a:ea typeface="BIZ UDPゴシック" panose="020B0400000000000000" pitchFamily="50" charset="-128"/>
              </a:rPr>
              <a:t>背景</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目的</a:t>
            </a:r>
          </a:p>
        </p:txBody>
      </p:sp>
      <p:sp>
        <p:nvSpPr>
          <p:cNvPr id="23" name="テキスト ボックス 22">
            <a:extLst>
              <a:ext uri="{FF2B5EF4-FFF2-40B4-BE49-F238E27FC236}">
                <a16:creationId xmlns:a16="http://schemas.microsoft.com/office/drawing/2014/main" id="{F0397372-FC14-E744-D69C-F4F94A482DD7}"/>
              </a:ext>
            </a:extLst>
          </p:cNvPr>
          <p:cNvSpPr txBox="1"/>
          <p:nvPr/>
        </p:nvSpPr>
        <p:spPr>
          <a:xfrm>
            <a:off x="407984" y="1705748"/>
            <a:ext cx="5278118" cy="2369880"/>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本事業の背景：</a:t>
            </a:r>
            <a:endParaRPr lang="en-US" altLang="ja-JP" sz="1400" b="1"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marL="182563" algn="l"/>
            <a:endParaRPr kumimoji="1" lang="en-US" altLang="ja-JP" sz="1400"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6" name="直線コネクタ 5">
            <a:extLst>
              <a:ext uri="{FF2B5EF4-FFF2-40B4-BE49-F238E27FC236}">
                <a16:creationId xmlns:a16="http://schemas.microsoft.com/office/drawing/2014/main" id="{516089CE-8845-D21E-2796-C0C834F41A9A}"/>
              </a:ext>
            </a:extLst>
          </p:cNvPr>
          <p:cNvCxnSpPr>
            <a:cxnSpLocks/>
          </p:cNvCxnSpPr>
          <p:nvPr/>
        </p:nvCxnSpPr>
        <p:spPr>
          <a:xfrm>
            <a:off x="407984" y="1628775"/>
            <a:ext cx="527811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EDBCB8F4-3093-17AC-6994-EE21902A8833}"/>
              </a:ext>
            </a:extLst>
          </p:cNvPr>
          <p:cNvCxnSpPr>
            <a:cxnSpLocks/>
          </p:cNvCxnSpPr>
          <p:nvPr/>
        </p:nvCxnSpPr>
        <p:spPr>
          <a:xfrm flipV="1">
            <a:off x="6096000" y="1508658"/>
            <a:ext cx="0" cy="48000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D4B41B5F-564B-B606-032F-FE7B3709833C}"/>
              </a:ext>
            </a:extLst>
          </p:cNvPr>
          <p:cNvSpPr txBox="1"/>
          <p:nvPr/>
        </p:nvSpPr>
        <p:spPr>
          <a:xfrm>
            <a:off x="407984" y="4441891"/>
            <a:ext cx="5278118" cy="1508105"/>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本事業の目的：</a:t>
            </a:r>
            <a:endParaRPr lang="en-US" altLang="ja-JP" sz="1400" b="1"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44866F0E-3E45-0465-962E-37137D1E1BED}"/>
              </a:ext>
            </a:extLst>
          </p:cNvPr>
          <p:cNvSpPr txBox="1"/>
          <p:nvPr/>
        </p:nvSpPr>
        <p:spPr>
          <a:xfrm>
            <a:off x="6505902" y="1353935"/>
            <a:ext cx="2011015" cy="276999"/>
          </a:xfrm>
          <a:prstGeom prst="rect">
            <a:avLst/>
          </a:prstGeom>
          <a:noFill/>
        </p:spPr>
        <p:txBody>
          <a:bodyPr wrap="square" lIns="0" tIns="0" rIns="0" bIns="0" rtlCol="0" anchor="t" anchorCtr="0">
            <a:spAutoFit/>
          </a:bodyPr>
          <a:lstStyle/>
          <a:p>
            <a:pPr algn="l"/>
            <a:r>
              <a:rPr lang="ja-JP" altLang="en-US" dirty="0">
                <a:latin typeface="BIZ UDPゴシック" panose="020B0400000000000000" pitchFamily="50" charset="-128"/>
                <a:ea typeface="BIZ UDPゴシック" panose="020B0400000000000000" pitchFamily="50" charset="-128"/>
              </a:rPr>
              <a:t>実施の基本方針</a:t>
            </a:r>
            <a:endParaRPr kumimoji="1" lang="ja-JP" altLang="en-US"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AE2B207B-96E4-ECE5-C723-F91A009CBA07}"/>
              </a:ext>
            </a:extLst>
          </p:cNvPr>
          <p:cNvSpPr txBox="1"/>
          <p:nvPr/>
        </p:nvSpPr>
        <p:spPr>
          <a:xfrm>
            <a:off x="6505899" y="1705748"/>
            <a:ext cx="5278118" cy="1508105"/>
          </a:xfrm>
          <a:prstGeom prst="rect">
            <a:avLst/>
          </a:prstGeom>
          <a:noFill/>
          <a:ln w="19050">
            <a:noFill/>
          </a:ln>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昨年度までの検討を踏まえて、以下を実施する</a:t>
            </a:r>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b="1"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地域での検討、導入されているデータの越境移転に関する規制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ツールの概念整理</a:t>
            </a:r>
            <a:endParaRPr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ツールの内容の詳細な整理・分析</a:t>
            </a:r>
            <a:endParaRPr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国内外の事業者インタビューを通じた既存ツールの課題、越境移転に関する事業者ニーズの洗い出し</a:t>
            </a:r>
            <a:endParaRPr lang="en-US" altLang="ja-JP" sz="1400" dirty="0">
              <a:latin typeface="BIZ UDPゴシック" panose="020B0400000000000000" pitchFamily="50" charset="-128"/>
              <a:ea typeface="BIZ UDPゴシック" panose="020B0400000000000000" pitchFamily="50" charset="-128"/>
            </a:endParaRPr>
          </a:p>
        </p:txBody>
      </p:sp>
      <p:cxnSp>
        <p:nvCxnSpPr>
          <p:cNvPr id="14" name="直線コネクタ 13">
            <a:extLst>
              <a:ext uri="{FF2B5EF4-FFF2-40B4-BE49-F238E27FC236}">
                <a16:creationId xmlns:a16="http://schemas.microsoft.com/office/drawing/2014/main" id="{AA6FA3AE-D8D2-2C7A-73E0-80B3716F44DA}"/>
              </a:ext>
            </a:extLst>
          </p:cNvPr>
          <p:cNvCxnSpPr>
            <a:cxnSpLocks/>
          </p:cNvCxnSpPr>
          <p:nvPr/>
        </p:nvCxnSpPr>
        <p:spPr>
          <a:xfrm>
            <a:off x="6505899" y="1628775"/>
            <a:ext cx="527811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0349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E20CB-3002-6357-4E11-2E806C095719}"/>
              </a:ext>
            </a:extLst>
          </p:cNvPr>
          <p:cNvSpPr>
            <a:spLocks noGrp="1"/>
          </p:cNvSpPr>
          <p:nvPr>
            <p:ph type="title"/>
          </p:nvPr>
        </p:nvSpPr>
        <p:spPr/>
        <p:txBody>
          <a:bodyPr/>
          <a:lstStyle/>
          <a:p>
            <a:r>
              <a:rPr kumimoji="1" lang="ja-JP" altLang="en-US" dirty="0"/>
              <a:t>背景・プロジェクト目的</a:t>
            </a:r>
          </a:p>
        </p:txBody>
      </p:sp>
      <p:sp>
        <p:nvSpPr>
          <p:cNvPr id="3" name="フッター プレースホルダー 2">
            <a:extLst>
              <a:ext uri="{FF2B5EF4-FFF2-40B4-BE49-F238E27FC236}">
                <a16:creationId xmlns:a16="http://schemas.microsoft.com/office/drawing/2014/main" id="{E85BD320-F657-5049-EE5E-48A3592BFF89}"/>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71AC5BA5-D234-FED3-D4CF-56994C2462C0}"/>
              </a:ext>
            </a:extLst>
          </p:cNvPr>
          <p:cNvSpPr>
            <a:spLocks noGrp="1"/>
          </p:cNvSpPr>
          <p:nvPr>
            <p:ph type="sldNum" sz="quarter" idx="12"/>
          </p:nvPr>
        </p:nvSpPr>
        <p:spPr/>
        <p:txBody>
          <a:bodyPr/>
          <a:lstStyle/>
          <a:p>
            <a:fld id="{DCB5AA93-092B-49A1-87A7-3C88D5F38AD7}" type="slidenum">
              <a:rPr lang="ja-JP" altLang="en-US" smtClean="0"/>
              <a:pPr/>
              <a:t>4</a:t>
            </a:fld>
            <a:endParaRPr lang="ja-JP" altLang="en-US"/>
          </a:p>
        </p:txBody>
      </p:sp>
      <p:sp>
        <p:nvSpPr>
          <p:cNvPr id="5" name="テキスト プレースホルダー 4">
            <a:extLst>
              <a:ext uri="{FF2B5EF4-FFF2-40B4-BE49-F238E27FC236}">
                <a16:creationId xmlns:a16="http://schemas.microsoft.com/office/drawing/2014/main" id="{4651F455-8C30-3A62-6EDC-F6EBEAA6A48A}"/>
              </a:ext>
            </a:extLst>
          </p:cNvPr>
          <p:cNvSpPr>
            <a:spLocks noGrp="1"/>
          </p:cNvSpPr>
          <p:nvPr>
            <p:ph type="body" sz="quarter" idx="13"/>
          </p:nvPr>
        </p:nvSpPr>
        <p:spPr/>
        <p:txBody>
          <a:bodyPr>
            <a:noAutofit/>
          </a:bodyPr>
          <a:lstStyle/>
          <a:p>
            <a:r>
              <a:rPr kumimoji="1" lang="ja-JP" altLang="en-US" sz="1800" dirty="0"/>
              <a:t>世界的に</a:t>
            </a:r>
            <a:r>
              <a:rPr kumimoji="1" lang="en-US" altLang="ja-JP" sz="1800" dirty="0"/>
              <a:t>SC</a:t>
            </a:r>
            <a:r>
              <a:rPr kumimoji="1" lang="ja-JP" altLang="en-US" sz="1800" dirty="0"/>
              <a:t>全体での</a:t>
            </a:r>
            <a:r>
              <a:rPr kumimoji="1" lang="en-US" altLang="ja-JP" sz="1800" dirty="0"/>
              <a:t>CN</a:t>
            </a:r>
            <a:r>
              <a:rPr kumimoji="1" lang="ja-JP" altLang="en-US" sz="1800" dirty="0"/>
              <a:t>対応が求められる中、中堅・中小企業の</a:t>
            </a:r>
            <a:r>
              <a:rPr kumimoji="1" lang="en-US" altLang="ja-JP" sz="1800" dirty="0"/>
              <a:t>CN</a:t>
            </a:r>
            <a:r>
              <a:rPr kumimoji="1" lang="ja-JP" altLang="en-US" sz="1800" dirty="0"/>
              <a:t>対応が不十分な実態がある。中部地域における産業界の</a:t>
            </a:r>
            <a:r>
              <a:rPr kumimoji="1" lang="en-US" altLang="ja-JP" sz="1800" dirty="0"/>
              <a:t>CN</a:t>
            </a:r>
            <a:r>
              <a:rPr kumimoji="1" lang="ja-JP" altLang="en-US" sz="1800" dirty="0"/>
              <a:t>対応上の課題と支援ニーズを明らかにし、行政として効果的な支援策の検討を行う</a:t>
            </a:r>
          </a:p>
        </p:txBody>
      </p:sp>
      <p:sp>
        <p:nvSpPr>
          <p:cNvPr id="6" name="正方形/長方形 5">
            <a:extLst>
              <a:ext uri="{FF2B5EF4-FFF2-40B4-BE49-F238E27FC236}">
                <a16:creationId xmlns:a16="http://schemas.microsoft.com/office/drawing/2014/main" id="{85791A37-CDEB-A5AB-206F-9A9249503999}"/>
              </a:ext>
            </a:extLst>
          </p:cNvPr>
          <p:cNvSpPr/>
          <p:nvPr/>
        </p:nvSpPr>
        <p:spPr>
          <a:xfrm>
            <a:off x="407988" y="1628775"/>
            <a:ext cx="8202616"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背景</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08BA7081-7BB5-0520-7B6C-1C32C569179A}"/>
              </a:ext>
            </a:extLst>
          </p:cNvPr>
          <p:cNvSpPr/>
          <p:nvPr/>
        </p:nvSpPr>
        <p:spPr>
          <a:xfrm>
            <a:off x="407988" y="2143529"/>
            <a:ext cx="1088303" cy="109012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世界的潮流</a:t>
            </a:r>
          </a:p>
        </p:txBody>
      </p:sp>
      <p:sp>
        <p:nvSpPr>
          <p:cNvPr id="8" name="正方形/長方形 7">
            <a:extLst>
              <a:ext uri="{FF2B5EF4-FFF2-40B4-BE49-F238E27FC236}">
                <a16:creationId xmlns:a16="http://schemas.microsoft.com/office/drawing/2014/main" id="{87350A37-AA8E-4D0C-D4B8-9E0BAE304C05}"/>
              </a:ext>
            </a:extLst>
          </p:cNvPr>
          <p:cNvSpPr/>
          <p:nvPr/>
        </p:nvSpPr>
        <p:spPr>
          <a:xfrm>
            <a:off x="407987" y="3429000"/>
            <a:ext cx="1088303" cy="30607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中部地域の</a:t>
            </a:r>
            <a:endParaRPr kumimoji="1" lang="en-US" altLang="ja-JP" sz="14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400" dirty="0">
                <a:solidFill>
                  <a:schemeClr val="tx1"/>
                </a:solidFill>
                <a:latin typeface="BIZ UDPゴシック" panose="020B0400000000000000" pitchFamily="50" charset="-128"/>
                <a:ea typeface="BIZ UDPゴシック" panose="020B0400000000000000" pitchFamily="50" charset="-128"/>
              </a:rPr>
              <a:t>情勢</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99116F3-D330-305E-8A00-2017356AEDD2}"/>
              </a:ext>
            </a:extLst>
          </p:cNvPr>
          <p:cNvSpPr txBox="1"/>
          <p:nvPr/>
        </p:nvSpPr>
        <p:spPr>
          <a:xfrm>
            <a:off x="1612670" y="2143528"/>
            <a:ext cx="3499657" cy="861774"/>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サプライチェーン全体での脱炭素化への動きが加速しており、国内外の大企業において、</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を宣言する企業が増加している</a:t>
            </a:r>
          </a:p>
        </p:txBody>
      </p:sp>
      <p:sp>
        <p:nvSpPr>
          <p:cNvPr id="10" name="テキスト ボックス 9">
            <a:extLst>
              <a:ext uri="{FF2B5EF4-FFF2-40B4-BE49-F238E27FC236}">
                <a16:creationId xmlns:a16="http://schemas.microsoft.com/office/drawing/2014/main" id="{256A90A8-4F03-615C-8016-FE336AAE21B0}"/>
              </a:ext>
            </a:extLst>
          </p:cNvPr>
          <p:cNvSpPr txBox="1"/>
          <p:nvPr/>
        </p:nvSpPr>
        <p:spPr>
          <a:xfrm>
            <a:off x="1612670" y="3429000"/>
            <a:ext cx="3499657" cy="3016210"/>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中部地域の基幹産業である自動車産業においても、先行する大企業ではサプライチェーン全体の</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に向けた取り組みが進められており、直接取引を行う主要部品メーカーに対して、</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排出量を前年比で一定の排出削減を要請する動きがみられている</a:t>
            </a:r>
            <a:endParaRPr kumimoji="1"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今後は大企業のみならず、中堅・中小サプライヤーにおいても、</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対応の動きが広がっていくことが考えられ、サプライチェーン全体での</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排出量の見える化から捻出削減に係る対応を実施していく必要がある</a:t>
            </a:r>
          </a:p>
        </p:txBody>
      </p:sp>
      <p:sp>
        <p:nvSpPr>
          <p:cNvPr id="13" name="正方形/長方形 12">
            <a:extLst>
              <a:ext uri="{FF2B5EF4-FFF2-40B4-BE49-F238E27FC236}">
                <a16:creationId xmlns:a16="http://schemas.microsoft.com/office/drawing/2014/main" id="{BCEFB6E5-EB98-D53E-4BF6-1BC54BAD5A7C}"/>
              </a:ext>
            </a:extLst>
          </p:cNvPr>
          <p:cNvSpPr/>
          <p:nvPr/>
        </p:nvSpPr>
        <p:spPr>
          <a:xfrm>
            <a:off x="5569528" y="2143528"/>
            <a:ext cx="3041076"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ステークホルダーの情勢</a:t>
            </a:r>
          </a:p>
        </p:txBody>
      </p:sp>
      <p:sp>
        <p:nvSpPr>
          <p:cNvPr id="14" name="テキスト ボックス 13">
            <a:extLst>
              <a:ext uri="{FF2B5EF4-FFF2-40B4-BE49-F238E27FC236}">
                <a16:creationId xmlns:a16="http://schemas.microsoft.com/office/drawing/2014/main" id="{56C4B524-50C4-0994-B0CB-E3219A97CF87}"/>
              </a:ext>
            </a:extLst>
          </p:cNvPr>
          <p:cNvSpPr txBox="1"/>
          <p:nvPr/>
        </p:nvSpPr>
        <p:spPr>
          <a:xfrm>
            <a:off x="5569528" y="2789859"/>
            <a:ext cx="3041076" cy="2369880"/>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lang="ja-JP" altLang="en-US" sz="1400" dirty="0">
                <a:latin typeface="BIZ UDPゴシック" panose="020B0400000000000000" pitchFamily="50" charset="-128"/>
                <a:ea typeface="BIZ UDPゴシック" panose="020B0400000000000000" pitchFamily="50" charset="-128"/>
              </a:rPr>
              <a:t>中堅・中小企業においては、</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に対して関心は高まっているものの、知識面・体制面が不十分なこともあり、具体的な対応などには手が付けられていない企業が多い</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endParaRPr kumimoji="1"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r>
              <a:rPr lang="ja-JP" altLang="en-US" sz="1400" dirty="0">
                <a:latin typeface="BIZ UDPゴシック" panose="020B0400000000000000" pitchFamily="50" charset="-128"/>
                <a:ea typeface="BIZ UDPゴシック" panose="020B0400000000000000" pitchFamily="50" charset="-128"/>
              </a:rPr>
              <a:t>支援体制も確立されていないのが実情となっており、</a:t>
            </a:r>
            <a:r>
              <a:rPr lang="en-US" altLang="ja-JP" sz="1400" dirty="0">
                <a:latin typeface="BIZ UDPゴシック" panose="020B0400000000000000" pitchFamily="50" charset="-128"/>
                <a:ea typeface="BIZ UDPゴシック" panose="020B0400000000000000" pitchFamily="50" charset="-128"/>
              </a:rPr>
              <a:t>2030</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2050</a:t>
            </a:r>
            <a:r>
              <a:rPr lang="ja-JP" altLang="en-US" sz="1400" dirty="0">
                <a:latin typeface="BIZ UDPゴシック" panose="020B0400000000000000" pitchFamily="50" charset="-128"/>
                <a:ea typeface="BIZ UDPゴシック" panose="020B0400000000000000" pitchFamily="50" charset="-128"/>
              </a:rPr>
              <a:t>年の排出量の削減目標を達成していくためには中堅・中小奇病の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に向けた取り組みの加速が必要</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B6BE059-C325-ABED-CD49-0189863830A2}"/>
              </a:ext>
            </a:extLst>
          </p:cNvPr>
          <p:cNvSpPr/>
          <p:nvPr/>
        </p:nvSpPr>
        <p:spPr>
          <a:xfrm>
            <a:off x="9168937" y="1628775"/>
            <a:ext cx="2615075"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目的</a:t>
            </a:r>
          </a:p>
        </p:txBody>
      </p:sp>
      <p:sp>
        <p:nvSpPr>
          <p:cNvPr id="16" name="テキスト ボックス 15">
            <a:extLst>
              <a:ext uri="{FF2B5EF4-FFF2-40B4-BE49-F238E27FC236}">
                <a16:creationId xmlns:a16="http://schemas.microsoft.com/office/drawing/2014/main" id="{E3AEA35E-E440-CBAF-D244-EB0FE99F35AC}"/>
              </a:ext>
            </a:extLst>
          </p:cNvPr>
          <p:cNvSpPr txBox="1"/>
          <p:nvPr/>
        </p:nvSpPr>
        <p:spPr>
          <a:xfrm>
            <a:off x="9168937" y="2143527"/>
            <a:ext cx="2615075" cy="1292662"/>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中部地域の産業界での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対応に係る現状と課題等を把握・整理したうえで、地域企業の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対応をよりすすめるための具体的な支援モデルの作り上げや支援施策の検討を行う</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7" name="二等辺三角形 16">
            <a:extLst>
              <a:ext uri="{FF2B5EF4-FFF2-40B4-BE49-F238E27FC236}">
                <a16:creationId xmlns:a16="http://schemas.microsoft.com/office/drawing/2014/main" id="{868C591C-A435-B95A-B1E5-AB00C39D016A}"/>
              </a:ext>
            </a:extLst>
          </p:cNvPr>
          <p:cNvSpPr/>
          <p:nvPr/>
        </p:nvSpPr>
        <p:spPr>
          <a:xfrm rot="5400000">
            <a:off x="5144696" y="2900261"/>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8" name="二等辺三角形 17">
            <a:extLst>
              <a:ext uri="{FF2B5EF4-FFF2-40B4-BE49-F238E27FC236}">
                <a16:creationId xmlns:a16="http://schemas.microsoft.com/office/drawing/2014/main" id="{05D64119-850D-8F46-BBC0-101C4DA65B93}"/>
              </a:ext>
            </a:extLst>
          </p:cNvPr>
          <p:cNvSpPr/>
          <p:nvPr/>
        </p:nvSpPr>
        <p:spPr>
          <a:xfrm rot="5400000">
            <a:off x="8659600" y="2900261"/>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324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B5A76-B73C-5A35-742F-EE058145D9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F7159F-90AA-EB42-AB31-790CB5D19EB1}"/>
              </a:ext>
            </a:extLst>
          </p:cNvPr>
          <p:cNvSpPr>
            <a:spLocks noGrp="1"/>
          </p:cNvSpPr>
          <p:nvPr>
            <p:ph type="title"/>
          </p:nvPr>
        </p:nvSpPr>
        <p:spPr/>
        <p:txBody>
          <a:bodyPr/>
          <a:lstStyle/>
          <a:p>
            <a:r>
              <a:rPr kumimoji="1" lang="ja-JP" altLang="en-US" dirty="0"/>
              <a:t>プロジェクト憲章</a:t>
            </a:r>
          </a:p>
        </p:txBody>
      </p:sp>
      <p:sp>
        <p:nvSpPr>
          <p:cNvPr id="4" name="スライド番号プレースホルダー 3">
            <a:extLst>
              <a:ext uri="{FF2B5EF4-FFF2-40B4-BE49-F238E27FC236}">
                <a16:creationId xmlns:a16="http://schemas.microsoft.com/office/drawing/2014/main" id="{60A62C53-7299-5C51-0C5C-FED9B7C76A63}"/>
              </a:ext>
            </a:extLst>
          </p:cNvPr>
          <p:cNvSpPr>
            <a:spLocks noGrp="1"/>
          </p:cNvSpPr>
          <p:nvPr>
            <p:ph type="sldNum" sz="quarter" idx="12"/>
          </p:nvPr>
        </p:nvSpPr>
        <p:spPr/>
        <p:txBody>
          <a:bodyPr/>
          <a:lstStyle/>
          <a:p>
            <a:fld id="{DCB5AA93-092B-49A1-87A7-3C88D5F38AD7}" type="slidenum">
              <a:rPr lang="ja-JP" altLang="en-US" smtClean="0"/>
              <a:pPr/>
              <a:t>5</a:t>
            </a:fld>
            <a:endParaRPr lang="ja-JP" altLang="en-US"/>
          </a:p>
        </p:txBody>
      </p:sp>
      <p:sp>
        <p:nvSpPr>
          <p:cNvPr id="8" name="テキスト ボックス 7">
            <a:extLst>
              <a:ext uri="{FF2B5EF4-FFF2-40B4-BE49-F238E27FC236}">
                <a16:creationId xmlns:a16="http://schemas.microsoft.com/office/drawing/2014/main" id="{FE82495A-ACCA-7388-6786-436A2E883CDE}"/>
              </a:ext>
            </a:extLst>
          </p:cNvPr>
          <p:cNvSpPr txBox="1"/>
          <p:nvPr/>
        </p:nvSpPr>
        <p:spPr>
          <a:xfrm>
            <a:off x="407989" y="1264129"/>
            <a:ext cx="5685241"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名前</a:t>
            </a:r>
            <a:r>
              <a:rPr lang="ja-JP" altLang="en-US"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960929E-9506-2B42-83D8-C35302D2C1CA}"/>
              </a:ext>
            </a:extLst>
          </p:cNvPr>
          <p:cNvSpPr txBox="1"/>
          <p:nvPr/>
        </p:nvSpPr>
        <p:spPr>
          <a:xfrm>
            <a:off x="6096002" y="1264129"/>
            <a:ext cx="2835082" cy="268215"/>
          </a:xfrm>
          <a:prstGeom prst="rect">
            <a:avLst/>
          </a:prstGeom>
          <a:noFill/>
          <a:ln>
            <a:solidFill>
              <a:schemeClr val="bg1">
                <a:lumMod val="65000"/>
              </a:schemeClr>
            </a:solidFill>
          </a:ln>
        </p:spPr>
        <p:txBody>
          <a:bodyPr wrap="square" lIns="0" tIns="0" rIns="0" bIns="0" rtlCol="0" anchor="ctr" anchorCtr="0">
            <a:spAutoFit/>
          </a:bodyPr>
          <a:lstStyle/>
          <a:p>
            <a:pPr indent="92075">
              <a:lnSpc>
                <a:spcPct val="150000"/>
              </a:lnSpc>
            </a:pPr>
            <a:r>
              <a:rPr lang="ja-JP" altLang="en-US" sz="1400" b="1" dirty="0">
                <a:latin typeface="BIZ UDPゴシック" panose="020B0400000000000000" pitchFamily="50" charset="-128"/>
                <a:ea typeface="BIZ UDPゴシック" panose="020B0400000000000000" pitchFamily="50" charset="-128"/>
              </a:rPr>
              <a:t>責任者</a:t>
            </a:r>
            <a:r>
              <a:rPr kumimoji="1" lang="ja-JP" altLang="en-US" sz="1400" dirty="0">
                <a:latin typeface="BIZ UDPゴシック" panose="020B0400000000000000" pitchFamily="50" charset="-128"/>
                <a:ea typeface="BIZ UDPゴシック" panose="020B0400000000000000" pitchFamily="50" charset="-128"/>
              </a:rPr>
              <a:t>：</a:t>
            </a:r>
          </a:p>
        </p:txBody>
      </p:sp>
      <p:sp>
        <p:nvSpPr>
          <p:cNvPr id="11" name="テキスト ボックス 10">
            <a:extLst>
              <a:ext uri="{FF2B5EF4-FFF2-40B4-BE49-F238E27FC236}">
                <a16:creationId xmlns:a16="http://schemas.microsoft.com/office/drawing/2014/main" id="{B1EFA672-EFEF-8478-3A0E-BA9620C3A613}"/>
              </a:ext>
            </a:extLst>
          </p:cNvPr>
          <p:cNvSpPr txBox="1"/>
          <p:nvPr/>
        </p:nvSpPr>
        <p:spPr>
          <a:xfrm>
            <a:off x="8931084" y="1264129"/>
            <a:ext cx="2852929" cy="268215"/>
          </a:xfrm>
          <a:prstGeom prst="rect">
            <a:avLst/>
          </a:prstGeom>
          <a:noFill/>
          <a:ln>
            <a:solidFill>
              <a:schemeClr val="bg1">
                <a:lumMod val="65000"/>
              </a:schemeClr>
            </a:solidFill>
          </a:ln>
        </p:spPr>
        <p:txBody>
          <a:bodyPr wrap="square" lIns="0" tIns="0" rIns="0" bIns="0" rtlCol="0" anchor="ctr" anchorCtr="0">
            <a:spAutoFit/>
          </a:bodyPr>
          <a:lstStyle/>
          <a:p>
            <a:pPr indent="92075">
              <a:lnSpc>
                <a:spcPct val="150000"/>
              </a:lnSpc>
            </a:pPr>
            <a:r>
              <a:rPr lang="ja-JP" altLang="en-US" sz="1400" b="1" dirty="0">
                <a:latin typeface="BIZ UDPゴシック" panose="020B0400000000000000" pitchFamily="50" charset="-128"/>
                <a:ea typeface="BIZ UDPゴシック" panose="020B0400000000000000" pitchFamily="50" charset="-128"/>
              </a:rPr>
              <a:t>リーダー</a:t>
            </a:r>
            <a:r>
              <a:rPr lang="ja-JP" altLang="en-US"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3B00B6BC-9323-AD6F-A5D9-D372318E82BF}"/>
              </a:ext>
            </a:extLst>
          </p:cNvPr>
          <p:cNvSpPr txBox="1"/>
          <p:nvPr/>
        </p:nvSpPr>
        <p:spPr>
          <a:xfrm>
            <a:off x="407990" y="156150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背景</a:t>
            </a:r>
            <a:r>
              <a:rPr lang="en-US" altLang="ja-JP" sz="1400" b="1" dirty="0">
                <a:latin typeface="BIZ UDPゴシック" panose="020B0400000000000000" pitchFamily="50" charset="-128"/>
                <a:ea typeface="BIZ UDPゴシック" panose="020B0400000000000000" pitchFamily="50" charset="-128"/>
              </a:rPr>
              <a:t>/</a:t>
            </a:r>
            <a:r>
              <a:rPr lang="ja-JP" altLang="en-US" sz="1400" b="1" dirty="0">
                <a:latin typeface="BIZ UDPゴシック" panose="020B0400000000000000" pitchFamily="50" charset="-128"/>
                <a:ea typeface="BIZ UDPゴシック" panose="020B0400000000000000" pitchFamily="50" charset="-128"/>
              </a:rPr>
              <a:t>目的</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8775EE47-813F-8451-807D-FD4F761209D7}"/>
              </a:ext>
            </a:extLst>
          </p:cNvPr>
          <p:cNvSpPr txBox="1"/>
          <p:nvPr/>
        </p:nvSpPr>
        <p:spPr>
          <a:xfrm>
            <a:off x="407990" y="1843733"/>
            <a:ext cx="5688010" cy="1205468"/>
          </a:xfrm>
          <a:prstGeom prst="rect">
            <a:avLst/>
          </a:prstGeom>
          <a:noFill/>
          <a:ln>
            <a:solidFill>
              <a:schemeClr val="bg1">
                <a:lumMod val="65000"/>
              </a:schemeClr>
            </a:solidFill>
          </a:ln>
        </p:spPr>
        <p:txBody>
          <a:bodyPr wrap="square" lIns="0" tIns="0" rIns="0" bIns="0" rtlCol="0" anchor="t" anchorCtr="0">
            <a:noAutofit/>
          </a:bodyPr>
          <a:lstStyle/>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本プロジェクトでは、</a:t>
            </a:r>
            <a:endParaRPr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kumimoji="1" lang="ja-JP" altLang="en-US" sz="1050" dirty="0">
                <a:latin typeface="BIZ UDPゴシック" panose="020B0400000000000000" pitchFamily="50" charset="-128"/>
                <a:ea typeface="BIZ UDPゴシック" panose="020B0400000000000000" pitchFamily="50" charset="-128"/>
              </a:rPr>
              <a:t>あ</a:t>
            </a:r>
            <a:endParaRPr kumimoji="1"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あ</a:t>
            </a:r>
            <a:endParaRPr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kumimoji="1" lang="ja-JP" altLang="en-US" sz="1050" dirty="0">
                <a:latin typeface="BIZ UDPゴシック" panose="020B0400000000000000" pitchFamily="50" charset="-128"/>
                <a:ea typeface="BIZ UDPゴシック" panose="020B0400000000000000" pitchFamily="50" charset="-128"/>
              </a:rPr>
              <a:t>あ</a:t>
            </a:r>
            <a:endParaRPr kumimoji="1"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あ</a:t>
            </a:r>
            <a:endParaRPr kumimoji="1" lang="ja-JP" altLang="en-US" sz="105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53622300-4DE0-36EE-AA67-BD2AB5E4375D}"/>
              </a:ext>
            </a:extLst>
          </p:cNvPr>
          <p:cNvSpPr txBox="1"/>
          <p:nvPr/>
        </p:nvSpPr>
        <p:spPr>
          <a:xfrm>
            <a:off x="6098774" y="156150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目標</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0AC305C3-DF6C-AF0C-1EF5-D1629E550D94}"/>
              </a:ext>
            </a:extLst>
          </p:cNvPr>
          <p:cNvSpPr txBox="1"/>
          <p:nvPr/>
        </p:nvSpPr>
        <p:spPr>
          <a:xfrm>
            <a:off x="6098774" y="1843733"/>
            <a:ext cx="5688010" cy="1205468"/>
          </a:xfrm>
          <a:prstGeom prst="rect">
            <a:avLst/>
          </a:prstGeom>
          <a:noFill/>
          <a:ln>
            <a:solidFill>
              <a:schemeClr val="bg1">
                <a:lumMod val="65000"/>
              </a:schemeClr>
            </a:solidFill>
          </a:ln>
        </p:spPr>
        <p:txBody>
          <a:bodyPr wrap="square" lIns="0" tIns="0" rIns="0" bIns="0" rtlCol="0" anchor="t" anchorCtr="0">
            <a:noAutofit/>
          </a:bodyPr>
          <a:lstStyle/>
          <a:p>
            <a:pPr marL="266700" indent="-174625" algn="l">
              <a:lnSpc>
                <a:spcPct val="150000"/>
              </a:lnSpc>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完了時期：</a:t>
            </a:r>
            <a:endParaRPr lang="en-US" altLang="ja-JP" sz="1050" dirty="0">
              <a:latin typeface="BIZ UDPゴシック" panose="020B0400000000000000" pitchFamily="50" charset="-128"/>
              <a:ea typeface="BIZ UDPゴシック" panose="020B0400000000000000" pitchFamily="50" charset="-128"/>
            </a:endParaRPr>
          </a:p>
          <a:p>
            <a:pPr marL="266700" indent="-174625" algn="l">
              <a:lnSpc>
                <a:spcPct val="150000"/>
              </a:lnSpc>
              <a:buFont typeface="Arial" panose="020B0604020202020204" pitchFamily="34" charset="0"/>
              <a:buChar char="•"/>
            </a:pPr>
            <a:r>
              <a:rPr kumimoji="1" lang="ja-JP" altLang="en-US" sz="1050" dirty="0">
                <a:latin typeface="BIZ UDPゴシック" panose="020B0400000000000000" pitchFamily="50" charset="-128"/>
                <a:ea typeface="BIZ UDPゴシック" panose="020B0400000000000000" pitchFamily="50" charset="-128"/>
              </a:rPr>
              <a:t>品質目標：</a:t>
            </a:r>
            <a:endParaRPr kumimoji="1" lang="en-US" altLang="ja-JP" sz="1050" dirty="0">
              <a:latin typeface="BIZ UDPゴシック" panose="020B0400000000000000" pitchFamily="50" charset="-128"/>
              <a:ea typeface="BIZ UDPゴシック" panose="020B0400000000000000" pitchFamily="50" charset="-128"/>
            </a:endParaRPr>
          </a:p>
          <a:p>
            <a:pPr marL="266700" indent="-174625" algn="l">
              <a:lnSpc>
                <a:spcPct val="150000"/>
              </a:lnSpc>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評価指標：</a:t>
            </a:r>
            <a:endParaRPr lang="en-US" altLang="ja-JP" sz="105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761419E3-A530-4E13-45FA-2BE8921208AF}"/>
              </a:ext>
            </a:extLst>
          </p:cNvPr>
          <p:cNvSpPr txBox="1"/>
          <p:nvPr/>
        </p:nvSpPr>
        <p:spPr>
          <a:xfrm>
            <a:off x="407990" y="3063212"/>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成果物</a:t>
            </a:r>
          </a:p>
        </p:txBody>
      </p:sp>
      <p:sp>
        <p:nvSpPr>
          <p:cNvPr id="17" name="テキスト ボックス 16">
            <a:extLst>
              <a:ext uri="{FF2B5EF4-FFF2-40B4-BE49-F238E27FC236}">
                <a16:creationId xmlns:a16="http://schemas.microsoft.com/office/drawing/2014/main" id="{0FE203B3-E1D2-AEB3-A227-62F81590725C}"/>
              </a:ext>
            </a:extLst>
          </p:cNvPr>
          <p:cNvSpPr txBox="1"/>
          <p:nvPr/>
        </p:nvSpPr>
        <p:spPr>
          <a:xfrm>
            <a:off x="407990" y="3345437"/>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lgn="l">
              <a:buFont typeface="+mj-lt"/>
              <a:buAutoNum type="arabicPeriod"/>
            </a:pPr>
            <a:r>
              <a:rPr kumimoji="1" lang="en-US" altLang="ja-JP" sz="1400" dirty="0">
                <a:latin typeface="BIZ UDPゴシック" panose="020B0400000000000000" pitchFamily="50" charset="-128"/>
                <a:ea typeface="BIZ UDPゴシック" panose="020B0400000000000000" pitchFamily="50" charset="-128"/>
              </a:rPr>
              <a:t>A</a:t>
            </a:r>
          </a:p>
          <a:p>
            <a:pPr marL="342900" indent="-250825" algn="l">
              <a:buFont typeface="+mj-lt"/>
              <a:buAutoNum type="arabicPeriod"/>
            </a:pPr>
            <a:r>
              <a:rPr kumimoji="1" lang="en-US" altLang="ja-JP" sz="1400" dirty="0">
                <a:latin typeface="BIZ UDPゴシック" panose="020B0400000000000000" pitchFamily="50" charset="-128"/>
                <a:ea typeface="BIZ UDPゴシック" panose="020B0400000000000000" pitchFamily="50" charset="-128"/>
              </a:rPr>
              <a:t>B</a:t>
            </a:r>
          </a:p>
          <a:p>
            <a:pPr marL="342900" indent="-250825" algn="l">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EFCDBDD5-C4ED-F4A2-A69E-0C6B2418F37D}"/>
              </a:ext>
            </a:extLst>
          </p:cNvPr>
          <p:cNvSpPr txBox="1"/>
          <p:nvPr/>
        </p:nvSpPr>
        <p:spPr>
          <a:xfrm>
            <a:off x="6096002" y="3063211"/>
            <a:ext cx="2835082"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en-US" altLang="ja-JP" sz="1400" b="1" dirty="0">
                <a:latin typeface="BIZ UDPゴシック" panose="020B0400000000000000" pitchFamily="50" charset="-128"/>
                <a:ea typeface="BIZ UDPゴシック" panose="020B0400000000000000" pitchFamily="50" charset="-128"/>
              </a:rPr>
              <a:t>Scope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F1ABC62-CD99-3F7A-E9E8-6ED9044B2833}"/>
              </a:ext>
            </a:extLst>
          </p:cNvPr>
          <p:cNvSpPr txBox="1"/>
          <p:nvPr/>
        </p:nvSpPr>
        <p:spPr>
          <a:xfrm>
            <a:off x="8931084" y="3063211"/>
            <a:ext cx="2852929"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en-US" altLang="ja-JP" sz="1400" b="1" dirty="0">
                <a:latin typeface="BIZ UDPゴシック" panose="020B0400000000000000" pitchFamily="50" charset="-128"/>
                <a:ea typeface="BIZ UDPゴシック" panose="020B0400000000000000" pitchFamily="50" charset="-128"/>
              </a:rPr>
              <a:t>Out of Scope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E6DD6886-235B-B818-62EB-A7E5A23B7FBA}"/>
              </a:ext>
            </a:extLst>
          </p:cNvPr>
          <p:cNvSpPr txBox="1"/>
          <p:nvPr/>
        </p:nvSpPr>
        <p:spPr>
          <a:xfrm>
            <a:off x="6095999" y="3345436"/>
            <a:ext cx="2835082"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21" name="テキスト ボックス 20">
            <a:extLst>
              <a:ext uri="{FF2B5EF4-FFF2-40B4-BE49-F238E27FC236}">
                <a16:creationId xmlns:a16="http://schemas.microsoft.com/office/drawing/2014/main" id="{8E36E0B5-49DF-8559-326E-F5BCFDAB71BB}"/>
              </a:ext>
            </a:extLst>
          </p:cNvPr>
          <p:cNvSpPr txBox="1"/>
          <p:nvPr/>
        </p:nvSpPr>
        <p:spPr>
          <a:xfrm>
            <a:off x="8931081" y="3345436"/>
            <a:ext cx="2852929"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22" name="テキスト ボックス 21">
            <a:extLst>
              <a:ext uri="{FF2B5EF4-FFF2-40B4-BE49-F238E27FC236}">
                <a16:creationId xmlns:a16="http://schemas.microsoft.com/office/drawing/2014/main" id="{B85D5AAC-DF61-3194-A2E2-D0DB9E4AD550}"/>
              </a:ext>
            </a:extLst>
          </p:cNvPr>
          <p:cNvSpPr txBox="1"/>
          <p:nvPr/>
        </p:nvSpPr>
        <p:spPr>
          <a:xfrm>
            <a:off x="407990" y="4149720"/>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マイルストーン</a:t>
            </a:r>
          </a:p>
        </p:txBody>
      </p:sp>
      <p:sp>
        <p:nvSpPr>
          <p:cNvPr id="24" name="テキスト ボックス 23">
            <a:extLst>
              <a:ext uri="{FF2B5EF4-FFF2-40B4-BE49-F238E27FC236}">
                <a16:creationId xmlns:a16="http://schemas.microsoft.com/office/drawing/2014/main" id="{831BBBA9-9EAD-65B3-34B9-9393FA971B0E}"/>
              </a:ext>
            </a:extLst>
          </p:cNvPr>
          <p:cNvSpPr txBox="1"/>
          <p:nvPr/>
        </p:nvSpPr>
        <p:spPr>
          <a:xfrm>
            <a:off x="6095999" y="4149720"/>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重点リスク</a:t>
            </a:r>
            <a:r>
              <a:rPr kumimoji="1" lang="en-US" altLang="ja-JP" sz="1400" b="1" dirty="0">
                <a:latin typeface="BIZ UDPゴシック" panose="020B0400000000000000" pitchFamily="50" charset="-128"/>
                <a:ea typeface="BIZ UDPゴシック" panose="020B0400000000000000" pitchFamily="50" charset="-128"/>
              </a:rPr>
              <a:t>/</a:t>
            </a:r>
            <a:r>
              <a:rPr kumimoji="1" lang="ja-JP" altLang="en-US" sz="1400" b="1" dirty="0">
                <a:latin typeface="BIZ UDPゴシック" panose="020B0400000000000000" pitchFamily="50" charset="-128"/>
                <a:ea typeface="BIZ UDPゴシック" panose="020B0400000000000000" pitchFamily="50" charset="-128"/>
              </a:rPr>
              <a:t>課題</a:t>
            </a:r>
          </a:p>
        </p:txBody>
      </p:sp>
      <p:sp>
        <p:nvSpPr>
          <p:cNvPr id="26" name="テキスト ボックス 25">
            <a:extLst>
              <a:ext uri="{FF2B5EF4-FFF2-40B4-BE49-F238E27FC236}">
                <a16:creationId xmlns:a16="http://schemas.microsoft.com/office/drawing/2014/main" id="{194DBAB8-A427-361C-D5E0-3FD78CF5F5AD}"/>
              </a:ext>
            </a:extLst>
          </p:cNvPr>
          <p:cNvSpPr txBox="1"/>
          <p:nvPr/>
        </p:nvSpPr>
        <p:spPr>
          <a:xfrm>
            <a:off x="407990" y="4431945"/>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p:txBody>
      </p:sp>
      <p:sp>
        <p:nvSpPr>
          <p:cNvPr id="27" name="テキスト ボックス 26">
            <a:extLst>
              <a:ext uri="{FF2B5EF4-FFF2-40B4-BE49-F238E27FC236}">
                <a16:creationId xmlns:a16="http://schemas.microsoft.com/office/drawing/2014/main" id="{6B672BDB-4B81-DF87-2CC9-A617C4C35F7A}"/>
              </a:ext>
            </a:extLst>
          </p:cNvPr>
          <p:cNvSpPr txBox="1"/>
          <p:nvPr/>
        </p:nvSpPr>
        <p:spPr>
          <a:xfrm>
            <a:off x="6095999" y="4431944"/>
            <a:ext cx="5688014"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A573D27A-EF25-6BE5-353E-5404A0A888EB}"/>
              </a:ext>
            </a:extLst>
          </p:cNvPr>
          <p:cNvSpPr txBox="1"/>
          <p:nvPr/>
        </p:nvSpPr>
        <p:spPr>
          <a:xfrm>
            <a:off x="407990" y="523622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前提</a:t>
            </a:r>
            <a:r>
              <a:rPr kumimoji="1" lang="en-US" altLang="ja-JP" sz="1400" b="1" dirty="0">
                <a:latin typeface="BIZ UDPゴシック" panose="020B0400000000000000" pitchFamily="50" charset="-128"/>
                <a:ea typeface="BIZ UDPゴシック" panose="020B0400000000000000" pitchFamily="50" charset="-128"/>
              </a:rPr>
              <a:t>/</a:t>
            </a:r>
            <a:r>
              <a:rPr kumimoji="1" lang="ja-JP" altLang="en-US" sz="1400" b="1" dirty="0">
                <a:latin typeface="BIZ UDPゴシック" panose="020B0400000000000000" pitchFamily="50" charset="-128"/>
                <a:ea typeface="BIZ UDPゴシック" panose="020B0400000000000000" pitchFamily="50" charset="-128"/>
              </a:rPr>
              <a:t>制約</a:t>
            </a:r>
          </a:p>
        </p:txBody>
      </p:sp>
      <p:sp>
        <p:nvSpPr>
          <p:cNvPr id="30" name="テキスト ボックス 29">
            <a:extLst>
              <a:ext uri="{FF2B5EF4-FFF2-40B4-BE49-F238E27FC236}">
                <a16:creationId xmlns:a16="http://schemas.microsoft.com/office/drawing/2014/main" id="{F973EB33-FFCD-7AEC-4E14-94A264977C1F}"/>
              </a:ext>
            </a:extLst>
          </p:cNvPr>
          <p:cNvSpPr txBox="1"/>
          <p:nvPr/>
        </p:nvSpPr>
        <p:spPr>
          <a:xfrm>
            <a:off x="6095999" y="523622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役割</a:t>
            </a:r>
            <a:r>
              <a:rPr lang="en-US" altLang="ja-JP" sz="1400" b="1" dirty="0">
                <a:latin typeface="BIZ UDPゴシック" panose="020B0400000000000000" pitchFamily="50" charset="-128"/>
                <a:ea typeface="BIZ UDPゴシック" panose="020B0400000000000000" pitchFamily="50" charset="-128"/>
              </a:rPr>
              <a:t>/</a:t>
            </a:r>
            <a:r>
              <a:rPr lang="ja-JP" altLang="en-US" sz="1400" b="1" dirty="0">
                <a:latin typeface="BIZ UDPゴシック" panose="020B0400000000000000" pitchFamily="50" charset="-128"/>
                <a:ea typeface="BIZ UDPゴシック" panose="020B0400000000000000" pitchFamily="50" charset="-128"/>
              </a:rPr>
              <a:t>責務</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B420D3F4-9651-1BB0-E942-E103587D5DB8}"/>
              </a:ext>
            </a:extLst>
          </p:cNvPr>
          <p:cNvSpPr txBox="1"/>
          <p:nvPr/>
        </p:nvSpPr>
        <p:spPr>
          <a:xfrm>
            <a:off x="407990" y="5518452"/>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32" name="テキスト ボックス 31">
            <a:extLst>
              <a:ext uri="{FF2B5EF4-FFF2-40B4-BE49-F238E27FC236}">
                <a16:creationId xmlns:a16="http://schemas.microsoft.com/office/drawing/2014/main" id="{EFE7BA49-BC3E-6F0F-C836-CBBA194E9FEE}"/>
              </a:ext>
            </a:extLst>
          </p:cNvPr>
          <p:cNvSpPr txBox="1"/>
          <p:nvPr/>
        </p:nvSpPr>
        <p:spPr>
          <a:xfrm>
            <a:off x="6095999" y="5518451"/>
            <a:ext cx="2835082"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33" name="テキスト ボックス 32">
            <a:extLst>
              <a:ext uri="{FF2B5EF4-FFF2-40B4-BE49-F238E27FC236}">
                <a16:creationId xmlns:a16="http://schemas.microsoft.com/office/drawing/2014/main" id="{25979DF0-2745-FD66-1209-37CE36508EA0}"/>
              </a:ext>
            </a:extLst>
          </p:cNvPr>
          <p:cNvSpPr txBox="1"/>
          <p:nvPr/>
        </p:nvSpPr>
        <p:spPr>
          <a:xfrm>
            <a:off x="8931081" y="5518451"/>
            <a:ext cx="2852929"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Tree>
    <p:extLst>
      <p:ext uri="{BB962C8B-B14F-4D97-AF65-F5344CB8AC3E}">
        <p14:creationId xmlns:p14="http://schemas.microsoft.com/office/powerpoint/2010/main" val="402367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791B0-3C93-EFF7-5AA9-A5599D550F1F}"/>
            </a:ext>
          </a:extLst>
        </p:cNvPr>
        <p:cNvGrpSpPr/>
        <p:nvPr/>
      </p:nvGrpSpPr>
      <p:grpSpPr>
        <a:xfrm>
          <a:off x="0" y="0"/>
          <a:ext cx="0" cy="0"/>
          <a:chOff x="0" y="0"/>
          <a:chExt cx="0" cy="0"/>
        </a:xfrm>
      </p:grpSpPr>
      <p:sp>
        <p:nvSpPr>
          <p:cNvPr id="59" name="正方形/長方形 58">
            <a:extLst>
              <a:ext uri="{FF2B5EF4-FFF2-40B4-BE49-F238E27FC236}">
                <a16:creationId xmlns:a16="http://schemas.microsoft.com/office/drawing/2014/main" id="{C25E1D3C-477D-3FEA-1D37-1C0446ECE52D}"/>
              </a:ext>
            </a:extLst>
          </p:cNvPr>
          <p:cNvSpPr/>
          <p:nvPr/>
        </p:nvSpPr>
        <p:spPr>
          <a:xfrm>
            <a:off x="1613697" y="4816652"/>
            <a:ext cx="2758354" cy="1317447"/>
          </a:xfrm>
          <a:prstGeom prst="rect">
            <a:avLst/>
          </a:prstGeom>
          <a:solidFill>
            <a:schemeClr val="bg1">
              <a:lumMod val="7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8" name="正方形/長方形 57">
            <a:extLst>
              <a:ext uri="{FF2B5EF4-FFF2-40B4-BE49-F238E27FC236}">
                <a16:creationId xmlns:a16="http://schemas.microsoft.com/office/drawing/2014/main" id="{AE6DC817-128F-A205-FD7E-B1A93C780C55}"/>
              </a:ext>
            </a:extLst>
          </p:cNvPr>
          <p:cNvSpPr/>
          <p:nvPr/>
        </p:nvSpPr>
        <p:spPr>
          <a:xfrm>
            <a:off x="4372051" y="1308108"/>
            <a:ext cx="7277024" cy="4825992"/>
          </a:xfrm>
          <a:prstGeom prst="rect">
            <a:avLst/>
          </a:prstGeom>
          <a:solidFill>
            <a:schemeClr val="bg1">
              <a:lumMod val="7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4" name="正方形/長方形 53">
            <a:extLst>
              <a:ext uri="{FF2B5EF4-FFF2-40B4-BE49-F238E27FC236}">
                <a16:creationId xmlns:a16="http://schemas.microsoft.com/office/drawing/2014/main" id="{CA056240-A05A-289D-7D8A-23E5F715373D}"/>
              </a:ext>
            </a:extLst>
          </p:cNvPr>
          <p:cNvSpPr/>
          <p:nvPr/>
        </p:nvSpPr>
        <p:spPr>
          <a:xfrm>
            <a:off x="1613696" y="1308108"/>
            <a:ext cx="2148679" cy="2997190"/>
          </a:xfrm>
          <a:prstGeom prst="rect">
            <a:avLst/>
          </a:prstGeom>
          <a:solidFill>
            <a:schemeClr val="bg1">
              <a:lumMod val="8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881D96E-7B18-489F-F99F-C68493F66FFF}"/>
              </a:ext>
            </a:extLst>
          </p:cNvPr>
          <p:cNvSpPr>
            <a:spLocks noGrp="1"/>
          </p:cNvSpPr>
          <p:nvPr>
            <p:ph type="title"/>
          </p:nvPr>
        </p:nvSpPr>
        <p:spPr/>
        <p:txBody>
          <a:bodyPr/>
          <a:lstStyle/>
          <a:p>
            <a:r>
              <a:rPr lang="ja-JP" altLang="en-US" dirty="0"/>
              <a:t>体制 </a:t>
            </a:r>
            <a:r>
              <a:rPr kumimoji="1" lang="en-US" altLang="ja-JP" dirty="0"/>
              <a:t>- WBS</a:t>
            </a:r>
            <a:endParaRPr kumimoji="1" lang="ja-JP" altLang="en-US" dirty="0"/>
          </a:p>
        </p:txBody>
      </p:sp>
      <p:sp>
        <p:nvSpPr>
          <p:cNvPr id="3" name="フッター プレースホルダー 2">
            <a:extLst>
              <a:ext uri="{FF2B5EF4-FFF2-40B4-BE49-F238E27FC236}">
                <a16:creationId xmlns:a16="http://schemas.microsoft.com/office/drawing/2014/main" id="{BE9E821F-35FC-FD5C-20F6-B5F08A291818}"/>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4832AD50-2E9E-4B22-3C38-B9C5FEC21013}"/>
              </a:ext>
            </a:extLst>
          </p:cNvPr>
          <p:cNvSpPr>
            <a:spLocks noGrp="1"/>
          </p:cNvSpPr>
          <p:nvPr>
            <p:ph type="sldNum" sz="quarter" idx="12"/>
          </p:nvPr>
        </p:nvSpPr>
        <p:spPr/>
        <p:txBody>
          <a:bodyPr/>
          <a:lstStyle/>
          <a:p>
            <a:fld id="{DCB5AA93-092B-49A1-87A7-3C88D5F38AD7}" type="slidenum">
              <a:rPr lang="ja-JP" altLang="en-US" smtClean="0"/>
              <a:pPr/>
              <a:t>6</a:t>
            </a:fld>
            <a:endParaRPr lang="ja-JP" altLang="en-US" dirty="0"/>
          </a:p>
        </p:txBody>
      </p:sp>
      <p:cxnSp>
        <p:nvCxnSpPr>
          <p:cNvPr id="43" name="直線コネクタ 42">
            <a:extLst>
              <a:ext uri="{FF2B5EF4-FFF2-40B4-BE49-F238E27FC236}">
                <a16:creationId xmlns:a16="http://schemas.microsoft.com/office/drawing/2014/main" id="{20FA3F51-543A-1961-6E50-4349B3BC0508}"/>
              </a:ext>
            </a:extLst>
          </p:cNvPr>
          <p:cNvCxnSpPr>
            <a:cxnSpLocks/>
          </p:cNvCxnSpPr>
          <p:nvPr/>
        </p:nvCxnSpPr>
        <p:spPr>
          <a:xfrm>
            <a:off x="202551" y="178988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3FF83F58-9EAC-BCFF-DEC0-9FA8C7E47301}"/>
              </a:ext>
            </a:extLst>
          </p:cNvPr>
          <p:cNvSpPr txBox="1"/>
          <p:nvPr/>
        </p:nvSpPr>
        <p:spPr>
          <a:xfrm>
            <a:off x="202551" y="1873875"/>
            <a:ext cx="825547"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マネジメント</a:t>
            </a:r>
          </a:p>
        </p:txBody>
      </p:sp>
      <p:cxnSp>
        <p:nvCxnSpPr>
          <p:cNvPr id="26" name="直線コネクタ 25">
            <a:extLst>
              <a:ext uri="{FF2B5EF4-FFF2-40B4-BE49-F238E27FC236}">
                <a16:creationId xmlns:a16="http://schemas.microsoft.com/office/drawing/2014/main" id="{751CC42B-6D8A-C73E-D957-0FEAB98BD6C8}"/>
              </a:ext>
            </a:extLst>
          </p:cNvPr>
          <p:cNvCxnSpPr>
            <a:cxnSpLocks/>
          </p:cNvCxnSpPr>
          <p:nvPr/>
        </p:nvCxnSpPr>
        <p:spPr>
          <a:xfrm>
            <a:off x="202551" y="3046513"/>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0AFF0789-3956-D111-2161-95D3783E8DA5}"/>
              </a:ext>
            </a:extLst>
          </p:cNvPr>
          <p:cNvSpPr txBox="1"/>
          <p:nvPr/>
        </p:nvSpPr>
        <p:spPr>
          <a:xfrm>
            <a:off x="202551" y="3130507"/>
            <a:ext cx="57387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リーダー</a:t>
            </a:r>
          </a:p>
        </p:txBody>
      </p:sp>
      <p:cxnSp>
        <p:nvCxnSpPr>
          <p:cNvPr id="28" name="直線コネクタ 27">
            <a:extLst>
              <a:ext uri="{FF2B5EF4-FFF2-40B4-BE49-F238E27FC236}">
                <a16:creationId xmlns:a16="http://schemas.microsoft.com/office/drawing/2014/main" id="{A557D537-3027-6390-65EB-09F1EB91D469}"/>
              </a:ext>
            </a:extLst>
          </p:cNvPr>
          <p:cNvCxnSpPr>
            <a:cxnSpLocks/>
          </p:cNvCxnSpPr>
          <p:nvPr/>
        </p:nvCxnSpPr>
        <p:spPr>
          <a:xfrm>
            <a:off x="202551" y="474343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BEBB4230-89BF-67F4-C919-34457B0D7F55}"/>
              </a:ext>
            </a:extLst>
          </p:cNvPr>
          <p:cNvSpPr txBox="1"/>
          <p:nvPr/>
        </p:nvSpPr>
        <p:spPr>
          <a:xfrm>
            <a:off x="202551" y="4827424"/>
            <a:ext cx="307777"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実行</a:t>
            </a:r>
          </a:p>
        </p:txBody>
      </p:sp>
      <p:cxnSp>
        <p:nvCxnSpPr>
          <p:cNvPr id="50" name="コネクタ: カギ線 49">
            <a:extLst>
              <a:ext uri="{FF2B5EF4-FFF2-40B4-BE49-F238E27FC236}">
                <a16:creationId xmlns:a16="http://schemas.microsoft.com/office/drawing/2014/main" id="{775E5CA8-E2A1-21E0-8163-D449EB2BB457}"/>
              </a:ext>
            </a:extLst>
          </p:cNvPr>
          <p:cNvCxnSpPr>
            <a:cxnSpLocks/>
            <a:stCxn id="20" idx="2"/>
            <a:endCxn id="52" idx="0"/>
          </p:cNvCxnSpPr>
          <p:nvPr/>
        </p:nvCxnSpPr>
        <p:spPr>
          <a:xfrm rot="16200000" flipH="1">
            <a:off x="6720700" y="3102239"/>
            <a:ext cx="930088" cy="2780280"/>
          </a:xfrm>
          <a:prstGeom prst="bentConnector3">
            <a:avLst>
              <a:gd name="adj1" fmla="val 50000"/>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grpSp>
        <p:nvGrpSpPr>
          <p:cNvPr id="7" name="グループ化 6">
            <a:extLst>
              <a:ext uri="{FF2B5EF4-FFF2-40B4-BE49-F238E27FC236}">
                <a16:creationId xmlns:a16="http://schemas.microsoft.com/office/drawing/2014/main" id="{D3A77812-4A82-DBAB-2D0C-C56DCBF025AF}"/>
              </a:ext>
            </a:extLst>
          </p:cNvPr>
          <p:cNvGrpSpPr/>
          <p:nvPr/>
        </p:nvGrpSpPr>
        <p:grpSpPr>
          <a:xfrm>
            <a:off x="1895003" y="1966208"/>
            <a:ext cx="1558947" cy="887615"/>
            <a:chOff x="5158183" y="134259"/>
            <a:chExt cx="1558947" cy="887615"/>
          </a:xfrm>
        </p:grpSpPr>
        <p:sp>
          <p:nvSpPr>
            <p:cNvPr id="5" name="テキスト ボックス 4">
              <a:extLst>
                <a:ext uri="{FF2B5EF4-FFF2-40B4-BE49-F238E27FC236}">
                  <a16:creationId xmlns:a16="http://schemas.microsoft.com/office/drawing/2014/main" id="{6D23BE34-AB81-B64A-9EE0-613B7C8A4347}"/>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ステコミ</a:t>
              </a:r>
            </a:p>
          </p:txBody>
        </p:sp>
        <p:sp>
          <p:nvSpPr>
            <p:cNvPr id="6" name="テキスト ボックス 5">
              <a:extLst>
                <a:ext uri="{FF2B5EF4-FFF2-40B4-BE49-F238E27FC236}">
                  <a16:creationId xmlns:a16="http://schemas.microsoft.com/office/drawing/2014/main" id="{977C2FAE-B6D5-8715-B3D6-F15996236523}"/>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A</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B</a:t>
              </a:r>
              <a:r>
                <a:rPr kumimoji="1" lang="ja-JP" altLang="en-US" sz="1400" dirty="0">
                  <a:latin typeface="BIZ UDPゴシック" panose="020B0400000000000000" pitchFamily="50" charset="-128"/>
                  <a:ea typeface="BIZ UDPゴシック" panose="020B0400000000000000" pitchFamily="50" charset="-128"/>
                </a:rPr>
                <a:t>係長</a:t>
              </a:r>
            </a:p>
          </p:txBody>
        </p:sp>
      </p:grpSp>
      <p:sp>
        <p:nvSpPr>
          <p:cNvPr id="8" name="テキスト ボックス 7">
            <a:extLst>
              <a:ext uri="{FF2B5EF4-FFF2-40B4-BE49-F238E27FC236}">
                <a16:creationId xmlns:a16="http://schemas.microsoft.com/office/drawing/2014/main" id="{D6E28198-D44D-6C71-DC29-CDA2BD8BE68D}"/>
              </a:ext>
            </a:extLst>
          </p:cNvPr>
          <p:cNvSpPr txBox="1"/>
          <p:nvPr/>
        </p:nvSpPr>
        <p:spPr>
          <a:xfrm>
            <a:off x="1717590" y="1411873"/>
            <a:ext cx="47448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顧客</a:t>
            </a:r>
            <a:r>
              <a:rPr lang="en-US" altLang="ja-JP" sz="1400" dirty="0">
                <a:latin typeface="BIZ UDPゴシック" panose="020B0400000000000000" pitchFamily="50" charset="-128"/>
                <a:ea typeface="BIZ UDPゴシック" panose="020B0400000000000000" pitchFamily="50" charset="-128"/>
              </a:rPr>
              <a:t>: </a:t>
            </a:r>
            <a:endParaRPr lang="ja-JP" altLang="en-US"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A40C617-A76A-61DB-8287-0077D02859AE}"/>
              </a:ext>
            </a:extLst>
          </p:cNvPr>
          <p:cNvSpPr txBox="1"/>
          <p:nvPr/>
        </p:nvSpPr>
        <p:spPr>
          <a:xfrm>
            <a:off x="4432010" y="1411873"/>
            <a:ext cx="3491340"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弊社</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委託業務の遂行責任 および 報告責務</a:t>
            </a:r>
          </a:p>
        </p:txBody>
      </p:sp>
      <p:grpSp>
        <p:nvGrpSpPr>
          <p:cNvPr id="12" name="グループ化 11">
            <a:extLst>
              <a:ext uri="{FF2B5EF4-FFF2-40B4-BE49-F238E27FC236}">
                <a16:creationId xmlns:a16="http://schemas.microsoft.com/office/drawing/2014/main" id="{86071ED2-319F-A815-C368-E6654FD53129}"/>
              </a:ext>
            </a:extLst>
          </p:cNvPr>
          <p:cNvGrpSpPr/>
          <p:nvPr/>
        </p:nvGrpSpPr>
        <p:grpSpPr>
          <a:xfrm>
            <a:off x="4680476" y="1966208"/>
            <a:ext cx="2219869" cy="564450"/>
            <a:chOff x="5158183" y="134259"/>
            <a:chExt cx="1558947" cy="564450"/>
          </a:xfrm>
        </p:grpSpPr>
        <p:sp>
          <p:nvSpPr>
            <p:cNvPr id="13" name="テキスト ボックス 12">
              <a:extLst>
                <a:ext uri="{FF2B5EF4-FFF2-40B4-BE49-F238E27FC236}">
                  <a16:creationId xmlns:a16="http://schemas.microsoft.com/office/drawing/2014/main" id="{76804F27-9772-764D-5D5B-8F89B5DF28A5}"/>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プロジェクトオーナー</a:t>
              </a:r>
            </a:p>
          </p:txBody>
        </p:sp>
        <p:sp>
          <p:nvSpPr>
            <p:cNvPr id="14" name="テキスト ボックス 13">
              <a:extLst>
                <a:ext uri="{FF2B5EF4-FFF2-40B4-BE49-F238E27FC236}">
                  <a16:creationId xmlns:a16="http://schemas.microsoft.com/office/drawing/2014/main" id="{4C947DAE-7B04-D249-F4E2-D66C70E3C591}"/>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C</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15" name="グループ化 14">
            <a:extLst>
              <a:ext uri="{FF2B5EF4-FFF2-40B4-BE49-F238E27FC236}">
                <a16:creationId xmlns:a16="http://schemas.microsoft.com/office/drawing/2014/main" id="{CECC06FE-F365-1AAE-0B8B-DE299B9870E5}"/>
              </a:ext>
            </a:extLst>
          </p:cNvPr>
          <p:cNvGrpSpPr/>
          <p:nvPr/>
        </p:nvGrpSpPr>
        <p:grpSpPr>
          <a:xfrm>
            <a:off x="9000584" y="1966208"/>
            <a:ext cx="2219869" cy="887615"/>
            <a:chOff x="5158183" y="134259"/>
            <a:chExt cx="1558947" cy="887615"/>
          </a:xfrm>
        </p:grpSpPr>
        <p:sp>
          <p:nvSpPr>
            <p:cNvPr id="16" name="テキスト ボックス 15">
              <a:extLst>
                <a:ext uri="{FF2B5EF4-FFF2-40B4-BE49-F238E27FC236}">
                  <a16:creationId xmlns:a16="http://schemas.microsoft.com/office/drawing/2014/main" id="{780D5047-778B-B6F8-CC76-75D89A11E862}"/>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社内サポート</a:t>
              </a:r>
            </a:p>
          </p:txBody>
        </p:sp>
        <p:sp>
          <p:nvSpPr>
            <p:cNvPr id="17" name="テキスト ボックス 16">
              <a:extLst>
                <a:ext uri="{FF2B5EF4-FFF2-40B4-BE49-F238E27FC236}">
                  <a16:creationId xmlns:a16="http://schemas.microsoft.com/office/drawing/2014/main" id="{E3520229-5CAE-29C6-1766-9B5A7FD0AB3F}"/>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D</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a:t>
              </a:r>
              <a:r>
                <a:rPr lang="ja-JP" altLang="en-US" sz="1400" dirty="0">
                  <a:latin typeface="BIZ UDPゴシック" panose="020B0400000000000000" pitchFamily="50" charset="-128"/>
                  <a:ea typeface="BIZ UDPゴシック" panose="020B0400000000000000" pitchFamily="50" charset="-128"/>
                </a:rPr>
                <a:t>課長</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18" name="グループ化 17">
            <a:extLst>
              <a:ext uri="{FF2B5EF4-FFF2-40B4-BE49-F238E27FC236}">
                <a16:creationId xmlns:a16="http://schemas.microsoft.com/office/drawing/2014/main" id="{8065ABC5-0FA4-8634-AAAF-B9513C816B43}"/>
              </a:ext>
            </a:extLst>
          </p:cNvPr>
          <p:cNvGrpSpPr/>
          <p:nvPr/>
        </p:nvGrpSpPr>
        <p:grpSpPr>
          <a:xfrm>
            <a:off x="4685669" y="3462885"/>
            <a:ext cx="2219869" cy="564450"/>
            <a:chOff x="5158183" y="134259"/>
            <a:chExt cx="1558947" cy="564450"/>
          </a:xfrm>
        </p:grpSpPr>
        <p:sp>
          <p:nvSpPr>
            <p:cNvPr id="19" name="テキスト ボックス 18">
              <a:extLst>
                <a:ext uri="{FF2B5EF4-FFF2-40B4-BE49-F238E27FC236}">
                  <a16:creationId xmlns:a16="http://schemas.microsoft.com/office/drawing/2014/main" id="{4180FA73-96F4-22B2-A913-907A2343DF8D}"/>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プロジェクトリーダー</a:t>
              </a:r>
            </a:p>
          </p:txBody>
        </p:sp>
        <p:sp>
          <p:nvSpPr>
            <p:cNvPr id="20" name="テキスト ボックス 19">
              <a:extLst>
                <a:ext uri="{FF2B5EF4-FFF2-40B4-BE49-F238E27FC236}">
                  <a16:creationId xmlns:a16="http://schemas.microsoft.com/office/drawing/2014/main" id="{27E70FC6-EC35-E084-65A1-3566E4D4DF9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25" name="グループ化 24">
            <a:extLst>
              <a:ext uri="{FF2B5EF4-FFF2-40B4-BE49-F238E27FC236}">
                <a16:creationId xmlns:a16="http://schemas.microsoft.com/office/drawing/2014/main" id="{03719D6B-94F8-E2E5-2CA6-F2CCD5819F50}"/>
              </a:ext>
            </a:extLst>
          </p:cNvPr>
          <p:cNvGrpSpPr/>
          <p:nvPr/>
        </p:nvGrpSpPr>
        <p:grpSpPr>
          <a:xfrm>
            <a:off x="9000583" y="3462885"/>
            <a:ext cx="2219869" cy="887615"/>
            <a:chOff x="5158183" y="134259"/>
            <a:chExt cx="1558947" cy="887615"/>
          </a:xfrm>
        </p:grpSpPr>
        <p:sp>
          <p:nvSpPr>
            <p:cNvPr id="30" name="テキスト ボックス 29">
              <a:extLst>
                <a:ext uri="{FF2B5EF4-FFF2-40B4-BE49-F238E27FC236}">
                  <a16:creationId xmlns:a16="http://schemas.microsoft.com/office/drawing/2014/main" id="{A17F4213-5DE8-60E8-3990-FE76037959DA}"/>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en-US" altLang="ja-JP" sz="1400" dirty="0">
                  <a:latin typeface="BIZ UDPゴシック" panose="020B0400000000000000" pitchFamily="50" charset="-128"/>
                  <a:ea typeface="BIZ UDPゴシック" panose="020B0400000000000000" pitchFamily="50" charset="-128"/>
                </a:rPr>
                <a:t>PMO (</a:t>
              </a:r>
              <a:r>
                <a:rPr kumimoji="1" lang="ja-JP" altLang="en-US" sz="1400" dirty="0">
                  <a:latin typeface="BIZ UDPゴシック" panose="020B0400000000000000" pitchFamily="50" charset="-128"/>
                  <a:ea typeface="BIZ UDPゴシック" panose="020B0400000000000000" pitchFamily="50" charset="-128"/>
                </a:rPr>
                <a:t>補佐</a:t>
              </a:r>
              <a:r>
                <a:rPr kumimoji="1" lang="en-US" altLang="ja-JP"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52EE08E0-B5EE-CFB1-6715-B6865CE6B556}"/>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G</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H</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35" name="グループ化 34">
            <a:extLst>
              <a:ext uri="{FF2B5EF4-FFF2-40B4-BE49-F238E27FC236}">
                <a16:creationId xmlns:a16="http://schemas.microsoft.com/office/drawing/2014/main" id="{B98E7F9B-BA42-DC3B-E315-27251CB43160}"/>
              </a:ext>
            </a:extLst>
          </p:cNvPr>
          <p:cNvGrpSpPr/>
          <p:nvPr/>
        </p:nvGrpSpPr>
        <p:grpSpPr>
          <a:xfrm>
            <a:off x="1895003" y="4957423"/>
            <a:ext cx="5005342" cy="564450"/>
            <a:chOff x="5158183" y="134259"/>
            <a:chExt cx="3515101" cy="564450"/>
          </a:xfrm>
        </p:grpSpPr>
        <p:sp>
          <p:nvSpPr>
            <p:cNvPr id="36" name="テキスト ボックス 35">
              <a:extLst>
                <a:ext uri="{FF2B5EF4-FFF2-40B4-BE49-F238E27FC236}">
                  <a16:creationId xmlns:a16="http://schemas.microsoft.com/office/drawing/2014/main" id="{A4F3FC1F-D710-0A8E-2B64-833E4C195F08}"/>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開発チーム</a:t>
              </a:r>
            </a:p>
          </p:txBody>
        </p:sp>
        <p:sp>
          <p:nvSpPr>
            <p:cNvPr id="37" name="テキスト ボックス 36">
              <a:extLst>
                <a:ext uri="{FF2B5EF4-FFF2-40B4-BE49-F238E27FC236}">
                  <a16:creationId xmlns:a16="http://schemas.microsoft.com/office/drawing/2014/main" id="{3B0A52FC-AB85-8CB5-6F03-25B47BC87E8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7C5E726A-81E3-5B7C-4E0B-E8EC7BA32DE1}"/>
                </a:ext>
              </a:extLst>
            </p:cNvPr>
            <p:cNvSpPr txBox="1"/>
            <p:nvPr/>
          </p:nvSpPr>
          <p:spPr>
            <a:xfrm>
              <a:off x="7114337"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ツール</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テストチーム</a:t>
              </a:r>
            </a:p>
          </p:txBody>
        </p:sp>
        <p:sp>
          <p:nvSpPr>
            <p:cNvPr id="44" name="テキスト ボックス 43">
              <a:extLst>
                <a:ext uri="{FF2B5EF4-FFF2-40B4-BE49-F238E27FC236}">
                  <a16:creationId xmlns:a16="http://schemas.microsoft.com/office/drawing/2014/main" id="{FC6FDFA6-FC12-9FD0-8D38-B18C28AE4FB6}"/>
                </a:ext>
              </a:extLst>
            </p:cNvPr>
            <p:cNvSpPr txBox="1"/>
            <p:nvPr/>
          </p:nvSpPr>
          <p:spPr>
            <a:xfrm>
              <a:off x="7114337"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51" name="グループ化 50">
            <a:extLst>
              <a:ext uri="{FF2B5EF4-FFF2-40B4-BE49-F238E27FC236}">
                <a16:creationId xmlns:a16="http://schemas.microsoft.com/office/drawing/2014/main" id="{15FDBC69-06B7-F073-F9B2-3641F0EEBA01}"/>
              </a:ext>
            </a:extLst>
          </p:cNvPr>
          <p:cNvGrpSpPr/>
          <p:nvPr/>
        </p:nvGrpSpPr>
        <p:grpSpPr>
          <a:xfrm>
            <a:off x="7465949" y="4957423"/>
            <a:ext cx="2219869" cy="564450"/>
            <a:chOff x="5158183" y="134259"/>
            <a:chExt cx="1558947" cy="564450"/>
          </a:xfrm>
        </p:grpSpPr>
        <p:sp>
          <p:nvSpPr>
            <p:cNvPr id="52" name="テキスト ボックス 51">
              <a:extLst>
                <a:ext uri="{FF2B5EF4-FFF2-40B4-BE49-F238E27FC236}">
                  <a16:creationId xmlns:a16="http://schemas.microsoft.com/office/drawing/2014/main" id="{26DA4184-5AAF-9FF1-03BD-FA711802E078}"/>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lang="ja-JP" altLang="en-US" sz="1400" dirty="0">
                  <a:latin typeface="BIZ UDPゴシック" panose="020B0400000000000000" pitchFamily="50" charset="-128"/>
                  <a:ea typeface="BIZ UDPゴシック" panose="020B0400000000000000" pitchFamily="50" charset="-128"/>
                </a:rPr>
                <a:t>運用</a:t>
              </a:r>
              <a:r>
                <a:rPr kumimoji="1" lang="ja-JP" altLang="en-US" sz="1400" dirty="0">
                  <a:latin typeface="BIZ UDPゴシック" panose="020B0400000000000000" pitchFamily="50" charset="-128"/>
                  <a:ea typeface="BIZ UDPゴシック" panose="020B0400000000000000" pitchFamily="50" charset="-128"/>
                </a:rPr>
                <a:t>チーム</a:t>
              </a:r>
            </a:p>
          </p:txBody>
        </p:sp>
        <p:sp>
          <p:nvSpPr>
            <p:cNvPr id="53" name="テキスト ボックス 52">
              <a:extLst>
                <a:ext uri="{FF2B5EF4-FFF2-40B4-BE49-F238E27FC236}">
                  <a16:creationId xmlns:a16="http://schemas.microsoft.com/office/drawing/2014/main" id="{54B5FF82-F6F1-8BAC-6DAD-B74A1CC8B9B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55" name="グループ化 54">
            <a:extLst>
              <a:ext uri="{FF2B5EF4-FFF2-40B4-BE49-F238E27FC236}">
                <a16:creationId xmlns:a16="http://schemas.microsoft.com/office/drawing/2014/main" id="{19E6308A-412A-9C1B-D7AE-37AFBDE51E54}"/>
              </a:ext>
            </a:extLst>
          </p:cNvPr>
          <p:cNvGrpSpPr/>
          <p:nvPr/>
        </p:nvGrpSpPr>
        <p:grpSpPr>
          <a:xfrm>
            <a:off x="1895003" y="3462885"/>
            <a:ext cx="1558947" cy="564450"/>
            <a:chOff x="5158183" y="134259"/>
            <a:chExt cx="1558947" cy="564450"/>
          </a:xfrm>
        </p:grpSpPr>
        <p:sp>
          <p:nvSpPr>
            <p:cNvPr id="56" name="テキスト ボックス 55">
              <a:extLst>
                <a:ext uri="{FF2B5EF4-FFF2-40B4-BE49-F238E27FC236}">
                  <a16:creationId xmlns:a16="http://schemas.microsoft.com/office/drawing/2014/main" id="{505C7ABB-52C1-0CCA-D1B8-30D4E7FE64FE}"/>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en-US" altLang="ja-JP" sz="1400" dirty="0" err="1">
                  <a:latin typeface="BIZ UDPゴシック" panose="020B0400000000000000" pitchFamily="50" charset="-128"/>
                  <a:ea typeface="BIZ UDPゴシック" panose="020B0400000000000000" pitchFamily="50" charset="-128"/>
                </a:rPr>
                <a:t>hoge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0429F4BB-316D-CCF7-749D-1B18BD72D942}"/>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B</a:t>
              </a:r>
              <a:r>
                <a:rPr kumimoji="1" lang="ja-JP" altLang="en-US" sz="1400" dirty="0">
                  <a:latin typeface="BIZ UDPゴシック" panose="020B0400000000000000" pitchFamily="50" charset="-128"/>
                  <a:ea typeface="BIZ UDPゴシック" panose="020B0400000000000000" pitchFamily="50" charset="-128"/>
                </a:rPr>
                <a:t>係長</a:t>
              </a:r>
            </a:p>
          </p:txBody>
        </p:sp>
      </p:grpSp>
      <p:sp>
        <p:nvSpPr>
          <p:cNvPr id="62" name="テキスト ボックス 61">
            <a:extLst>
              <a:ext uri="{FF2B5EF4-FFF2-40B4-BE49-F238E27FC236}">
                <a16:creationId xmlns:a16="http://schemas.microsoft.com/office/drawing/2014/main" id="{314A52D8-705C-F620-21CE-E6A432B76A55}"/>
              </a:ext>
            </a:extLst>
          </p:cNvPr>
          <p:cNvSpPr txBox="1"/>
          <p:nvPr/>
        </p:nvSpPr>
        <p:spPr>
          <a:xfrm>
            <a:off x="3471911" y="2463190"/>
            <a:ext cx="1107676"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進行に関わる</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意思決定</a:t>
            </a:r>
          </a:p>
        </p:txBody>
      </p:sp>
      <p:sp>
        <p:nvSpPr>
          <p:cNvPr id="63" name="テキスト ボックス 62">
            <a:extLst>
              <a:ext uri="{FF2B5EF4-FFF2-40B4-BE49-F238E27FC236}">
                <a16:creationId xmlns:a16="http://schemas.microsoft.com/office/drawing/2014/main" id="{76586CAA-93B2-918F-6603-B3BD7A1050B2}"/>
              </a:ext>
            </a:extLst>
          </p:cNvPr>
          <p:cNvSpPr txBox="1"/>
          <p:nvPr/>
        </p:nvSpPr>
        <p:spPr>
          <a:xfrm>
            <a:off x="6981291" y="3892634"/>
            <a:ext cx="1274388"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計画の進行管理</a:t>
            </a:r>
            <a:endParaRPr lang="en-US" altLang="ja-JP" sz="1200" dirty="0">
              <a:latin typeface="BIZ UDPゴシック" panose="020B0400000000000000" pitchFamily="50" charset="-128"/>
              <a:ea typeface="BIZ UDPゴシック" panose="020B0400000000000000" pitchFamily="50" charset="-128"/>
            </a:endParaRPr>
          </a:p>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進捗報告の責任</a:t>
            </a:r>
          </a:p>
        </p:txBody>
      </p:sp>
      <p:sp>
        <p:nvSpPr>
          <p:cNvPr id="64" name="テキスト ボックス 63">
            <a:extLst>
              <a:ext uri="{FF2B5EF4-FFF2-40B4-BE49-F238E27FC236}">
                <a16:creationId xmlns:a16="http://schemas.microsoft.com/office/drawing/2014/main" id="{CECA3D35-EAD4-FD9B-013A-120FDF8C78AE}"/>
              </a:ext>
            </a:extLst>
          </p:cNvPr>
          <p:cNvSpPr txBox="1"/>
          <p:nvPr/>
        </p:nvSpPr>
        <p:spPr>
          <a:xfrm>
            <a:off x="6975225" y="2194049"/>
            <a:ext cx="1461939"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契約・予算の執行責任</a:t>
            </a:r>
            <a:endParaRPr lang="en-US" altLang="ja-JP" sz="1200" dirty="0">
              <a:latin typeface="BIZ UDPゴシック" panose="020B0400000000000000" pitchFamily="50" charset="-128"/>
              <a:ea typeface="BIZ UDPゴシック" panose="020B0400000000000000" pitchFamily="50" charset="-128"/>
            </a:endParaRPr>
          </a:p>
        </p:txBody>
      </p:sp>
      <p:sp>
        <p:nvSpPr>
          <p:cNvPr id="65" name="テキスト ボックス 64">
            <a:extLst>
              <a:ext uri="{FF2B5EF4-FFF2-40B4-BE49-F238E27FC236}">
                <a16:creationId xmlns:a16="http://schemas.microsoft.com/office/drawing/2014/main" id="{4526D7FD-B605-FB7A-C9C4-6DE4288231DB}"/>
              </a:ext>
            </a:extLst>
          </p:cNvPr>
          <p:cNvSpPr txBox="1"/>
          <p:nvPr/>
        </p:nvSpPr>
        <p:spPr>
          <a:xfrm>
            <a:off x="11324777" y="2499268"/>
            <a:ext cx="10772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人員確保の責任</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1D220C6A-35AF-E77C-803D-B429D9467B06}"/>
              </a:ext>
            </a:extLst>
          </p:cNvPr>
          <p:cNvSpPr txBox="1"/>
          <p:nvPr/>
        </p:nvSpPr>
        <p:spPr>
          <a:xfrm>
            <a:off x="11324777" y="4066610"/>
            <a:ext cx="1538883" cy="369332"/>
          </a:xfrm>
          <a:prstGeom prst="rect">
            <a:avLst/>
          </a:prstGeom>
          <a:noFill/>
        </p:spPr>
        <p:txBody>
          <a:bodyPr wrap="none" lIns="0" tIns="0" rIns="0" bIns="0" rtlCol="0">
            <a:spAutoFit/>
          </a:bodyPr>
          <a:lstStyle/>
          <a:p>
            <a:r>
              <a:rPr lang="ja-JP" altLang="en-US" sz="1200" dirty="0">
                <a:latin typeface="メイリオ" panose="020B0604030504040204" pitchFamily="50" charset="-128"/>
                <a:ea typeface="メイリオ" panose="020B0604030504040204" pitchFamily="50" charset="-128"/>
              </a:rPr>
              <a:t>リーダーと現場の整合</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ギャップ解消</a:t>
            </a:r>
            <a:endParaRPr lang="en-US" altLang="ja-JP" sz="1200" dirty="0">
              <a:latin typeface="メイリオ" panose="020B0604030504040204" pitchFamily="50" charset="-128"/>
              <a:ea typeface="メイリオ" panose="020B0604030504040204" pitchFamily="50" charset="-128"/>
            </a:endParaRPr>
          </a:p>
        </p:txBody>
      </p:sp>
      <p:sp>
        <p:nvSpPr>
          <p:cNvPr id="68" name="テキスト ボックス 67">
            <a:extLst>
              <a:ext uri="{FF2B5EF4-FFF2-40B4-BE49-F238E27FC236}">
                <a16:creationId xmlns:a16="http://schemas.microsoft.com/office/drawing/2014/main" id="{E2807904-658B-AC06-046B-BB095FA523BB}"/>
              </a:ext>
            </a:extLst>
          </p:cNvPr>
          <p:cNvSpPr txBox="1"/>
          <p:nvPr/>
        </p:nvSpPr>
        <p:spPr>
          <a:xfrm>
            <a:off x="2627635" y="5657330"/>
            <a:ext cx="769441"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設計判断</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実現可能性</a:t>
            </a:r>
            <a:endParaRPr lang="en-US" altLang="ja-JP" sz="120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CAF30F4B-24F1-9640-2054-958D85F33083}"/>
              </a:ext>
            </a:extLst>
          </p:cNvPr>
          <p:cNvSpPr txBox="1"/>
          <p:nvPr/>
        </p:nvSpPr>
        <p:spPr>
          <a:xfrm>
            <a:off x="5385989" y="5657330"/>
            <a:ext cx="615553"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効率改善</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品質担保</a:t>
            </a:r>
            <a:endParaRPr lang="en-US" altLang="ja-JP" sz="1200" dirty="0">
              <a:latin typeface="BIZ UDPゴシック" panose="020B0400000000000000" pitchFamily="50" charset="-128"/>
              <a:ea typeface="BIZ UDPゴシック" panose="020B0400000000000000" pitchFamily="50" charset="-128"/>
            </a:endParaRPr>
          </a:p>
        </p:txBody>
      </p:sp>
      <p:sp>
        <p:nvSpPr>
          <p:cNvPr id="74" name="テキスト ボックス 73">
            <a:extLst>
              <a:ext uri="{FF2B5EF4-FFF2-40B4-BE49-F238E27FC236}">
                <a16:creationId xmlns:a16="http://schemas.microsoft.com/office/drawing/2014/main" id="{84BCDAAE-5DDE-61A3-FFFC-8E617269E3B6}"/>
              </a:ext>
            </a:extLst>
          </p:cNvPr>
          <p:cNvSpPr txBox="1"/>
          <p:nvPr/>
        </p:nvSpPr>
        <p:spPr>
          <a:xfrm>
            <a:off x="7960330" y="5657330"/>
            <a:ext cx="1384995"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業務要件の意思決定</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要望窓口</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15405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4083A-1F0A-9A6C-F360-F33D704010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1D1260-7375-86A2-1051-BDCBEDDC4518}"/>
              </a:ext>
            </a:extLst>
          </p:cNvPr>
          <p:cNvSpPr>
            <a:spLocks noGrp="1"/>
          </p:cNvSpPr>
          <p:nvPr>
            <p:ph type="title"/>
          </p:nvPr>
        </p:nvSpPr>
        <p:spPr/>
        <p:txBody>
          <a:bodyPr/>
          <a:lstStyle/>
          <a:p>
            <a:r>
              <a:rPr lang="ja-JP" altLang="en-US" dirty="0"/>
              <a:t>コミュニケーションルール</a:t>
            </a:r>
            <a:endParaRPr kumimoji="1" lang="ja-JP" altLang="en-US" dirty="0"/>
          </a:p>
        </p:txBody>
      </p:sp>
      <p:sp>
        <p:nvSpPr>
          <p:cNvPr id="3" name="フッター プレースホルダー 2">
            <a:extLst>
              <a:ext uri="{FF2B5EF4-FFF2-40B4-BE49-F238E27FC236}">
                <a16:creationId xmlns:a16="http://schemas.microsoft.com/office/drawing/2014/main" id="{19F54152-A0CC-AFC6-F6D7-8A10848D683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3DD5A579-7492-7168-6DD2-52C2BCEA5602}"/>
              </a:ext>
            </a:extLst>
          </p:cNvPr>
          <p:cNvSpPr>
            <a:spLocks noGrp="1"/>
          </p:cNvSpPr>
          <p:nvPr>
            <p:ph type="sldNum" sz="quarter" idx="12"/>
          </p:nvPr>
        </p:nvSpPr>
        <p:spPr>
          <a:xfrm>
            <a:off x="8610601" y="6356355"/>
            <a:ext cx="3173412" cy="365125"/>
          </a:xfrm>
        </p:spPr>
        <p:txBody>
          <a:bodyPr/>
          <a:lstStyle/>
          <a:p>
            <a:fld id="{DCB5AA93-092B-49A1-87A7-3C88D5F38AD7}" type="slidenum">
              <a:rPr lang="ja-JP" altLang="en-US" smtClean="0"/>
              <a:pPr/>
              <a:t>7</a:t>
            </a:fld>
            <a:endParaRPr lang="ja-JP" altLang="en-US" dirty="0"/>
          </a:p>
        </p:txBody>
      </p:sp>
      <p:graphicFrame>
        <p:nvGraphicFramePr>
          <p:cNvPr id="9" name="表 8">
            <a:extLst>
              <a:ext uri="{FF2B5EF4-FFF2-40B4-BE49-F238E27FC236}">
                <a16:creationId xmlns:a16="http://schemas.microsoft.com/office/drawing/2014/main" id="{61323884-E9B1-3C5E-6A5B-20EDE3FE1567}"/>
              </a:ext>
            </a:extLst>
          </p:cNvPr>
          <p:cNvGraphicFramePr>
            <a:graphicFrameLocks noGrp="1"/>
          </p:cNvGraphicFramePr>
          <p:nvPr>
            <p:extLst>
              <p:ext uri="{D42A27DB-BD31-4B8C-83A1-F6EECF244321}">
                <p14:modId xmlns:p14="http://schemas.microsoft.com/office/powerpoint/2010/main" val="2539640769"/>
              </p:ext>
            </p:extLst>
          </p:nvPr>
        </p:nvGraphicFramePr>
        <p:xfrm>
          <a:off x="407989" y="1195406"/>
          <a:ext cx="11376024" cy="4033520"/>
        </p:xfrm>
        <a:graphic>
          <a:graphicData uri="http://schemas.openxmlformats.org/drawingml/2006/table">
            <a:tbl>
              <a:tblPr firstRow="1" bandRow="1">
                <a:tableStyleId>{5C22544A-7EE6-4342-B048-85BDC9FD1C3A}</a:tableStyleId>
              </a:tblPr>
              <a:tblGrid>
                <a:gridCol w="423284">
                  <a:extLst>
                    <a:ext uri="{9D8B030D-6E8A-4147-A177-3AD203B41FA5}">
                      <a16:colId xmlns:a16="http://schemas.microsoft.com/office/drawing/2014/main" val="279041293"/>
                    </a:ext>
                  </a:extLst>
                </a:gridCol>
                <a:gridCol w="1695796">
                  <a:extLst>
                    <a:ext uri="{9D8B030D-6E8A-4147-A177-3AD203B41FA5}">
                      <a16:colId xmlns:a16="http://schemas.microsoft.com/office/drawing/2014/main" val="1769139613"/>
                    </a:ext>
                  </a:extLst>
                </a:gridCol>
                <a:gridCol w="2078182">
                  <a:extLst>
                    <a:ext uri="{9D8B030D-6E8A-4147-A177-3AD203B41FA5}">
                      <a16:colId xmlns:a16="http://schemas.microsoft.com/office/drawing/2014/main" val="2390303899"/>
                    </a:ext>
                  </a:extLst>
                </a:gridCol>
                <a:gridCol w="1720734">
                  <a:extLst>
                    <a:ext uri="{9D8B030D-6E8A-4147-A177-3AD203B41FA5}">
                      <a16:colId xmlns:a16="http://schemas.microsoft.com/office/drawing/2014/main" val="4223384442"/>
                    </a:ext>
                  </a:extLst>
                </a:gridCol>
                <a:gridCol w="2173459">
                  <a:extLst>
                    <a:ext uri="{9D8B030D-6E8A-4147-A177-3AD203B41FA5}">
                      <a16:colId xmlns:a16="http://schemas.microsoft.com/office/drawing/2014/main" val="1379525383"/>
                    </a:ext>
                  </a:extLst>
                </a:gridCol>
                <a:gridCol w="1618291">
                  <a:extLst>
                    <a:ext uri="{9D8B030D-6E8A-4147-A177-3AD203B41FA5}">
                      <a16:colId xmlns:a16="http://schemas.microsoft.com/office/drawing/2014/main" val="411652451"/>
                    </a:ext>
                  </a:extLst>
                </a:gridCol>
                <a:gridCol w="1666278">
                  <a:extLst>
                    <a:ext uri="{9D8B030D-6E8A-4147-A177-3AD203B41FA5}">
                      <a16:colId xmlns:a16="http://schemas.microsoft.com/office/drawing/2014/main" val="3439538324"/>
                    </a:ext>
                  </a:extLst>
                </a:gridCol>
              </a:tblGrid>
              <a:tr h="370840">
                <a:tc>
                  <a:txBody>
                    <a:bodyPr/>
                    <a:lstStyle/>
                    <a:p>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会議体名</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主な議題</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日時</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参加者</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必要資料</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進行役</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成果物</a:t>
                      </a:r>
                    </a:p>
                  </a:txBody>
                  <a:tcPr>
                    <a:solidFill>
                      <a:schemeClr val="bg2">
                        <a:lumMod val="75000"/>
                      </a:schemeClr>
                    </a:solidFill>
                  </a:tcPr>
                </a:tc>
                <a:extLst>
                  <a:ext uri="{0D108BD9-81ED-4DB2-BD59-A6C34878D82A}">
                    <a16:rowId xmlns:a16="http://schemas.microsoft.com/office/drawing/2014/main" val="151539718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プロジェクトキックオフ</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メンバーに対する計画の共有</a:t>
                      </a:r>
                    </a:p>
                  </a:txBody>
                  <a:tcPr>
                    <a:solidFill>
                      <a:schemeClr val="bg1">
                        <a:lumMod val="95000"/>
                      </a:schemeClr>
                    </a:solidFill>
                  </a:tcPr>
                </a:tc>
                <a:tc>
                  <a:txBody>
                    <a:bodyPr/>
                    <a:lstStyle/>
                    <a:p>
                      <a:r>
                        <a:rPr kumimoji="1" lang="en-US" altLang="ja-JP" sz="1200" dirty="0">
                          <a:latin typeface="BIZ UDPゴシック" panose="020B0400000000000000" pitchFamily="50" charset="-128"/>
                          <a:ea typeface="BIZ UDPゴシック" panose="020B0400000000000000" pitchFamily="50" charset="-128"/>
                        </a:rPr>
                        <a:t>2025/10/xx 1.0h</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Ｈｈ</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計画書</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ステコミ</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進行状況の報告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月初 </a:t>
                      </a:r>
                      <a:r>
                        <a:rPr kumimoji="1" lang="en-US" altLang="ja-JP" sz="1200" dirty="0">
                          <a:latin typeface="BIZ UDPゴシック" panose="020B0400000000000000" pitchFamily="50" charset="-128"/>
                          <a:ea typeface="BIZ UDPゴシック" panose="020B0400000000000000" pitchFamily="50" charset="-128"/>
                        </a:rPr>
                        <a:t>1.0h</a:t>
                      </a:r>
                    </a:p>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A</a:t>
                      </a:r>
                      <a:r>
                        <a:rPr kumimoji="1" lang="ja-JP" altLang="en-US" sz="1200" dirty="0">
                          <a:latin typeface="BIZ UDPゴシック" panose="020B0400000000000000" pitchFamily="50" charset="-128"/>
                          <a:ea typeface="BIZ UDPゴシック" panose="020B0400000000000000" pitchFamily="50" charset="-128"/>
                        </a:rPr>
                        <a:t>部長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プロジェクトオーナー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スケジュール表</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顧客定例</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B</a:t>
                      </a:r>
                      <a:r>
                        <a:rPr kumimoji="1" lang="ja-JP" altLang="en-US" sz="1200" dirty="0">
                          <a:latin typeface="BIZ UDPゴシック" panose="020B0400000000000000" pitchFamily="50" charset="-128"/>
                          <a:ea typeface="BIZ UDPゴシック" panose="020B0400000000000000" pitchFamily="50" charset="-128"/>
                        </a:rPr>
                        <a:t>課長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プロジェクト定例</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プロジェクトマネージャー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チーム定例</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昨日タスクの遅れ報告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当日タスクの内容報告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翌日タスクの懸念報告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毎日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endParaRPr kumimoji="1" lang="en-US" altLang="ja-JP" sz="1200" dirty="0">
                        <a:latin typeface="BIZ UDPゴシック" panose="020B0400000000000000" pitchFamily="50" charset="-128"/>
                        <a:ea typeface="BIZ UDPゴシック" panose="020B0400000000000000" pitchFamily="50" charset="-128"/>
                      </a:endParaRPr>
                    </a:p>
                    <a:p>
                      <a:pPr marL="0" marR="0" lvl="0" indent="0" algn="l" defTabSz="914373" rtl="0" eaLnBrk="1" fontAlgn="auto" latinLnBrk="0" hangingPunct="1">
                        <a:lnSpc>
                          <a:spcPct val="100000"/>
                        </a:lnSpc>
                        <a:spcBef>
                          <a:spcPts val="0"/>
                        </a:spcBef>
                        <a:spcAft>
                          <a:spcPts val="0"/>
                        </a:spcAft>
                        <a:buClrTx/>
                        <a:buSzTx/>
                        <a:buFontTx/>
                        <a:buNone/>
                        <a:tabLst/>
                        <a:defRPr/>
                      </a:pPr>
                      <a:r>
                        <a:rPr kumimoji="1" lang="ja-JP" altLang="en-US" sz="1200" dirty="0">
                          <a:latin typeface="BIZ UDPゴシック" panose="020B0400000000000000" pitchFamily="50" charset="-128"/>
                          <a:ea typeface="BIZ UDPゴシック" panose="020B0400000000000000" pitchFamily="50" charset="-128"/>
                        </a:rPr>
                        <a:t>課題ログ</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6</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ハドルミーティング</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技術課題の議論</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不定期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dirty="0">
                          <a:latin typeface="BIZ UDPゴシック" panose="020B0400000000000000" pitchFamily="50" charset="-128"/>
                          <a:ea typeface="BIZ UDPゴシック" panose="020B0400000000000000" pitchFamily="50" charset="-128"/>
                        </a:rPr>
                        <a:t>プロジェクトリーダー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613087573"/>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7</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
        <p:nvSpPr>
          <p:cNvPr id="11" name="テキスト ボックス 10">
            <a:extLst>
              <a:ext uri="{FF2B5EF4-FFF2-40B4-BE49-F238E27FC236}">
                <a16:creationId xmlns:a16="http://schemas.microsoft.com/office/drawing/2014/main" id="{07E635F9-BC5F-FA3A-05D6-D17A779C682D}"/>
              </a:ext>
            </a:extLst>
          </p:cNvPr>
          <p:cNvSpPr txBox="1"/>
          <p:nvPr/>
        </p:nvSpPr>
        <p:spPr>
          <a:xfrm>
            <a:off x="3961359" y="5662594"/>
            <a:ext cx="7822654" cy="646331"/>
          </a:xfrm>
          <a:prstGeom prst="rect">
            <a:avLst/>
          </a:prstGeom>
          <a:noFill/>
        </p:spPr>
        <p:txBody>
          <a:bodyPr wrap="square" lIns="0" tIns="0" rIns="0" bIns="0" rtlCol="0">
            <a:spAutoFit/>
          </a:bodyPr>
          <a:lstStyle/>
          <a:p>
            <a:pPr algn="l"/>
            <a:r>
              <a:rPr kumimoji="1" lang="ja-JP" altLang="en-US" sz="1400" dirty="0">
                <a:latin typeface="BIZ UDPゴシック" panose="020B0400000000000000" pitchFamily="50" charset="-128"/>
                <a:ea typeface="BIZ UDPゴシック" panose="020B0400000000000000" pitchFamily="50" charset="-128"/>
              </a:rPr>
              <a:t>打合せは全体工数の</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a:t>
            </a:r>
            <a:r>
              <a:rPr kumimoji="1" lang="en-US" altLang="ja-JP" sz="1400" dirty="0">
                <a:latin typeface="BIZ UDPゴシック" panose="020B0400000000000000" pitchFamily="50" charset="-128"/>
                <a:ea typeface="BIZ UDPゴシック" panose="020B0400000000000000" pitchFamily="50" charset="-128"/>
              </a:rPr>
              <a:t>25%</a:t>
            </a:r>
            <a:r>
              <a:rPr kumimoji="1" lang="ja-JP" altLang="en-US" sz="1400" dirty="0">
                <a:latin typeface="BIZ UDPゴシック" panose="020B0400000000000000" pitchFamily="50" charset="-128"/>
                <a:ea typeface="BIZ UDPゴシック" panose="020B0400000000000000" pitchFamily="50" charset="-128"/>
              </a:rPr>
              <a:t>を目指す</a:t>
            </a:r>
            <a:r>
              <a:rPr lang="ja-JP" altLang="en-US" sz="1400" dirty="0">
                <a:latin typeface="BIZ UDPゴシック" panose="020B0400000000000000" pitchFamily="50" charset="-128"/>
                <a:ea typeface="BIZ UDPゴシック" panose="020B0400000000000000" pitchFamily="50" charset="-128"/>
              </a:rPr>
              <a:t>。超える場合はマネジメントレベルで最適化を図る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リーダー層：</a:t>
            </a:r>
            <a:r>
              <a:rPr lang="en-US" altLang="ja-JP" sz="1400" dirty="0">
                <a:latin typeface="BIZ UDPゴシック" panose="020B0400000000000000" pitchFamily="50" charset="-128"/>
                <a:ea typeface="BIZ UDPゴシック" panose="020B0400000000000000" pitchFamily="50" charset="-128"/>
              </a:rPr>
              <a:t>25% (8h * 5days * 25% = 10h</a:t>
            </a: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メンバー層：</a:t>
            </a:r>
            <a:r>
              <a:rPr kumimoji="1" lang="en-US" altLang="ja-JP" sz="1400" dirty="0">
                <a:latin typeface="BIZ UDPゴシック" panose="020B0400000000000000" pitchFamily="50" charset="-128"/>
                <a:ea typeface="BIZ UDPゴシック" panose="020B0400000000000000" pitchFamily="50" charset="-128"/>
              </a:rPr>
              <a:t>10% (8h * 5days * 10% =   4h</a:t>
            </a: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1372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B67EC-6337-1ABF-96D8-193F498907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9CAB71-B26A-510D-A6C7-96260D41657B}"/>
              </a:ext>
            </a:extLst>
          </p:cNvPr>
          <p:cNvSpPr>
            <a:spLocks noGrp="1"/>
          </p:cNvSpPr>
          <p:nvPr>
            <p:ph type="title"/>
          </p:nvPr>
        </p:nvSpPr>
        <p:spPr/>
        <p:txBody>
          <a:bodyPr/>
          <a:lstStyle/>
          <a:p>
            <a:r>
              <a:rPr lang="ja-JP" altLang="en-US" dirty="0"/>
              <a:t>責任分担表</a:t>
            </a:r>
            <a:endParaRPr kumimoji="1" lang="ja-JP" altLang="en-US" dirty="0"/>
          </a:p>
        </p:txBody>
      </p:sp>
      <p:sp>
        <p:nvSpPr>
          <p:cNvPr id="3" name="フッター プレースホルダー 2">
            <a:extLst>
              <a:ext uri="{FF2B5EF4-FFF2-40B4-BE49-F238E27FC236}">
                <a16:creationId xmlns:a16="http://schemas.microsoft.com/office/drawing/2014/main" id="{6C4ACFE6-16A8-1730-2FE1-B5701AB3478E}"/>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77ECA5F8-386C-53A1-A579-7FF94C3D71EC}"/>
              </a:ext>
            </a:extLst>
          </p:cNvPr>
          <p:cNvSpPr>
            <a:spLocks noGrp="1"/>
          </p:cNvSpPr>
          <p:nvPr>
            <p:ph type="sldNum" sz="quarter" idx="12"/>
          </p:nvPr>
        </p:nvSpPr>
        <p:spPr>
          <a:xfrm>
            <a:off x="8610601" y="6356355"/>
            <a:ext cx="3173412" cy="365125"/>
          </a:xfrm>
        </p:spPr>
        <p:txBody>
          <a:bodyPr/>
          <a:lstStyle/>
          <a:p>
            <a:fld id="{DCB5AA93-092B-49A1-87A7-3C88D5F38AD7}" type="slidenum">
              <a:rPr lang="ja-JP" altLang="en-US" smtClean="0"/>
              <a:pPr/>
              <a:t>8</a:t>
            </a:fld>
            <a:endParaRPr lang="ja-JP" altLang="en-US" dirty="0"/>
          </a:p>
        </p:txBody>
      </p:sp>
      <p:graphicFrame>
        <p:nvGraphicFramePr>
          <p:cNvPr id="9" name="表 8">
            <a:extLst>
              <a:ext uri="{FF2B5EF4-FFF2-40B4-BE49-F238E27FC236}">
                <a16:creationId xmlns:a16="http://schemas.microsoft.com/office/drawing/2014/main" id="{DE9EA968-53E7-68F4-8D78-7DE85814B751}"/>
              </a:ext>
            </a:extLst>
          </p:cNvPr>
          <p:cNvGraphicFramePr>
            <a:graphicFrameLocks noGrp="1"/>
          </p:cNvGraphicFramePr>
          <p:nvPr>
            <p:extLst>
              <p:ext uri="{D42A27DB-BD31-4B8C-83A1-F6EECF244321}">
                <p14:modId xmlns:p14="http://schemas.microsoft.com/office/powerpoint/2010/main" val="4285659728"/>
              </p:ext>
            </p:extLst>
          </p:nvPr>
        </p:nvGraphicFramePr>
        <p:xfrm>
          <a:off x="407989" y="1195406"/>
          <a:ext cx="11376024" cy="3388360"/>
        </p:xfrm>
        <a:graphic>
          <a:graphicData uri="http://schemas.openxmlformats.org/drawingml/2006/table">
            <a:tbl>
              <a:tblPr firstRow="1" bandRow="1">
                <a:tableStyleId>{5C22544A-7EE6-4342-B048-85BDC9FD1C3A}</a:tableStyleId>
              </a:tblPr>
              <a:tblGrid>
                <a:gridCol w="495923">
                  <a:extLst>
                    <a:ext uri="{9D8B030D-6E8A-4147-A177-3AD203B41FA5}">
                      <a16:colId xmlns:a16="http://schemas.microsoft.com/office/drawing/2014/main" val="279041293"/>
                    </a:ext>
                  </a:extLst>
                </a:gridCol>
                <a:gridCol w="1252548">
                  <a:extLst>
                    <a:ext uri="{9D8B030D-6E8A-4147-A177-3AD203B41FA5}">
                      <a16:colId xmlns:a16="http://schemas.microsoft.com/office/drawing/2014/main" val="1769139613"/>
                    </a:ext>
                  </a:extLst>
                </a:gridCol>
                <a:gridCol w="4122420">
                  <a:extLst>
                    <a:ext uri="{9D8B030D-6E8A-4147-A177-3AD203B41FA5}">
                      <a16:colId xmlns:a16="http://schemas.microsoft.com/office/drawing/2014/main" val="2390303899"/>
                    </a:ext>
                  </a:extLst>
                </a:gridCol>
                <a:gridCol w="1600200">
                  <a:extLst>
                    <a:ext uri="{9D8B030D-6E8A-4147-A177-3AD203B41FA5}">
                      <a16:colId xmlns:a16="http://schemas.microsoft.com/office/drawing/2014/main" val="4223384442"/>
                    </a:ext>
                  </a:extLst>
                </a:gridCol>
                <a:gridCol w="2008929">
                  <a:extLst>
                    <a:ext uri="{9D8B030D-6E8A-4147-A177-3AD203B41FA5}">
                      <a16:colId xmlns:a16="http://schemas.microsoft.com/office/drawing/2014/main" val="1379525383"/>
                    </a:ext>
                  </a:extLst>
                </a:gridCol>
                <a:gridCol w="1896004">
                  <a:extLst>
                    <a:ext uri="{9D8B030D-6E8A-4147-A177-3AD203B41FA5}">
                      <a16:colId xmlns:a16="http://schemas.microsoft.com/office/drawing/2014/main" val="411652451"/>
                    </a:ext>
                  </a:extLst>
                </a:gridCol>
              </a:tblGrid>
              <a:tr h="370840">
                <a:tc>
                  <a:txBody>
                    <a:bodyPr/>
                    <a:lstStyle/>
                    <a:p>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名前</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主な役割</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管理対象</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主な成果物</a:t>
                      </a: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参加会議体</a:t>
                      </a:r>
                    </a:p>
                  </a:txBody>
                  <a:tcPr>
                    <a:solidFill>
                      <a:schemeClr val="bg2">
                        <a:lumMod val="75000"/>
                      </a:schemeClr>
                    </a:solidFill>
                  </a:tcPr>
                </a:tc>
                <a:extLst>
                  <a:ext uri="{0D108BD9-81ED-4DB2-BD59-A6C34878D82A}">
                    <a16:rowId xmlns:a16="http://schemas.microsoft.com/office/drawing/2014/main" val="151539718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オーナー </a:t>
                      </a:r>
                      <a:r>
                        <a:rPr kumimoji="1" lang="en-US" altLang="ja-JP" sz="1200" dirty="0">
                          <a:latin typeface="BIZ UDPゴシック" panose="020B0400000000000000" pitchFamily="50" charset="-128"/>
                          <a:ea typeface="BIZ UDPゴシック" panose="020B0400000000000000" pitchFamily="50" charset="-128"/>
                        </a:rPr>
                        <a:t>(PO)</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事業戦略とプロジェクトの整合性確認</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プロジェクト計画の承認</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人員配分に関する調整と支援</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事業戦略</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月次オーナー会議</a:t>
                      </a: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マネージャー </a:t>
                      </a:r>
                      <a:r>
                        <a:rPr kumimoji="1" lang="en-US" altLang="ja-JP" sz="1200" dirty="0">
                          <a:latin typeface="BIZ UDPゴシック" panose="020B0400000000000000" pitchFamily="50" charset="-128"/>
                          <a:ea typeface="BIZ UDPゴシック" panose="020B0400000000000000" pitchFamily="50" charset="-128"/>
                        </a:rPr>
                        <a:t>(PM)</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プロジェクト全体の最終責任者</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ステコミへの報告</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重要課題の解決支援</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プロジェクト計画書</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報告書</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月次オーナー会議</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リーダー </a:t>
                      </a:r>
                      <a:r>
                        <a:rPr kumimoji="1" lang="en-US" altLang="ja-JP" sz="1200" dirty="0">
                          <a:latin typeface="BIZ UDPゴシック" panose="020B0400000000000000" pitchFamily="50" charset="-128"/>
                          <a:ea typeface="BIZ UDPゴシック" panose="020B0400000000000000" pitchFamily="50" charset="-128"/>
                        </a:rPr>
                        <a:t>(PL)</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プロジェクト全体の計画策定</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推進課題の解決</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タスク計画の策定・推進</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プロジェクト計画書</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リーダー補佐</a:t>
                      </a: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プロジェクト全体</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プロジェクト運営関連資料</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担当業務の遂行</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担当</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週次定例</a:t>
                      </a:r>
                      <a:endParaRPr kumimoji="1" lang="en-US" altLang="ja-JP" sz="1200" dirty="0">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課題管理会議</a:t>
                      </a:r>
                    </a:p>
                    <a:p>
                      <a:pPr marL="171450" marR="0" lvl="0" indent="-171450"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bl>
          </a:graphicData>
        </a:graphic>
      </p:graphicFrame>
    </p:spTree>
    <p:extLst>
      <p:ext uri="{BB962C8B-B14F-4D97-AF65-F5344CB8AC3E}">
        <p14:creationId xmlns:p14="http://schemas.microsoft.com/office/powerpoint/2010/main" val="1700998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E932B-27A7-463A-9D4E-7E099A35E3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3E8FA0-033D-387E-A618-DF2148221AE6}"/>
              </a:ext>
            </a:extLst>
          </p:cNvPr>
          <p:cNvSpPr>
            <a:spLocks noGrp="1"/>
          </p:cNvSpPr>
          <p:nvPr>
            <p:ph type="title"/>
          </p:nvPr>
        </p:nvSpPr>
        <p:spPr/>
        <p:txBody>
          <a:bodyPr/>
          <a:lstStyle/>
          <a:p>
            <a:r>
              <a:rPr lang="en-US" altLang="ja-JP" dirty="0"/>
              <a:t>RACI</a:t>
            </a:r>
            <a:r>
              <a:rPr lang="ja-JP" altLang="en-US" dirty="0"/>
              <a:t>チャート</a:t>
            </a:r>
            <a:endParaRPr kumimoji="1" lang="ja-JP" altLang="en-US" dirty="0"/>
          </a:p>
        </p:txBody>
      </p:sp>
      <p:sp>
        <p:nvSpPr>
          <p:cNvPr id="3" name="フッター プレースホルダー 2">
            <a:extLst>
              <a:ext uri="{FF2B5EF4-FFF2-40B4-BE49-F238E27FC236}">
                <a16:creationId xmlns:a16="http://schemas.microsoft.com/office/drawing/2014/main" id="{CEED7103-8782-DD43-7899-DAFE1555B5B8}"/>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A9F47E4C-786B-B381-4ECC-AE0B4D7871C6}"/>
              </a:ext>
            </a:extLst>
          </p:cNvPr>
          <p:cNvSpPr>
            <a:spLocks noGrp="1"/>
          </p:cNvSpPr>
          <p:nvPr>
            <p:ph type="sldNum" sz="quarter" idx="12"/>
          </p:nvPr>
        </p:nvSpPr>
        <p:spPr>
          <a:xfrm>
            <a:off x="8610601" y="6356355"/>
            <a:ext cx="3173412" cy="365125"/>
          </a:xfrm>
        </p:spPr>
        <p:txBody>
          <a:bodyPr/>
          <a:lstStyle/>
          <a:p>
            <a:fld id="{DCB5AA93-092B-49A1-87A7-3C88D5F38AD7}" type="slidenum">
              <a:rPr lang="ja-JP" altLang="en-US" smtClean="0"/>
              <a:pPr/>
              <a:t>9</a:t>
            </a:fld>
            <a:endParaRPr lang="ja-JP" altLang="en-US" dirty="0"/>
          </a:p>
        </p:txBody>
      </p:sp>
      <p:graphicFrame>
        <p:nvGraphicFramePr>
          <p:cNvPr id="9" name="表 8">
            <a:extLst>
              <a:ext uri="{FF2B5EF4-FFF2-40B4-BE49-F238E27FC236}">
                <a16:creationId xmlns:a16="http://schemas.microsoft.com/office/drawing/2014/main" id="{CAA300A3-1E2C-EC3A-D25E-5423A40B4D64}"/>
              </a:ext>
            </a:extLst>
          </p:cNvPr>
          <p:cNvGraphicFramePr>
            <a:graphicFrameLocks noGrp="1"/>
          </p:cNvGraphicFramePr>
          <p:nvPr>
            <p:extLst>
              <p:ext uri="{D42A27DB-BD31-4B8C-83A1-F6EECF244321}">
                <p14:modId xmlns:p14="http://schemas.microsoft.com/office/powerpoint/2010/main" val="2856851789"/>
              </p:ext>
            </p:extLst>
          </p:nvPr>
        </p:nvGraphicFramePr>
        <p:xfrm>
          <a:off x="407989" y="1195406"/>
          <a:ext cx="11376026" cy="2225040"/>
        </p:xfrm>
        <a:graphic>
          <a:graphicData uri="http://schemas.openxmlformats.org/drawingml/2006/table">
            <a:tbl>
              <a:tblPr firstRow="1" bandRow="1">
                <a:tableStyleId>{5C22544A-7EE6-4342-B048-85BDC9FD1C3A}</a:tableStyleId>
              </a:tblPr>
              <a:tblGrid>
                <a:gridCol w="338997">
                  <a:extLst>
                    <a:ext uri="{9D8B030D-6E8A-4147-A177-3AD203B41FA5}">
                      <a16:colId xmlns:a16="http://schemas.microsoft.com/office/drawing/2014/main" val="279041293"/>
                    </a:ext>
                  </a:extLst>
                </a:gridCol>
                <a:gridCol w="2994434">
                  <a:extLst>
                    <a:ext uri="{9D8B030D-6E8A-4147-A177-3AD203B41FA5}">
                      <a16:colId xmlns:a16="http://schemas.microsoft.com/office/drawing/2014/main" val="1769139613"/>
                    </a:ext>
                  </a:extLst>
                </a:gridCol>
                <a:gridCol w="1608519">
                  <a:extLst>
                    <a:ext uri="{9D8B030D-6E8A-4147-A177-3AD203B41FA5}">
                      <a16:colId xmlns:a16="http://schemas.microsoft.com/office/drawing/2014/main" val="3692360000"/>
                    </a:ext>
                  </a:extLst>
                </a:gridCol>
                <a:gridCol w="1608519">
                  <a:extLst>
                    <a:ext uri="{9D8B030D-6E8A-4147-A177-3AD203B41FA5}">
                      <a16:colId xmlns:a16="http://schemas.microsoft.com/office/drawing/2014/main" val="2653613565"/>
                    </a:ext>
                  </a:extLst>
                </a:gridCol>
                <a:gridCol w="1608519">
                  <a:extLst>
                    <a:ext uri="{9D8B030D-6E8A-4147-A177-3AD203B41FA5}">
                      <a16:colId xmlns:a16="http://schemas.microsoft.com/office/drawing/2014/main" val="2390303899"/>
                    </a:ext>
                  </a:extLst>
                </a:gridCol>
                <a:gridCol w="1608519">
                  <a:extLst>
                    <a:ext uri="{9D8B030D-6E8A-4147-A177-3AD203B41FA5}">
                      <a16:colId xmlns:a16="http://schemas.microsoft.com/office/drawing/2014/main" val="4223384442"/>
                    </a:ext>
                  </a:extLst>
                </a:gridCol>
                <a:gridCol w="1608519">
                  <a:extLst>
                    <a:ext uri="{9D8B030D-6E8A-4147-A177-3AD203B41FA5}">
                      <a16:colId xmlns:a16="http://schemas.microsoft.com/office/drawing/2014/main" val="1379525383"/>
                    </a:ext>
                  </a:extLst>
                </a:gridCol>
              </a:tblGrid>
              <a:tr h="370840">
                <a:tc>
                  <a:txBody>
                    <a:bodyPr/>
                    <a:lstStyle/>
                    <a:p>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名前</a:t>
                      </a:r>
                    </a:p>
                  </a:txBody>
                  <a:tcPr>
                    <a:solidFill>
                      <a:schemeClr val="bg2">
                        <a:lumMod val="75000"/>
                      </a:schemeClr>
                    </a:solidFill>
                  </a:tcPr>
                </a:tc>
                <a:tc>
                  <a:txBody>
                    <a:bodyPr/>
                    <a:lstStyle/>
                    <a:p>
                      <a:r>
                        <a:rPr kumimoji="1" lang="en-US" altLang="ja-JP" sz="1200" dirty="0">
                          <a:latin typeface="BIZ UDPゴシック" panose="020B0400000000000000" pitchFamily="50" charset="-128"/>
                          <a:ea typeface="BIZ UDPゴシック" panose="020B0400000000000000" pitchFamily="50" charset="-128"/>
                        </a:rPr>
                        <a:t>PO</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en-US" altLang="ja-JP" sz="1200">
                          <a:latin typeface="BIZ UDPゴシック" panose="020B0400000000000000" pitchFamily="50" charset="-128"/>
                          <a:ea typeface="BIZ UDPゴシック" panose="020B0400000000000000" pitchFamily="50" charset="-128"/>
                        </a:rPr>
                        <a:t>PM</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en-US" altLang="ja-JP" sz="1200">
                          <a:latin typeface="BIZ UDPゴシック" panose="020B0400000000000000" pitchFamily="50" charset="-128"/>
                          <a:ea typeface="BIZ UDPゴシック" panose="020B0400000000000000" pitchFamily="50" charset="-128"/>
                        </a:rPr>
                        <a:t>PL</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ja-JP" altLang="en-US" sz="1200">
                          <a:latin typeface="BIZ UDPゴシック" panose="020B0400000000000000" pitchFamily="50" charset="-128"/>
                          <a:ea typeface="BIZ UDPゴシック" panose="020B0400000000000000" pitchFamily="50" charset="-128"/>
                        </a:rPr>
                        <a:t>リーダー補佐</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tc>
                  <a:txBody>
                    <a:bodyPr/>
                    <a:lstStyle/>
                    <a:p>
                      <a:r>
                        <a:rPr kumimoji="1" lang="ja-JP" altLang="en-US" sz="1200">
                          <a:latin typeface="BIZ UDPゴシック" panose="020B0400000000000000" pitchFamily="50" charset="-128"/>
                          <a:ea typeface="BIZ UDPゴシック" panose="020B0400000000000000" pitchFamily="50" charset="-128"/>
                        </a:rPr>
                        <a:t>メンバー</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75000"/>
                      </a:schemeClr>
                    </a:solidFill>
                  </a:tcPr>
                </a:tc>
                <a:extLst>
                  <a:ext uri="{0D108BD9-81ED-4DB2-BD59-A6C34878D82A}">
                    <a16:rowId xmlns:a16="http://schemas.microsoft.com/office/drawing/2014/main" val="151539718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71450" indent="-171450">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bl>
          </a:graphicData>
        </a:graphic>
      </p:graphicFrame>
    </p:spTree>
    <p:extLst>
      <p:ext uri="{BB962C8B-B14F-4D97-AF65-F5344CB8AC3E}">
        <p14:creationId xmlns:p14="http://schemas.microsoft.com/office/powerpoint/2010/main" val="94401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8792-1566-CE12-CE1A-6E4C02AA0D4C}"/>
            </a:ext>
          </a:extLst>
        </p:cNvPr>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0359CFD9-7530-5923-F454-8C66145C1D77}"/>
              </a:ext>
            </a:extLst>
          </p:cNvPr>
          <p:cNvSpPr/>
          <p:nvPr/>
        </p:nvSpPr>
        <p:spPr>
          <a:xfrm>
            <a:off x="9809136" y="2167106"/>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34" name="正方形/長方形 133">
            <a:extLst>
              <a:ext uri="{FF2B5EF4-FFF2-40B4-BE49-F238E27FC236}">
                <a16:creationId xmlns:a16="http://schemas.microsoft.com/office/drawing/2014/main" id="{922E16CC-DC06-D7E4-0D64-547B19DD1624}"/>
              </a:ext>
            </a:extLst>
          </p:cNvPr>
          <p:cNvSpPr/>
          <p:nvPr/>
        </p:nvSpPr>
        <p:spPr>
          <a:xfrm>
            <a:off x="5456922" y="2157123"/>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33" name="正方形/長方形 132">
            <a:extLst>
              <a:ext uri="{FF2B5EF4-FFF2-40B4-BE49-F238E27FC236}">
                <a16:creationId xmlns:a16="http://schemas.microsoft.com/office/drawing/2014/main" id="{1760E534-4FD9-F890-37C6-6E4332836A1A}"/>
              </a:ext>
            </a:extLst>
          </p:cNvPr>
          <p:cNvSpPr/>
          <p:nvPr/>
        </p:nvSpPr>
        <p:spPr>
          <a:xfrm>
            <a:off x="7633030" y="2167106"/>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DD74818-1A9E-2EB7-13D1-28A364B60410}"/>
              </a:ext>
            </a:extLst>
          </p:cNvPr>
          <p:cNvSpPr>
            <a:spLocks noGrp="1"/>
          </p:cNvSpPr>
          <p:nvPr>
            <p:ph type="title"/>
          </p:nvPr>
        </p:nvSpPr>
        <p:spPr/>
        <p:txBody>
          <a:bodyPr/>
          <a:lstStyle/>
          <a:p>
            <a:r>
              <a:rPr kumimoji="1" lang="ja-JP" altLang="en-US" dirty="0"/>
              <a:t>成果物構造 </a:t>
            </a:r>
            <a:r>
              <a:rPr kumimoji="1" lang="en-US" altLang="ja-JP" dirty="0"/>
              <a:t>- WBS</a:t>
            </a:r>
            <a:endParaRPr kumimoji="1" lang="ja-JP" altLang="en-US" dirty="0"/>
          </a:p>
        </p:txBody>
      </p:sp>
      <p:sp>
        <p:nvSpPr>
          <p:cNvPr id="3" name="フッター プレースホルダー 2">
            <a:extLst>
              <a:ext uri="{FF2B5EF4-FFF2-40B4-BE49-F238E27FC236}">
                <a16:creationId xmlns:a16="http://schemas.microsoft.com/office/drawing/2014/main" id="{6CE880EC-03A7-0513-ADF2-DEEE8E5352F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97F06C6-BCA0-6D81-DDA4-D225D6509700}"/>
              </a:ext>
            </a:extLst>
          </p:cNvPr>
          <p:cNvSpPr>
            <a:spLocks noGrp="1"/>
          </p:cNvSpPr>
          <p:nvPr>
            <p:ph type="sldNum" sz="quarter" idx="12"/>
          </p:nvPr>
        </p:nvSpPr>
        <p:spPr/>
        <p:txBody>
          <a:bodyPr/>
          <a:lstStyle/>
          <a:p>
            <a:fld id="{DCB5AA93-092B-49A1-87A7-3C88D5F38AD7}" type="slidenum">
              <a:rPr lang="ja-JP" altLang="en-US" smtClean="0"/>
              <a:pPr/>
              <a:t>10</a:t>
            </a:fld>
            <a:endParaRPr lang="ja-JP" altLang="en-US" dirty="0"/>
          </a:p>
        </p:txBody>
      </p:sp>
      <p:sp>
        <p:nvSpPr>
          <p:cNvPr id="33" name="テキスト ボックス 32">
            <a:extLst>
              <a:ext uri="{FF2B5EF4-FFF2-40B4-BE49-F238E27FC236}">
                <a16:creationId xmlns:a16="http://schemas.microsoft.com/office/drawing/2014/main" id="{D35424B0-9408-1291-5B4B-F6D9BFC6253B}"/>
              </a:ext>
            </a:extLst>
          </p:cNvPr>
          <p:cNvSpPr txBox="1"/>
          <p:nvPr/>
        </p:nvSpPr>
        <p:spPr>
          <a:xfrm>
            <a:off x="1015952"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5DFF0566-2A04-6299-D51A-4FC5184223F8}"/>
              </a:ext>
            </a:extLst>
          </p:cNvPr>
          <p:cNvSpPr/>
          <p:nvPr/>
        </p:nvSpPr>
        <p:spPr>
          <a:xfrm>
            <a:off x="1015951" y="126223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プロジェクト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43" name="直線コネクタ 42">
            <a:extLst>
              <a:ext uri="{FF2B5EF4-FFF2-40B4-BE49-F238E27FC236}">
                <a16:creationId xmlns:a16="http://schemas.microsoft.com/office/drawing/2014/main" id="{071B6D32-2D26-5E4A-6D9B-47B4941EB865}"/>
              </a:ext>
            </a:extLst>
          </p:cNvPr>
          <p:cNvCxnSpPr>
            <a:cxnSpLocks/>
          </p:cNvCxnSpPr>
          <p:nvPr/>
        </p:nvCxnSpPr>
        <p:spPr>
          <a:xfrm>
            <a:off x="202551" y="178988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686B5A50-A909-F644-734A-C46A145BB35F}"/>
              </a:ext>
            </a:extLst>
          </p:cNvPr>
          <p:cNvSpPr txBox="1"/>
          <p:nvPr/>
        </p:nvSpPr>
        <p:spPr>
          <a:xfrm>
            <a:off x="202551" y="1558175"/>
            <a:ext cx="52899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1</a:t>
            </a:r>
            <a:endParaRPr lang="ja-JP" altLang="en-US" sz="1200" dirty="0">
              <a:latin typeface="BIZ UDPゴシック" panose="020B0400000000000000" pitchFamily="50" charset="-128"/>
              <a:ea typeface="BIZ UDPゴシック" panose="020B0400000000000000" pitchFamily="50" charset="-128"/>
            </a:endParaRPr>
          </a:p>
        </p:txBody>
      </p:sp>
      <p:cxnSp>
        <p:nvCxnSpPr>
          <p:cNvPr id="26" name="直線コネクタ 25">
            <a:extLst>
              <a:ext uri="{FF2B5EF4-FFF2-40B4-BE49-F238E27FC236}">
                <a16:creationId xmlns:a16="http://schemas.microsoft.com/office/drawing/2014/main" id="{0E55A47D-C931-078A-9A0B-9B144425B483}"/>
              </a:ext>
            </a:extLst>
          </p:cNvPr>
          <p:cNvCxnSpPr>
            <a:cxnSpLocks/>
          </p:cNvCxnSpPr>
          <p:nvPr/>
        </p:nvCxnSpPr>
        <p:spPr>
          <a:xfrm>
            <a:off x="202551" y="2858339"/>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1847A584-6CE3-73DA-8270-2B802A275042}"/>
              </a:ext>
            </a:extLst>
          </p:cNvPr>
          <p:cNvSpPr txBox="1"/>
          <p:nvPr/>
        </p:nvSpPr>
        <p:spPr>
          <a:xfrm>
            <a:off x="202551" y="2626633"/>
            <a:ext cx="55784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2</a:t>
            </a:r>
            <a:endParaRPr lang="ja-JP" altLang="en-US" sz="1200" dirty="0">
              <a:latin typeface="BIZ UDPゴシック" panose="020B0400000000000000" pitchFamily="50" charset="-128"/>
              <a:ea typeface="BIZ UDPゴシック" panose="020B0400000000000000" pitchFamily="50" charset="-128"/>
            </a:endParaRPr>
          </a:p>
        </p:txBody>
      </p:sp>
      <p:cxnSp>
        <p:nvCxnSpPr>
          <p:cNvPr id="28" name="直線コネクタ 27">
            <a:extLst>
              <a:ext uri="{FF2B5EF4-FFF2-40B4-BE49-F238E27FC236}">
                <a16:creationId xmlns:a16="http://schemas.microsoft.com/office/drawing/2014/main" id="{26855044-2CD2-DA56-F760-8095BE7DD2E3}"/>
              </a:ext>
            </a:extLst>
          </p:cNvPr>
          <p:cNvCxnSpPr>
            <a:cxnSpLocks/>
          </p:cNvCxnSpPr>
          <p:nvPr/>
        </p:nvCxnSpPr>
        <p:spPr>
          <a:xfrm>
            <a:off x="202551" y="5603310"/>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C4C7DDDA-5937-DD3F-183C-4163949B77FA}"/>
              </a:ext>
            </a:extLst>
          </p:cNvPr>
          <p:cNvSpPr txBox="1"/>
          <p:nvPr/>
        </p:nvSpPr>
        <p:spPr>
          <a:xfrm>
            <a:off x="202551" y="5371604"/>
            <a:ext cx="14699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3 -&gt; </a:t>
            </a:r>
            <a:r>
              <a:rPr lang="ja-JP" altLang="en-US" sz="1200" dirty="0">
                <a:latin typeface="BIZ UDPゴシック" panose="020B0400000000000000" pitchFamily="50" charset="-128"/>
                <a:ea typeface="BIZ UDPゴシック" panose="020B0400000000000000" pitchFamily="50" charset="-128"/>
              </a:rPr>
              <a:t>ガントへ</a:t>
            </a:r>
          </a:p>
        </p:txBody>
      </p:sp>
      <p:sp>
        <p:nvSpPr>
          <p:cNvPr id="31" name="正方形/長方形 30">
            <a:extLst>
              <a:ext uri="{FF2B5EF4-FFF2-40B4-BE49-F238E27FC236}">
                <a16:creationId xmlns:a16="http://schemas.microsoft.com/office/drawing/2014/main" id="{2A417C16-FF3F-C29C-92D7-2AD5EC84C8C1}"/>
              </a:ext>
            </a:extLst>
          </p:cNvPr>
          <p:cNvSpPr/>
          <p:nvPr/>
        </p:nvSpPr>
        <p:spPr>
          <a:xfrm>
            <a:off x="1015951" y="227754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プロジェクト</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マネジメント</a:t>
            </a:r>
          </a:p>
        </p:txBody>
      </p:sp>
      <p:sp>
        <p:nvSpPr>
          <p:cNvPr id="32" name="正方形/長方形 31">
            <a:extLst>
              <a:ext uri="{FF2B5EF4-FFF2-40B4-BE49-F238E27FC236}">
                <a16:creationId xmlns:a16="http://schemas.microsoft.com/office/drawing/2014/main" id="{6E33FB55-D6AD-4DA9-DBF1-8EBD35DFCEA2}"/>
              </a:ext>
            </a:extLst>
          </p:cNvPr>
          <p:cNvSpPr/>
          <p:nvPr/>
        </p:nvSpPr>
        <p:spPr>
          <a:xfrm>
            <a:off x="319205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要求仕様</a:t>
            </a:r>
          </a:p>
        </p:txBody>
      </p:sp>
      <p:sp>
        <p:nvSpPr>
          <p:cNvPr id="38" name="正方形/長方形 37">
            <a:extLst>
              <a:ext uri="{FF2B5EF4-FFF2-40B4-BE49-F238E27FC236}">
                <a16:creationId xmlns:a16="http://schemas.microsoft.com/office/drawing/2014/main" id="{F6CB9106-B645-887E-3C15-8B207A1825F5}"/>
              </a:ext>
            </a:extLst>
          </p:cNvPr>
          <p:cNvSpPr/>
          <p:nvPr/>
        </p:nvSpPr>
        <p:spPr>
          <a:xfrm>
            <a:off x="534241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設計仕様</a:t>
            </a:r>
          </a:p>
        </p:txBody>
      </p:sp>
      <p:sp>
        <p:nvSpPr>
          <p:cNvPr id="39" name="正方形/長方形 38">
            <a:extLst>
              <a:ext uri="{FF2B5EF4-FFF2-40B4-BE49-F238E27FC236}">
                <a16:creationId xmlns:a16="http://schemas.microsoft.com/office/drawing/2014/main" id="{C42F2CC5-4450-6419-E9AE-4C348C673698}"/>
              </a:ext>
            </a:extLst>
          </p:cNvPr>
          <p:cNvSpPr/>
          <p:nvPr/>
        </p:nvSpPr>
        <p:spPr>
          <a:xfrm>
            <a:off x="749277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p>
        </p:txBody>
      </p:sp>
      <p:sp>
        <p:nvSpPr>
          <p:cNvPr id="41" name="正方形/長方形 40">
            <a:extLst>
              <a:ext uri="{FF2B5EF4-FFF2-40B4-BE49-F238E27FC236}">
                <a16:creationId xmlns:a16="http://schemas.microsoft.com/office/drawing/2014/main" id="{5717DFF3-5C08-F7D1-382C-D2140D0D5320}"/>
              </a:ext>
            </a:extLst>
          </p:cNvPr>
          <p:cNvSpPr/>
          <p:nvPr/>
        </p:nvSpPr>
        <p:spPr>
          <a:xfrm>
            <a:off x="9668883" y="231941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テスト仕様</a:t>
            </a:r>
          </a:p>
        </p:txBody>
      </p:sp>
      <p:sp>
        <p:nvSpPr>
          <p:cNvPr id="42" name="正方形/長方形 41">
            <a:extLst>
              <a:ext uri="{FF2B5EF4-FFF2-40B4-BE49-F238E27FC236}">
                <a16:creationId xmlns:a16="http://schemas.microsoft.com/office/drawing/2014/main" id="{D2C436DB-4955-CD94-9829-29A71D2883AF}"/>
              </a:ext>
            </a:extLst>
          </p:cNvPr>
          <p:cNvSpPr/>
          <p:nvPr/>
        </p:nvSpPr>
        <p:spPr>
          <a:xfrm>
            <a:off x="1892566"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進捗報告</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サマリー</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50" name="コネクタ: カギ線 49">
            <a:extLst>
              <a:ext uri="{FF2B5EF4-FFF2-40B4-BE49-F238E27FC236}">
                <a16:creationId xmlns:a16="http://schemas.microsoft.com/office/drawing/2014/main" id="{DE7C55A3-08B9-5007-ACF7-6F85DDBF6D24}"/>
              </a:ext>
            </a:extLst>
          </p:cNvPr>
          <p:cNvCxnSpPr>
            <a:cxnSpLocks/>
            <a:stCxn id="21" idx="2"/>
            <a:endCxn id="32" idx="0"/>
          </p:cNvCxnSpPr>
          <p:nvPr/>
        </p:nvCxnSpPr>
        <p:spPr>
          <a:xfrm rot="16200000" flipH="1">
            <a:off x="2392662" y="869142"/>
            <a:ext cx="682895" cy="2176106"/>
          </a:xfrm>
          <a:prstGeom prst="bentConnector3">
            <a:avLst>
              <a:gd name="adj1" fmla="val 50000"/>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67" name="コネクタ: カギ線 66">
            <a:extLst>
              <a:ext uri="{FF2B5EF4-FFF2-40B4-BE49-F238E27FC236}">
                <a16:creationId xmlns:a16="http://schemas.microsoft.com/office/drawing/2014/main" id="{F6B68FF7-C599-A22E-84DB-910F0BF68602}"/>
              </a:ext>
            </a:extLst>
          </p:cNvPr>
          <p:cNvCxnSpPr>
            <a:cxnSpLocks/>
            <a:stCxn id="31" idx="2"/>
            <a:endCxn id="42" idx="1"/>
          </p:cNvCxnSpPr>
          <p:nvPr/>
        </p:nvCxnSpPr>
        <p:spPr>
          <a:xfrm rot="16200000" flipH="1">
            <a:off x="1425768" y="2851339"/>
            <a:ext cx="687086" cy="2465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0" name="正方形/長方形 69">
            <a:extLst>
              <a:ext uri="{FF2B5EF4-FFF2-40B4-BE49-F238E27FC236}">
                <a16:creationId xmlns:a16="http://schemas.microsoft.com/office/drawing/2014/main" id="{DF59F340-9C35-7F79-CCDE-67C93E0C70A4}"/>
              </a:ext>
            </a:extLst>
          </p:cNvPr>
          <p:cNvSpPr/>
          <p:nvPr/>
        </p:nvSpPr>
        <p:spPr>
          <a:xfrm>
            <a:off x="1892566"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計画書・証跡</a:t>
            </a:r>
          </a:p>
        </p:txBody>
      </p:sp>
      <p:sp>
        <p:nvSpPr>
          <p:cNvPr id="76" name="正方形/長方形 75">
            <a:extLst>
              <a:ext uri="{FF2B5EF4-FFF2-40B4-BE49-F238E27FC236}">
                <a16:creationId xmlns:a16="http://schemas.microsoft.com/office/drawing/2014/main" id="{E8AE16CA-B5E6-8EB3-B811-8C3E136F6CCC}"/>
              </a:ext>
            </a:extLst>
          </p:cNvPr>
          <p:cNvSpPr/>
          <p:nvPr/>
        </p:nvSpPr>
        <p:spPr>
          <a:xfrm>
            <a:off x="1892566"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シート</a:t>
            </a:r>
          </a:p>
        </p:txBody>
      </p:sp>
      <p:sp>
        <p:nvSpPr>
          <p:cNvPr id="83" name="正方形/長方形 82">
            <a:extLst>
              <a:ext uri="{FF2B5EF4-FFF2-40B4-BE49-F238E27FC236}">
                <a16:creationId xmlns:a16="http://schemas.microsoft.com/office/drawing/2014/main" id="{E38E23AB-AAC6-4530-22F5-47B6B8580131}"/>
              </a:ext>
            </a:extLst>
          </p:cNvPr>
          <p:cNvSpPr/>
          <p:nvPr/>
        </p:nvSpPr>
        <p:spPr>
          <a:xfrm>
            <a:off x="4126611"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システム要求</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710C820D-2E98-964E-22DC-A59E9CB0C7B7}"/>
              </a:ext>
            </a:extLst>
          </p:cNvPr>
          <p:cNvSpPr/>
          <p:nvPr/>
        </p:nvSpPr>
        <p:spPr>
          <a:xfrm>
            <a:off x="4126611"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a:t>
            </a:r>
          </a:p>
        </p:txBody>
      </p:sp>
      <p:sp>
        <p:nvSpPr>
          <p:cNvPr id="85" name="正方形/長方形 84">
            <a:extLst>
              <a:ext uri="{FF2B5EF4-FFF2-40B4-BE49-F238E27FC236}">
                <a16:creationId xmlns:a16="http://schemas.microsoft.com/office/drawing/2014/main" id="{03796D8A-1CB0-A9E7-A49F-C84A02182A48}"/>
              </a:ext>
            </a:extLst>
          </p:cNvPr>
          <p:cNvSpPr/>
          <p:nvPr/>
        </p:nvSpPr>
        <p:spPr>
          <a:xfrm>
            <a:off x="4126611"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機能要件</a:t>
            </a:r>
          </a:p>
        </p:txBody>
      </p:sp>
      <p:sp>
        <p:nvSpPr>
          <p:cNvPr id="86" name="正方形/長方形 85">
            <a:extLst>
              <a:ext uri="{FF2B5EF4-FFF2-40B4-BE49-F238E27FC236}">
                <a16:creationId xmlns:a16="http://schemas.microsoft.com/office/drawing/2014/main" id="{8FDB01BC-56AF-4059-F14A-7676EF9CE648}"/>
              </a:ext>
            </a:extLst>
          </p:cNvPr>
          <p:cNvSpPr/>
          <p:nvPr/>
        </p:nvSpPr>
        <p:spPr>
          <a:xfrm>
            <a:off x="6320232" y="314685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アーキテクチャ</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7" name="正方形/長方形 86">
            <a:extLst>
              <a:ext uri="{FF2B5EF4-FFF2-40B4-BE49-F238E27FC236}">
                <a16:creationId xmlns:a16="http://schemas.microsoft.com/office/drawing/2014/main" id="{E8EB0F88-9A38-56D1-ABC4-B4F779AB3B01}"/>
              </a:ext>
            </a:extLst>
          </p:cNvPr>
          <p:cNvSpPr/>
          <p:nvPr/>
        </p:nvSpPr>
        <p:spPr>
          <a:xfrm>
            <a:off x="6320232" y="363839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a:t>
            </a:r>
          </a:p>
        </p:txBody>
      </p:sp>
      <p:sp>
        <p:nvSpPr>
          <p:cNvPr id="88" name="正方形/長方形 87">
            <a:extLst>
              <a:ext uri="{FF2B5EF4-FFF2-40B4-BE49-F238E27FC236}">
                <a16:creationId xmlns:a16="http://schemas.microsoft.com/office/drawing/2014/main" id="{DE8AF928-5601-C012-B1B9-75282C5439EC}"/>
              </a:ext>
            </a:extLst>
          </p:cNvPr>
          <p:cNvSpPr/>
          <p:nvPr/>
        </p:nvSpPr>
        <p:spPr>
          <a:xfrm>
            <a:off x="6320232" y="412733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インタフェース</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仕様</a:t>
            </a:r>
          </a:p>
        </p:txBody>
      </p:sp>
      <p:sp>
        <p:nvSpPr>
          <p:cNvPr id="89" name="正方形/長方形 88">
            <a:extLst>
              <a:ext uri="{FF2B5EF4-FFF2-40B4-BE49-F238E27FC236}">
                <a16:creationId xmlns:a16="http://schemas.microsoft.com/office/drawing/2014/main" id="{D9747A1E-A31B-B0F7-A012-0FFA095C85F7}"/>
              </a:ext>
            </a:extLst>
          </p:cNvPr>
          <p:cNvSpPr/>
          <p:nvPr/>
        </p:nvSpPr>
        <p:spPr>
          <a:xfrm>
            <a:off x="8513853" y="314667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開発環境</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0" name="正方形/長方形 89">
            <a:extLst>
              <a:ext uri="{FF2B5EF4-FFF2-40B4-BE49-F238E27FC236}">
                <a16:creationId xmlns:a16="http://schemas.microsoft.com/office/drawing/2014/main" id="{10D07433-1F47-D67C-BC16-CD9E1F234909}"/>
              </a:ext>
            </a:extLst>
          </p:cNvPr>
          <p:cNvSpPr/>
          <p:nvPr/>
        </p:nvSpPr>
        <p:spPr>
          <a:xfrm>
            <a:off x="8513853" y="363821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ソースコード</a:t>
            </a:r>
          </a:p>
        </p:txBody>
      </p:sp>
      <p:sp>
        <p:nvSpPr>
          <p:cNvPr id="91" name="正方形/長方形 90">
            <a:extLst>
              <a:ext uri="{FF2B5EF4-FFF2-40B4-BE49-F238E27FC236}">
                <a16:creationId xmlns:a16="http://schemas.microsoft.com/office/drawing/2014/main" id="{C27CED6F-D8F5-8CBF-4D82-204E09C4857B}"/>
              </a:ext>
            </a:extLst>
          </p:cNvPr>
          <p:cNvSpPr/>
          <p:nvPr/>
        </p:nvSpPr>
        <p:spPr>
          <a:xfrm>
            <a:off x="8513853" y="4127149"/>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静的解析</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2" name="正方形/長方形 91">
            <a:extLst>
              <a:ext uri="{FF2B5EF4-FFF2-40B4-BE49-F238E27FC236}">
                <a16:creationId xmlns:a16="http://schemas.microsoft.com/office/drawing/2014/main" id="{65B9AABC-A4C8-BC31-5086-6EB4FD818D0A}"/>
              </a:ext>
            </a:extLst>
          </p:cNvPr>
          <p:cNvSpPr/>
          <p:nvPr/>
        </p:nvSpPr>
        <p:spPr>
          <a:xfrm>
            <a:off x="10689958" y="314593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テストケース</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3" name="正方形/長方形 92">
            <a:extLst>
              <a:ext uri="{FF2B5EF4-FFF2-40B4-BE49-F238E27FC236}">
                <a16:creationId xmlns:a16="http://schemas.microsoft.com/office/drawing/2014/main" id="{7E54C1A7-272D-F185-0882-0BF7F8C766E6}"/>
              </a:ext>
            </a:extLst>
          </p:cNvPr>
          <p:cNvSpPr/>
          <p:nvPr/>
        </p:nvSpPr>
        <p:spPr>
          <a:xfrm>
            <a:off x="10689958" y="3637470"/>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成績書</a:t>
            </a:r>
          </a:p>
        </p:txBody>
      </p:sp>
      <p:sp>
        <p:nvSpPr>
          <p:cNvPr id="94" name="正方形/長方形 93">
            <a:extLst>
              <a:ext uri="{FF2B5EF4-FFF2-40B4-BE49-F238E27FC236}">
                <a16:creationId xmlns:a16="http://schemas.microsoft.com/office/drawing/2014/main" id="{66E75D7E-FAA5-9C6A-6A4A-BE8B4E7A0440}"/>
              </a:ext>
            </a:extLst>
          </p:cNvPr>
          <p:cNvSpPr/>
          <p:nvPr/>
        </p:nvSpPr>
        <p:spPr>
          <a:xfrm>
            <a:off x="10689958" y="412640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手順書</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6" name="正方形/長方形 105">
            <a:extLst>
              <a:ext uri="{FF2B5EF4-FFF2-40B4-BE49-F238E27FC236}">
                <a16:creationId xmlns:a16="http://schemas.microsoft.com/office/drawing/2014/main" id="{20AF63F5-0CD7-AAB1-1545-09B6F6AEC8F9}"/>
              </a:ext>
            </a:extLst>
          </p:cNvPr>
          <p:cNvSpPr/>
          <p:nvPr/>
        </p:nvSpPr>
        <p:spPr>
          <a:xfrm>
            <a:off x="1892566" y="459952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構成管理</a:t>
            </a:r>
          </a:p>
        </p:txBody>
      </p:sp>
      <p:sp>
        <p:nvSpPr>
          <p:cNvPr id="107" name="正方形/長方形 106">
            <a:extLst>
              <a:ext uri="{FF2B5EF4-FFF2-40B4-BE49-F238E27FC236}">
                <a16:creationId xmlns:a16="http://schemas.microsoft.com/office/drawing/2014/main" id="{1580C4FA-7F04-3E17-554E-B31D0EC7EBE2}"/>
              </a:ext>
            </a:extLst>
          </p:cNvPr>
          <p:cNvSpPr/>
          <p:nvPr/>
        </p:nvSpPr>
        <p:spPr>
          <a:xfrm>
            <a:off x="1892566" y="508846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課題ログ</a:t>
            </a:r>
          </a:p>
        </p:txBody>
      </p:sp>
      <p:sp>
        <p:nvSpPr>
          <p:cNvPr id="108" name="正方形/長方形 107">
            <a:extLst>
              <a:ext uri="{FF2B5EF4-FFF2-40B4-BE49-F238E27FC236}">
                <a16:creationId xmlns:a16="http://schemas.microsoft.com/office/drawing/2014/main" id="{B57AD4C5-296F-80B0-40B2-C24343EDC368}"/>
              </a:ext>
            </a:extLst>
          </p:cNvPr>
          <p:cNvSpPr/>
          <p:nvPr/>
        </p:nvSpPr>
        <p:spPr>
          <a:xfrm>
            <a:off x="4126611" y="459952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性能要件</a:t>
            </a:r>
          </a:p>
        </p:txBody>
      </p:sp>
      <p:sp>
        <p:nvSpPr>
          <p:cNvPr id="109" name="正方形/長方形 108">
            <a:extLst>
              <a:ext uri="{FF2B5EF4-FFF2-40B4-BE49-F238E27FC236}">
                <a16:creationId xmlns:a16="http://schemas.microsoft.com/office/drawing/2014/main" id="{CEDE4B62-86C6-E192-D3C9-6BB600A1FC80}"/>
              </a:ext>
            </a:extLst>
          </p:cNvPr>
          <p:cNvSpPr/>
          <p:nvPr/>
        </p:nvSpPr>
        <p:spPr>
          <a:xfrm>
            <a:off x="4126611" y="508846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シート</a:t>
            </a:r>
          </a:p>
        </p:txBody>
      </p:sp>
      <p:sp>
        <p:nvSpPr>
          <p:cNvPr id="110" name="正方形/長方形 109">
            <a:extLst>
              <a:ext uri="{FF2B5EF4-FFF2-40B4-BE49-F238E27FC236}">
                <a16:creationId xmlns:a16="http://schemas.microsoft.com/office/drawing/2014/main" id="{B565636B-BB03-97DE-6A54-36B40D33D195}"/>
              </a:ext>
            </a:extLst>
          </p:cNvPr>
          <p:cNvSpPr/>
          <p:nvPr/>
        </p:nvSpPr>
        <p:spPr>
          <a:xfrm>
            <a:off x="6320232" y="460500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状態遷移</a:t>
            </a:r>
          </a:p>
        </p:txBody>
      </p:sp>
      <p:sp>
        <p:nvSpPr>
          <p:cNvPr id="111" name="正方形/長方形 110">
            <a:extLst>
              <a:ext uri="{FF2B5EF4-FFF2-40B4-BE49-F238E27FC236}">
                <a16:creationId xmlns:a16="http://schemas.microsoft.com/office/drawing/2014/main" id="{F58196A6-65F2-D550-A1C0-E2E0D8ADDB7D}"/>
              </a:ext>
            </a:extLst>
          </p:cNvPr>
          <p:cNvSpPr/>
          <p:nvPr/>
        </p:nvSpPr>
        <p:spPr>
          <a:xfrm>
            <a:off x="6320232" y="509394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ロジック設計</a:t>
            </a:r>
          </a:p>
        </p:txBody>
      </p:sp>
      <p:sp>
        <p:nvSpPr>
          <p:cNvPr id="112" name="正方形/長方形 111">
            <a:extLst>
              <a:ext uri="{FF2B5EF4-FFF2-40B4-BE49-F238E27FC236}">
                <a16:creationId xmlns:a16="http://schemas.microsoft.com/office/drawing/2014/main" id="{E41FD8F6-6498-DAC5-F5D6-88478D14A0D7}"/>
              </a:ext>
            </a:extLst>
          </p:cNvPr>
          <p:cNvSpPr/>
          <p:nvPr/>
        </p:nvSpPr>
        <p:spPr>
          <a:xfrm>
            <a:off x="8513853" y="460482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コーディング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ルール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3" name="正方形/長方形 112">
            <a:extLst>
              <a:ext uri="{FF2B5EF4-FFF2-40B4-BE49-F238E27FC236}">
                <a16:creationId xmlns:a16="http://schemas.microsoft.com/office/drawing/2014/main" id="{B68EA97C-A1C5-44EF-2D6D-DD25F9CCC4BE}"/>
              </a:ext>
            </a:extLst>
          </p:cNvPr>
          <p:cNvSpPr/>
          <p:nvPr/>
        </p:nvSpPr>
        <p:spPr>
          <a:xfrm>
            <a:off x="8513853" y="5093759"/>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4" name="正方形/長方形 113">
            <a:extLst>
              <a:ext uri="{FF2B5EF4-FFF2-40B4-BE49-F238E27FC236}">
                <a16:creationId xmlns:a16="http://schemas.microsoft.com/office/drawing/2014/main" id="{1E1071F4-AA54-B57D-562D-56D3EBBC63C6}"/>
              </a:ext>
            </a:extLst>
          </p:cNvPr>
          <p:cNvSpPr/>
          <p:nvPr/>
        </p:nvSpPr>
        <p:spPr>
          <a:xfrm>
            <a:off x="10689958" y="4604080"/>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品質判定</a:t>
            </a:r>
          </a:p>
        </p:txBody>
      </p:sp>
      <p:sp>
        <p:nvSpPr>
          <p:cNvPr id="115" name="正方形/長方形 114">
            <a:extLst>
              <a:ext uri="{FF2B5EF4-FFF2-40B4-BE49-F238E27FC236}">
                <a16:creationId xmlns:a16="http://schemas.microsoft.com/office/drawing/2014/main" id="{A60A4EBD-2FD3-5F82-5F55-95E24485865D}"/>
              </a:ext>
            </a:extLst>
          </p:cNvPr>
          <p:cNvSpPr/>
          <p:nvPr/>
        </p:nvSpPr>
        <p:spPr>
          <a:xfrm>
            <a:off x="10689958" y="50930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16" name="コネクタ: カギ線 115">
            <a:extLst>
              <a:ext uri="{FF2B5EF4-FFF2-40B4-BE49-F238E27FC236}">
                <a16:creationId xmlns:a16="http://schemas.microsoft.com/office/drawing/2014/main" id="{811F7370-092C-6296-24C7-F5A1235EC088}"/>
              </a:ext>
            </a:extLst>
          </p:cNvPr>
          <p:cNvCxnSpPr>
            <a:cxnSpLocks/>
            <a:stCxn id="32" idx="2"/>
            <a:endCxn id="83" idx="1"/>
          </p:cNvCxnSpPr>
          <p:nvPr/>
        </p:nvCxnSpPr>
        <p:spPr>
          <a:xfrm rot="16200000" flipH="1">
            <a:off x="3641394" y="2832920"/>
            <a:ext cx="665984" cy="304449"/>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9" name="コネクタ: カギ線 118">
            <a:extLst>
              <a:ext uri="{FF2B5EF4-FFF2-40B4-BE49-F238E27FC236}">
                <a16:creationId xmlns:a16="http://schemas.microsoft.com/office/drawing/2014/main" id="{53142276-5424-EE20-D4C3-D369D9EFFA73}"/>
              </a:ext>
            </a:extLst>
          </p:cNvPr>
          <p:cNvCxnSpPr>
            <a:cxnSpLocks/>
            <a:stCxn id="38" idx="2"/>
            <a:endCxn id="86" idx="1"/>
          </p:cNvCxnSpPr>
          <p:nvPr/>
        </p:nvCxnSpPr>
        <p:spPr>
          <a:xfrm rot="16200000" flipH="1">
            <a:off x="5810647" y="2814028"/>
            <a:ext cx="671460" cy="3477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2" name="コネクタ: カギ線 121">
            <a:extLst>
              <a:ext uri="{FF2B5EF4-FFF2-40B4-BE49-F238E27FC236}">
                <a16:creationId xmlns:a16="http://schemas.microsoft.com/office/drawing/2014/main" id="{2CFA2292-8948-98AE-F79D-7FCB6578A552}"/>
              </a:ext>
            </a:extLst>
          </p:cNvPr>
          <p:cNvCxnSpPr>
            <a:cxnSpLocks/>
            <a:stCxn id="39" idx="2"/>
            <a:endCxn id="89" idx="1"/>
          </p:cNvCxnSpPr>
          <p:nvPr/>
        </p:nvCxnSpPr>
        <p:spPr>
          <a:xfrm rot="16200000" flipH="1">
            <a:off x="7982729" y="2792305"/>
            <a:ext cx="671277" cy="390971"/>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5" name="コネクタ: カギ線 124">
            <a:extLst>
              <a:ext uri="{FF2B5EF4-FFF2-40B4-BE49-F238E27FC236}">
                <a16:creationId xmlns:a16="http://schemas.microsoft.com/office/drawing/2014/main" id="{2E367BC0-4B4F-63EE-76CD-4F915EEA4FF0}"/>
              </a:ext>
            </a:extLst>
          </p:cNvPr>
          <p:cNvCxnSpPr>
            <a:cxnSpLocks/>
            <a:stCxn id="41" idx="2"/>
            <a:endCxn id="92" idx="1"/>
          </p:cNvCxnSpPr>
          <p:nvPr/>
        </p:nvCxnSpPr>
        <p:spPr>
          <a:xfrm rot="16200000" flipH="1">
            <a:off x="10169591" y="2802322"/>
            <a:ext cx="649764" cy="39097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28" name="テキスト ボックス 127">
            <a:extLst>
              <a:ext uri="{FF2B5EF4-FFF2-40B4-BE49-F238E27FC236}">
                <a16:creationId xmlns:a16="http://schemas.microsoft.com/office/drawing/2014/main" id="{37DA2FCB-8DCD-976C-D781-C4DD6F67B204}"/>
              </a:ext>
            </a:extLst>
          </p:cNvPr>
          <p:cNvSpPr txBox="1"/>
          <p:nvPr/>
        </p:nvSpPr>
        <p:spPr>
          <a:xfrm>
            <a:off x="3194494"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29" name="テキスト ボックス 128">
            <a:extLst>
              <a:ext uri="{FF2B5EF4-FFF2-40B4-BE49-F238E27FC236}">
                <a16:creationId xmlns:a16="http://schemas.microsoft.com/office/drawing/2014/main" id="{B0E3BDFA-6EEB-2A85-103F-728777C45E0D}"/>
              </a:ext>
            </a:extLst>
          </p:cNvPr>
          <p:cNvSpPr txBox="1"/>
          <p:nvPr/>
        </p:nvSpPr>
        <p:spPr>
          <a:xfrm>
            <a:off x="5467628"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30" name="テキスト ボックス 129">
            <a:extLst>
              <a:ext uri="{FF2B5EF4-FFF2-40B4-BE49-F238E27FC236}">
                <a16:creationId xmlns:a16="http://schemas.microsoft.com/office/drawing/2014/main" id="{3E5768A6-2129-2D5D-EDF2-5C7239B9C81A}"/>
              </a:ext>
            </a:extLst>
          </p:cNvPr>
          <p:cNvSpPr txBox="1"/>
          <p:nvPr/>
        </p:nvSpPr>
        <p:spPr>
          <a:xfrm>
            <a:off x="7684574"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31" name="テキスト ボックス 130">
            <a:extLst>
              <a:ext uri="{FF2B5EF4-FFF2-40B4-BE49-F238E27FC236}">
                <a16:creationId xmlns:a16="http://schemas.microsoft.com/office/drawing/2014/main" id="{5A769FDB-744B-8002-D6BD-1E076DAA15C9}"/>
              </a:ext>
            </a:extLst>
          </p:cNvPr>
          <p:cNvSpPr txBox="1"/>
          <p:nvPr/>
        </p:nvSpPr>
        <p:spPr>
          <a:xfrm>
            <a:off x="9942271"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53488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3C3C-1E4F-E551-D83C-A4EEBC0DB1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96CB95-1496-71B5-8B79-5A1C810EE532}"/>
              </a:ext>
            </a:extLst>
          </p:cNvPr>
          <p:cNvSpPr>
            <a:spLocks noGrp="1"/>
          </p:cNvSpPr>
          <p:nvPr>
            <p:ph type="title"/>
          </p:nvPr>
        </p:nvSpPr>
        <p:spPr/>
        <p:txBody>
          <a:bodyPr/>
          <a:lstStyle/>
          <a:p>
            <a:r>
              <a:rPr lang="ja-JP" altLang="en-US" dirty="0"/>
              <a:t>動機付け</a:t>
            </a:r>
            <a:r>
              <a:rPr kumimoji="1" lang="ja-JP" altLang="en-US" dirty="0"/>
              <a:t>構造 </a:t>
            </a:r>
            <a:r>
              <a:rPr kumimoji="1" lang="en-US" altLang="ja-JP" dirty="0"/>
              <a:t>- WBS</a:t>
            </a:r>
            <a:endParaRPr kumimoji="1" lang="ja-JP" altLang="en-US" dirty="0"/>
          </a:p>
        </p:txBody>
      </p:sp>
      <p:sp>
        <p:nvSpPr>
          <p:cNvPr id="3" name="フッター プレースホルダー 2">
            <a:extLst>
              <a:ext uri="{FF2B5EF4-FFF2-40B4-BE49-F238E27FC236}">
                <a16:creationId xmlns:a16="http://schemas.microsoft.com/office/drawing/2014/main" id="{BF2E8379-ED81-AB98-4BFA-04605736EC44}"/>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A5CE2977-5087-6DE8-DC1D-1CB15FFF22CD}"/>
              </a:ext>
            </a:extLst>
          </p:cNvPr>
          <p:cNvSpPr>
            <a:spLocks noGrp="1"/>
          </p:cNvSpPr>
          <p:nvPr>
            <p:ph type="sldNum" sz="quarter" idx="12"/>
          </p:nvPr>
        </p:nvSpPr>
        <p:spPr/>
        <p:txBody>
          <a:bodyPr/>
          <a:lstStyle/>
          <a:p>
            <a:fld id="{DCB5AA93-092B-49A1-87A7-3C88D5F38AD7}" type="slidenum">
              <a:rPr lang="ja-JP" altLang="en-US" smtClean="0"/>
              <a:pPr/>
              <a:t>11</a:t>
            </a:fld>
            <a:endParaRPr lang="ja-JP" altLang="en-US" dirty="0"/>
          </a:p>
        </p:txBody>
      </p:sp>
      <p:sp>
        <p:nvSpPr>
          <p:cNvPr id="21" name="四角形: 角を丸くする 20">
            <a:extLst>
              <a:ext uri="{FF2B5EF4-FFF2-40B4-BE49-F238E27FC236}">
                <a16:creationId xmlns:a16="http://schemas.microsoft.com/office/drawing/2014/main" id="{F35A0B60-1099-5778-D4F5-8974B57F3233}"/>
              </a:ext>
            </a:extLst>
          </p:cNvPr>
          <p:cNvSpPr/>
          <p:nvPr/>
        </p:nvSpPr>
        <p:spPr>
          <a:xfrm>
            <a:off x="1015951" y="1262238"/>
            <a:ext cx="1260209" cy="353510"/>
          </a:xfrm>
          <a:prstGeom prst="roundRect">
            <a:avLst>
              <a:gd name="adj" fmla="val 50000"/>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ビジョン</a:t>
            </a:r>
          </a:p>
        </p:txBody>
      </p:sp>
      <p:cxnSp>
        <p:nvCxnSpPr>
          <p:cNvPr id="43" name="直線コネクタ 42">
            <a:extLst>
              <a:ext uri="{FF2B5EF4-FFF2-40B4-BE49-F238E27FC236}">
                <a16:creationId xmlns:a16="http://schemas.microsoft.com/office/drawing/2014/main" id="{69447A72-7B4B-D664-D258-DBFE44EDD0A7}"/>
              </a:ext>
            </a:extLst>
          </p:cNvPr>
          <p:cNvCxnSpPr>
            <a:cxnSpLocks/>
          </p:cNvCxnSpPr>
          <p:nvPr/>
        </p:nvCxnSpPr>
        <p:spPr>
          <a:xfrm>
            <a:off x="202551" y="178988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4ED36F0A-9FE8-0DDD-0845-40BC568C1803}"/>
              </a:ext>
            </a:extLst>
          </p:cNvPr>
          <p:cNvSpPr txBox="1"/>
          <p:nvPr/>
        </p:nvSpPr>
        <p:spPr>
          <a:xfrm>
            <a:off x="202551" y="1558175"/>
            <a:ext cx="52899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1</a:t>
            </a:r>
            <a:endParaRPr lang="ja-JP" altLang="en-US" sz="1200" dirty="0">
              <a:latin typeface="BIZ UDPゴシック" panose="020B0400000000000000" pitchFamily="50" charset="-128"/>
              <a:ea typeface="BIZ UDPゴシック" panose="020B0400000000000000" pitchFamily="50" charset="-128"/>
            </a:endParaRPr>
          </a:p>
        </p:txBody>
      </p:sp>
      <p:cxnSp>
        <p:nvCxnSpPr>
          <p:cNvPr id="26" name="直線コネクタ 25">
            <a:extLst>
              <a:ext uri="{FF2B5EF4-FFF2-40B4-BE49-F238E27FC236}">
                <a16:creationId xmlns:a16="http://schemas.microsoft.com/office/drawing/2014/main" id="{97658D1D-1098-BD3F-54A8-5E3DBC1E4842}"/>
              </a:ext>
            </a:extLst>
          </p:cNvPr>
          <p:cNvCxnSpPr>
            <a:cxnSpLocks/>
          </p:cNvCxnSpPr>
          <p:nvPr/>
        </p:nvCxnSpPr>
        <p:spPr>
          <a:xfrm>
            <a:off x="202551" y="2858339"/>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E11DF633-9D0F-5E02-43F3-4D9FE2430A8B}"/>
              </a:ext>
            </a:extLst>
          </p:cNvPr>
          <p:cNvSpPr txBox="1"/>
          <p:nvPr/>
        </p:nvSpPr>
        <p:spPr>
          <a:xfrm>
            <a:off x="202551" y="2626633"/>
            <a:ext cx="55784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2</a:t>
            </a:r>
            <a:endParaRPr lang="ja-JP" altLang="en-US" sz="1200" dirty="0">
              <a:latin typeface="BIZ UDPゴシック" panose="020B0400000000000000" pitchFamily="50" charset="-128"/>
              <a:ea typeface="BIZ UDPゴシック" panose="020B0400000000000000" pitchFamily="50" charset="-128"/>
            </a:endParaRPr>
          </a:p>
        </p:txBody>
      </p:sp>
      <p:cxnSp>
        <p:nvCxnSpPr>
          <p:cNvPr id="28" name="直線コネクタ 27">
            <a:extLst>
              <a:ext uri="{FF2B5EF4-FFF2-40B4-BE49-F238E27FC236}">
                <a16:creationId xmlns:a16="http://schemas.microsoft.com/office/drawing/2014/main" id="{53E9DF76-C24F-C3C8-D680-9B3CDBFC4FAC}"/>
              </a:ext>
            </a:extLst>
          </p:cNvPr>
          <p:cNvCxnSpPr>
            <a:cxnSpLocks/>
          </p:cNvCxnSpPr>
          <p:nvPr/>
        </p:nvCxnSpPr>
        <p:spPr>
          <a:xfrm>
            <a:off x="202551" y="4587113"/>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6D5F0712-B21A-5448-FACE-68EB00D1F729}"/>
              </a:ext>
            </a:extLst>
          </p:cNvPr>
          <p:cNvSpPr txBox="1"/>
          <p:nvPr/>
        </p:nvSpPr>
        <p:spPr>
          <a:xfrm>
            <a:off x="202551" y="4355407"/>
            <a:ext cx="54983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3</a:t>
            </a:r>
            <a:endParaRPr lang="ja-JP" altLang="en-US" sz="1200" dirty="0">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1A6F579C-2B23-F153-6925-6F52BC215C45}"/>
              </a:ext>
            </a:extLst>
          </p:cNvPr>
          <p:cNvSpPr/>
          <p:nvPr/>
        </p:nvSpPr>
        <p:spPr>
          <a:xfrm>
            <a:off x="1015951" y="227754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32" name="正方形/長方形 31">
            <a:extLst>
              <a:ext uri="{FF2B5EF4-FFF2-40B4-BE49-F238E27FC236}">
                <a16:creationId xmlns:a16="http://schemas.microsoft.com/office/drawing/2014/main" id="{704640C5-2DDB-60B7-6ABA-2EDEC857BAA7}"/>
              </a:ext>
            </a:extLst>
          </p:cNvPr>
          <p:cNvSpPr/>
          <p:nvPr/>
        </p:nvSpPr>
        <p:spPr>
          <a:xfrm>
            <a:off x="319205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38" name="正方形/長方形 37">
            <a:extLst>
              <a:ext uri="{FF2B5EF4-FFF2-40B4-BE49-F238E27FC236}">
                <a16:creationId xmlns:a16="http://schemas.microsoft.com/office/drawing/2014/main" id="{D7915E0D-59CE-0524-27FB-24383D37D5A2}"/>
              </a:ext>
            </a:extLst>
          </p:cNvPr>
          <p:cNvSpPr/>
          <p:nvPr/>
        </p:nvSpPr>
        <p:spPr>
          <a:xfrm>
            <a:off x="534241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39" name="正方形/長方形 38">
            <a:extLst>
              <a:ext uri="{FF2B5EF4-FFF2-40B4-BE49-F238E27FC236}">
                <a16:creationId xmlns:a16="http://schemas.microsoft.com/office/drawing/2014/main" id="{28CCD192-3626-E5F9-DFE4-9A524F1A637A}"/>
              </a:ext>
            </a:extLst>
          </p:cNvPr>
          <p:cNvSpPr/>
          <p:nvPr/>
        </p:nvSpPr>
        <p:spPr>
          <a:xfrm>
            <a:off x="749277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41" name="正方形/長方形 40">
            <a:extLst>
              <a:ext uri="{FF2B5EF4-FFF2-40B4-BE49-F238E27FC236}">
                <a16:creationId xmlns:a16="http://schemas.microsoft.com/office/drawing/2014/main" id="{82445C30-1B8A-32DA-78A4-18C5D02E8901}"/>
              </a:ext>
            </a:extLst>
          </p:cNvPr>
          <p:cNvSpPr/>
          <p:nvPr/>
        </p:nvSpPr>
        <p:spPr>
          <a:xfrm>
            <a:off x="9668883" y="231941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目標</a:t>
            </a:r>
          </a:p>
        </p:txBody>
      </p:sp>
      <p:sp>
        <p:nvSpPr>
          <p:cNvPr id="42" name="正方形/長方形 41">
            <a:extLst>
              <a:ext uri="{FF2B5EF4-FFF2-40B4-BE49-F238E27FC236}">
                <a16:creationId xmlns:a16="http://schemas.microsoft.com/office/drawing/2014/main" id="{714AD3A6-4B29-2DA7-5A86-2598E64576C8}"/>
              </a:ext>
            </a:extLst>
          </p:cNvPr>
          <p:cNvSpPr/>
          <p:nvPr/>
        </p:nvSpPr>
        <p:spPr>
          <a:xfrm>
            <a:off x="1892566"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50" name="コネクタ: カギ線 49">
            <a:extLst>
              <a:ext uri="{FF2B5EF4-FFF2-40B4-BE49-F238E27FC236}">
                <a16:creationId xmlns:a16="http://schemas.microsoft.com/office/drawing/2014/main" id="{9E18D4A9-E9A7-CCDD-A3C4-9A4BF192AFE0}"/>
              </a:ext>
            </a:extLst>
          </p:cNvPr>
          <p:cNvCxnSpPr>
            <a:cxnSpLocks/>
            <a:stCxn id="6" idx="2"/>
            <a:endCxn id="31" idx="0"/>
          </p:cNvCxnSpPr>
          <p:nvPr/>
        </p:nvCxnSpPr>
        <p:spPr>
          <a:xfrm rot="5400000">
            <a:off x="2403212" y="858592"/>
            <a:ext cx="661794" cy="2176105"/>
          </a:xfrm>
          <a:prstGeom prst="bentConnector3">
            <a:avLst>
              <a:gd name="adj1" fmla="val 50000"/>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67" name="コネクタ: カギ線 66">
            <a:extLst>
              <a:ext uri="{FF2B5EF4-FFF2-40B4-BE49-F238E27FC236}">
                <a16:creationId xmlns:a16="http://schemas.microsoft.com/office/drawing/2014/main" id="{44B4D705-586D-CB08-97A0-C8B061E5FC5A}"/>
              </a:ext>
            </a:extLst>
          </p:cNvPr>
          <p:cNvCxnSpPr>
            <a:cxnSpLocks/>
            <a:stCxn id="31" idx="2"/>
            <a:endCxn id="42" idx="1"/>
          </p:cNvCxnSpPr>
          <p:nvPr/>
        </p:nvCxnSpPr>
        <p:spPr>
          <a:xfrm rot="16200000" flipH="1">
            <a:off x="1425768" y="2851339"/>
            <a:ext cx="687086" cy="2465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0" name="正方形/長方形 69">
            <a:extLst>
              <a:ext uri="{FF2B5EF4-FFF2-40B4-BE49-F238E27FC236}">
                <a16:creationId xmlns:a16="http://schemas.microsoft.com/office/drawing/2014/main" id="{3F4A499A-52CE-9CC1-DF69-541A7DE5FD48}"/>
              </a:ext>
            </a:extLst>
          </p:cNvPr>
          <p:cNvSpPr/>
          <p:nvPr/>
        </p:nvSpPr>
        <p:spPr>
          <a:xfrm>
            <a:off x="1892566"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6" name="正方形/長方形 75">
            <a:extLst>
              <a:ext uri="{FF2B5EF4-FFF2-40B4-BE49-F238E27FC236}">
                <a16:creationId xmlns:a16="http://schemas.microsoft.com/office/drawing/2014/main" id="{47CA877E-7C91-A0F0-6A9B-EE9C44AA8CD3}"/>
              </a:ext>
            </a:extLst>
          </p:cNvPr>
          <p:cNvSpPr/>
          <p:nvPr/>
        </p:nvSpPr>
        <p:spPr>
          <a:xfrm>
            <a:off x="1892566"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3" name="正方形/長方形 82">
            <a:extLst>
              <a:ext uri="{FF2B5EF4-FFF2-40B4-BE49-F238E27FC236}">
                <a16:creationId xmlns:a16="http://schemas.microsoft.com/office/drawing/2014/main" id="{6E58E696-F2A0-9110-B694-F801C06B1E40}"/>
              </a:ext>
            </a:extLst>
          </p:cNvPr>
          <p:cNvSpPr/>
          <p:nvPr/>
        </p:nvSpPr>
        <p:spPr>
          <a:xfrm>
            <a:off x="4126611"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D96CD36D-D37C-5851-C5EE-A744EC4A8BC2}"/>
              </a:ext>
            </a:extLst>
          </p:cNvPr>
          <p:cNvSpPr/>
          <p:nvPr/>
        </p:nvSpPr>
        <p:spPr>
          <a:xfrm>
            <a:off x="4126611"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6D682DF3-9808-9091-5CDC-F523CCB31FAE}"/>
              </a:ext>
            </a:extLst>
          </p:cNvPr>
          <p:cNvSpPr/>
          <p:nvPr/>
        </p:nvSpPr>
        <p:spPr>
          <a:xfrm>
            <a:off x="4126611"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6" name="正方形/長方形 85">
            <a:extLst>
              <a:ext uri="{FF2B5EF4-FFF2-40B4-BE49-F238E27FC236}">
                <a16:creationId xmlns:a16="http://schemas.microsoft.com/office/drawing/2014/main" id="{B7B5D2A6-EAC4-55A2-A222-C745F7DBFF64}"/>
              </a:ext>
            </a:extLst>
          </p:cNvPr>
          <p:cNvSpPr/>
          <p:nvPr/>
        </p:nvSpPr>
        <p:spPr>
          <a:xfrm>
            <a:off x="6320232" y="314685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7" name="正方形/長方形 86">
            <a:extLst>
              <a:ext uri="{FF2B5EF4-FFF2-40B4-BE49-F238E27FC236}">
                <a16:creationId xmlns:a16="http://schemas.microsoft.com/office/drawing/2014/main" id="{426BF4B4-3C85-3EAD-AB1F-08F452AD7E8D}"/>
              </a:ext>
            </a:extLst>
          </p:cNvPr>
          <p:cNvSpPr/>
          <p:nvPr/>
        </p:nvSpPr>
        <p:spPr>
          <a:xfrm>
            <a:off x="6320232" y="363839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8" name="正方形/長方形 87">
            <a:extLst>
              <a:ext uri="{FF2B5EF4-FFF2-40B4-BE49-F238E27FC236}">
                <a16:creationId xmlns:a16="http://schemas.microsoft.com/office/drawing/2014/main" id="{FC4B3BA7-834C-3676-D966-82928BCCB57F}"/>
              </a:ext>
            </a:extLst>
          </p:cNvPr>
          <p:cNvSpPr/>
          <p:nvPr/>
        </p:nvSpPr>
        <p:spPr>
          <a:xfrm>
            <a:off x="6320232" y="412733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9" name="正方形/長方形 88">
            <a:extLst>
              <a:ext uri="{FF2B5EF4-FFF2-40B4-BE49-F238E27FC236}">
                <a16:creationId xmlns:a16="http://schemas.microsoft.com/office/drawing/2014/main" id="{F1AEDDF7-647F-925F-FE6A-D6F54FD7A8B1}"/>
              </a:ext>
            </a:extLst>
          </p:cNvPr>
          <p:cNvSpPr/>
          <p:nvPr/>
        </p:nvSpPr>
        <p:spPr>
          <a:xfrm>
            <a:off x="8513853" y="314667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0" name="正方形/長方形 89">
            <a:extLst>
              <a:ext uri="{FF2B5EF4-FFF2-40B4-BE49-F238E27FC236}">
                <a16:creationId xmlns:a16="http://schemas.microsoft.com/office/drawing/2014/main" id="{4801E4B3-F27A-18E7-8077-117F53D5EDB2}"/>
              </a:ext>
            </a:extLst>
          </p:cNvPr>
          <p:cNvSpPr/>
          <p:nvPr/>
        </p:nvSpPr>
        <p:spPr>
          <a:xfrm>
            <a:off x="8513853" y="363821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1" name="正方形/長方形 90">
            <a:extLst>
              <a:ext uri="{FF2B5EF4-FFF2-40B4-BE49-F238E27FC236}">
                <a16:creationId xmlns:a16="http://schemas.microsoft.com/office/drawing/2014/main" id="{3E56CFFA-4F3C-9BE8-DDA3-945B976A31F4}"/>
              </a:ext>
            </a:extLst>
          </p:cNvPr>
          <p:cNvSpPr/>
          <p:nvPr/>
        </p:nvSpPr>
        <p:spPr>
          <a:xfrm>
            <a:off x="8513853" y="4127149"/>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2" name="正方形/長方形 91">
            <a:extLst>
              <a:ext uri="{FF2B5EF4-FFF2-40B4-BE49-F238E27FC236}">
                <a16:creationId xmlns:a16="http://schemas.microsoft.com/office/drawing/2014/main" id="{79D886AC-41DB-B84A-6527-F0781885090A}"/>
              </a:ext>
            </a:extLst>
          </p:cNvPr>
          <p:cNvSpPr/>
          <p:nvPr/>
        </p:nvSpPr>
        <p:spPr>
          <a:xfrm>
            <a:off x="10689958" y="314593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3" name="正方形/長方形 92">
            <a:extLst>
              <a:ext uri="{FF2B5EF4-FFF2-40B4-BE49-F238E27FC236}">
                <a16:creationId xmlns:a16="http://schemas.microsoft.com/office/drawing/2014/main" id="{CF60D66D-C0A0-1917-455D-D435EA6F0BED}"/>
              </a:ext>
            </a:extLst>
          </p:cNvPr>
          <p:cNvSpPr/>
          <p:nvPr/>
        </p:nvSpPr>
        <p:spPr>
          <a:xfrm>
            <a:off x="10689958" y="3637470"/>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4" name="正方形/長方形 93">
            <a:extLst>
              <a:ext uri="{FF2B5EF4-FFF2-40B4-BE49-F238E27FC236}">
                <a16:creationId xmlns:a16="http://schemas.microsoft.com/office/drawing/2014/main" id="{FEA21C76-59B2-5BA9-2B38-48519006E2FD}"/>
              </a:ext>
            </a:extLst>
          </p:cNvPr>
          <p:cNvSpPr/>
          <p:nvPr/>
        </p:nvSpPr>
        <p:spPr>
          <a:xfrm>
            <a:off x="10689958" y="412640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標的</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16" name="コネクタ: カギ線 115">
            <a:extLst>
              <a:ext uri="{FF2B5EF4-FFF2-40B4-BE49-F238E27FC236}">
                <a16:creationId xmlns:a16="http://schemas.microsoft.com/office/drawing/2014/main" id="{EA3C3844-C9EB-43D5-2B27-97B3C668438E}"/>
              </a:ext>
            </a:extLst>
          </p:cNvPr>
          <p:cNvCxnSpPr>
            <a:cxnSpLocks/>
            <a:stCxn id="32" idx="2"/>
            <a:endCxn id="83" idx="1"/>
          </p:cNvCxnSpPr>
          <p:nvPr/>
        </p:nvCxnSpPr>
        <p:spPr>
          <a:xfrm rot="16200000" flipH="1">
            <a:off x="3641394" y="2832920"/>
            <a:ext cx="665984" cy="304449"/>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9" name="コネクタ: カギ線 118">
            <a:extLst>
              <a:ext uri="{FF2B5EF4-FFF2-40B4-BE49-F238E27FC236}">
                <a16:creationId xmlns:a16="http://schemas.microsoft.com/office/drawing/2014/main" id="{2921435C-C19B-C098-A5A2-FF169417A63C}"/>
              </a:ext>
            </a:extLst>
          </p:cNvPr>
          <p:cNvCxnSpPr>
            <a:cxnSpLocks/>
            <a:stCxn id="38" idx="2"/>
            <a:endCxn id="86" idx="1"/>
          </p:cNvCxnSpPr>
          <p:nvPr/>
        </p:nvCxnSpPr>
        <p:spPr>
          <a:xfrm rot="16200000" flipH="1">
            <a:off x="5810647" y="2814028"/>
            <a:ext cx="671460" cy="3477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2" name="コネクタ: カギ線 121">
            <a:extLst>
              <a:ext uri="{FF2B5EF4-FFF2-40B4-BE49-F238E27FC236}">
                <a16:creationId xmlns:a16="http://schemas.microsoft.com/office/drawing/2014/main" id="{B5B69AB4-D294-4DF4-736B-46AD8AABD4EB}"/>
              </a:ext>
            </a:extLst>
          </p:cNvPr>
          <p:cNvCxnSpPr>
            <a:cxnSpLocks/>
            <a:stCxn id="39" idx="2"/>
            <a:endCxn id="89" idx="1"/>
          </p:cNvCxnSpPr>
          <p:nvPr/>
        </p:nvCxnSpPr>
        <p:spPr>
          <a:xfrm rot="16200000" flipH="1">
            <a:off x="7982729" y="2792305"/>
            <a:ext cx="671277" cy="390971"/>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5" name="コネクタ: カギ線 124">
            <a:extLst>
              <a:ext uri="{FF2B5EF4-FFF2-40B4-BE49-F238E27FC236}">
                <a16:creationId xmlns:a16="http://schemas.microsoft.com/office/drawing/2014/main" id="{9B4D2FB9-8E9E-19BC-650A-0CCD658B431F}"/>
              </a:ext>
            </a:extLst>
          </p:cNvPr>
          <p:cNvCxnSpPr>
            <a:cxnSpLocks/>
            <a:stCxn id="41" idx="2"/>
            <a:endCxn id="92" idx="1"/>
          </p:cNvCxnSpPr>
          <p:nvPr/>
        </p:nvCxnSpPr>
        <p:spPr>
          <a:xfrm rot="16200000" flipH="1">
            <a:off x="10169591" y="2802322"/>
            <a:ext cx="649764" cy="39097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A28624AE-7678-EFB3-AE77-73B9BEAE1D44}"/>
              </a:ext>
            </a:extLst>
          </p:cNvPr>
          <p:cNvSpPr/>
          <p:nvPr/>
        </p:nvSpPr>
        <p:spPr>
          <a:xfrm>
            <a:off x="3192056" y="1262237"/>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ゴール</a:t>
            </a:r>
          </a:p>
        </p:txBody>
      </p:sp>
      <p:sp>
        <p:nvSpPr>
          <p:cNvPr id="7" name="正方形/長方形 6">
            <a:extLst>
              <a:ext uri="{FF2B5EF4-FFF2-40B4-BE49-F238E27FC236}">
                <a16:creationId xmlns:a16="http://schemas.microsoft.com/office/drawing/2014/main" id="{B7E26610-C311-AEDC-B2B9-CE58C35EB0D1}"/>
              </a:ext>
            </a:extLst>
          </p:cNvPr>
          <p:cNvSpPr/>
          <p:nvPr/>
        </p:nvSpPr>
        <p:spPr>
          <a:xfrm>
            <a:off x="5331317" y="1262237"/>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a:t>
            </a:r>
          </a:p>
        </p:txBody>
      </p:sp>
      <p:sp>
        <p:nvSpPr>
          <p:cNvPr id="8" name="正方形/長方形 7">
            <a:extLst>
              <a:ext uri="{FF2B5EF4-FFF2-40B4-BE49-F238E27FC236}">
                <a16:creationId xmlns:a16="http://schemas.microsoft.com/office/drawing/2014/main" id="{F19FE355-84E5-A1FB-D4C5-9345C0D6927B}"/>
              </a:ext>
            </a:extLst>
          </p:cNvPr>
          <p:cNvSpPr/>
          <p:nvPr/>
        </p:nvSpPr>
        <p:spPr>
          <a:xfrm>
            <a:off x="1892566" y="4725634"/>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8CCE1FDD-7F32-486F-16DE-7F03E449C781}"/>
              </a:ext>
            </a:extLst>
          </p:cNvPr>
          <p:cNvSpPr/>
          <p:nvPr/>
        </p:nvSpPr>
        <p:spPr>
          <a:xfrm>
            <a:off x="1892566" y="4992542"/>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F01AFD37-301F-D960-075C-C2E7076F12A6}"/>
              </a:ext>
            </a:extLst>
          </p:cNvPr>
          <p:cNvSpPr/>
          <p:nvPr/>
        </p:nvSpPr>
        <p:spPr>
          <a:xfrm>
            <a:off x="1892566" y="5259165"/>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2" name="直線コネクタ 11">
            <a:extLst>
              <a:ext uri="{FF2B5EF4-FFF2-40B4-BE49-F238E27FC236}">
                <a16:creationId xmlns:a16="http://schemas.microsoft.com/office/drawing/2014/main" id="{F326B7F0-5A9B-F3CF-41ED-D6CCD2E13A28}"/>
              </a:ext>
            </a:extLst>
          </p:cNvPr>
          <p:cNvCxnSpPr>
            <a:cxnSpLocks/>
            <a:stCxn id="21" idx="3"/>
            <a:endCxn id="6" idx="1"/>
          </p:cNvCxnSpPr>
          <p:nvPr/>
        </p:nvCxnSpPr>
        <p:spPr>
          <a:xfrm flipV="1">
            <a:off x="2276160" y="1438992"/>
            <a:ext cx="915896" cy="1"/>
          </a:xfrm>
          <a:prstGeom prst="line">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EC3F0EA1-AE4E-1592-B905-50AAAEE8F70D}"/>
              </a:ext>
            </a:extLst>
          </p:cNvPr>
          <p:cNvCxnSpPr>
            <a:cxnSpLocks/>
            <a:stCxn id="6" idx="3"/>
            <a:endCxn id="7" idx="1"/>
          </p:cNvCxnSpPr>
          <p:nvPr/>
        </p:nvCxnSpPr>
        <p:spPr>
          <a:xfrm>
            <a:off x="4452265" y="1438992"/>
            <a:ext cx="879052" cy="0"/>
          </a:xfrm>
          <a:prstGeom prst="line">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9E9F8EC6-7699-68ED-CA2A-D2549AA4983B}"/>
              </a:ext>
            </a:extLst>
          </p:cNvPr>
          <p:cNvSpPr/>
          <p:nvPr/>
        </p:nvSpPr>
        <p:spPr>
          <a:xfrm>
            <a:off x="1892566" y="5525788"/>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6BB9BC92-9890-A756-7254-D11276898EF5}"/>
              </a:ext>
            </a:extLst>
          </p:cNvPr>
          <p:cNvSpPr/>
          <p:nvPr/>
        </p:nvSpPr>
        <p:spPr>
          <a:xfrm>
            <a:off x="1892566" y="5792411"/>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FD94AC56-92F3-0A0C-B8AE-DEB8ACB513EB}"/>
              </a:ext>
            </a:extLst>
          </p:cNvPr>
          <p:cNvSpPr/>
          <p:nvPr/>
        </p:nvSpPr>
        <p:spPr>
          <a:xfrm>
            <a:off x="4126611" y="4725634"/>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D7163FCA-1C1D-E132-92B0-C7E016FEA1A2}"/>
              </a:ext>
            </a:extLst>
          </p:cNvPr>
          <p:cNvSpPr/>
          <p:nvPr/>
        </p:nvSpPr>
        <p:spPr>
          <a:xfrm>
            <a:off x="4126611" y="4992542"/>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44936730-DC95-38CE-9CEA-F64DCF0994A8}"/>
              </a:ext>
            </a:extLst>
          </p:cNvPr>
          <p:cNvSpPr/>
          <p:nvPr/>
        </p:nvSpPr>
        <p:spPr>
          <a:xfrm>
            <a:off x="4126611" y="5259165"/>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DCA5D282-250A-1D0C-C8BE-C980FC1D12FD}"/>
              </a:ext>
            </a:extLst>
          </p:cNvPr>
          <p:cNvSpPr/>
          <p:nvPr/>
        </p:nvSpPr>
        <p:spPr>
          <a:xfrm>
            <a:off x="4126611" y="5525788"/>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E248E3D7-B136-3279-907E-64CB4CEC6307}"/>
              </a:ext>
            </a:extLst>
          </p:cNvPr>
          <p:cNvSpPr/>
          <p:nvPr/>
        </p:nvSpPr>
        <p:spPr>
          <a:xfrm>
            <a:off x="4126611" y="5792411"/>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3191D2ED-7877-E228-3DB4-763431DE361D}"/>
              </a:ext>
            </a:extLst>
          </p:cNvPr>
          <p:cNvSpPr/>
          <p:nvPr/>
        </p:nvSpPr>
        <p:spPr>
          <a:xfrm>
            <a:off x="6320232" y="4725634"/>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6" name="正方形/長方形 35">
            <a:extLst>
              <a:ext uri="{FF2B5EF4-FFF2-40B4-BE49-F238E27FC236}">
                <a16:creationId xmlns:a16="http://schemas.microsoft.com/office/drawing/2014/main" id="{FB77174C-5244-0490-C5D8-034450A828B3}"/>
              </a:ext>
            </a:extLst>
          </p:cNvPr>
          <p:cNvSpPr/>
          <p:nvPr/>
        </p:nvSpPr>
        <p:spPr>
          <a:xfrm>
            <a:off x="6320232" y="4992542"/>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正方形/長方形 36">
            <a:extLst>
              <a:ext uri="{FF2B5EF4-FFF2-40B4-BE49-F238E27FC236}">
                <a16:creationId xmlns:a16="http://schemas.microsoft.com/office/drawing/2014/main" id="{E5D192D9-3813-A100-AF91-E790AAC28F07}"/>
              </a:ext>
            </a:extLst>
          </p:cNvPr>
          <p:cNvSpPr/>
          <p:nvPr/>
        </p:nvSpPr>
        <p:spPr>
          <a:xfrm>
            <a:off x="6320232" y="5259165"/>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0" name="正方形/長方形 39">
            <a:extLst>
              <a:ext uri="{FF2B5EF4-FFF2-40B4-BE49-F238E27FC236}">
                <a16:creationId xmlns:a16="http://schemas.microsoft.com/office/drawing/2014/main" id="{4AE6E67C-0851-DFF5-931E-D04AF09AD344}"/>
              </a:ext>
            </a:extLst>
          </p:cNvPr>
          <p:cNvSpPr/>
          <p:nvPr/>
        </p:nvSpPr>
        <p:spPr>
          <a:xfrm>
            <a:off x="6320232" y="5525788"/>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A96EE397-7332-B7FD-BC05-9DC6907FA32B}"/>
              </a:ext>
            </a:extLst>
          </p:cNvPr>
          <p:cNvSpPr/>
          <p:nvPr/>
        </p:nvSpPr>
        <p:spPr>
          <a:xfrm>
            <a:off x="6320232" y="5792411"/>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5" name="正方形/長方形 44">
            <a:extLst>
              <a:ext uri="{FF2B5EF4-FFF2-40B4-BE49-F238E27FC236}">
                <a16:creationId xmlns:a16="http://schemas.microsoft.com/office/drawing/2014/main" id="{184BF27C-B5A0-8D7A-4E9C-F4C7593448A4}"/>
              </a:ext>
            </a:extLst>
          </p:cNvPr>
          <p:cNvSpPr/>
          <p:nvPr/>
        </p:nvSpPr>
        <p:spPr>
          <a:xfrm>
            <a:off x="8513853" y="4733944"/>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6" name="正方形/長方形 45">
            <a:extLst>
              <a:ext uri="{FF2B5EF4-FFF2-40B4-BE49-F238E27FC236}">
                <a16:creationId xmlns:a16="http://schemas.microsoft.com/office/drawing/2014/main" id="{F0402566-1643-A25E-EB36-BC8002EE4C24}"/>
              </a:ext>
            </a:extLst>
          </p:cNvPr>
          <p:cNvSpPr/>
          <p:nvPr/>
        </p:nvSpPr>
        <p:spPr>
          <a:xfrm>
            <a:off x="8513853" y="5000852"/>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7" name="正方形/長方形 46">
            <a:extLst>
              <a:ext uri="{FF2B5EF4-FFF2-40B4-BE49-F238E27FC236}">
                <a16:creationId xmlns:a16="http://schemas.microsoft.com/office/drawing/2014/main" id="{FEB0FDE4-785C-56F9-B734-E9A79D8D3653}"/>
              </a:ext>
            </a:extLst>
          </p:cNvPr>
          <p:cNvSpPr/>
          <p:nvPr/>
        </p:nvSpPr>
        <p:spPr>
          <a:xfrm>
            <a:off x="8513853" y="5267475"/>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8" name="正方形/長方形 47">
            <a:extLst>
              <a:ext uri="{FF2B5EF4-FFF2-40B4-BE49-F238E27FC236}">
                <a16:creationId xmlns:a16="http://schemas.microsoft.com/office/drawing/2014/main" id="{2F9E2C83-9D81-A446-2FB7-295184268320}"/>
              </a:ext>
            </a:extLst>
          </p:cNvPr>
          <p:cNvSpPr/>
          <p:nvPr/>
        </p:nvSpPr>
        <p:spPr>
          <a:xfrm>
            <a:off x="8513853" y="5534098"/>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5885DA1A-CB5D-7467-4A1E-6719138147F3}"/>
              </a:ext>
            </a:extLst>
          </p:cNvPr>
          <p:cNvSpPr/>
          <p:nvPr/>
        </p:nvSpPr>
        <p:spPr>
          <a:xfrm>
            <a:off x="8513853" y="5800721"/>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1" name="正方形/長方形 50">
            <a:extLst>
              <a:ext uri="{FF2B5EF4-FFF2-40B4-BE49-F238E27FC236}">
                <a16:creationId xmlns:a16="http://schemas.microsoft.com/office/drawing/2014/main" id="{636B1B57-0322-D804-A97C-19BC779B6FD9}"/>
              </a:ext>
            </a:extLst>
          </p:cNvPr>
          <p:cNvSpPr/>
          <p:nvPr/>
        </p:nvSpPr>
        <p:spPr>
          <a:xfrm>
            <a:off x="10689958" y="4733944"/>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2" name="正方形/長方形 51">
            <a:extLst>
              <a:ext uri="{FF2B5EF4-FFF2-40B4-BE49-F238E27FC236}">
                <a16:creationId xmlns:a16="http://schemas.microsoft.com/office/drawing/2014/main" id="{5EBCE637-38B2-1ABC-E19B-2730344750BE}"/>
              </a:ext>
            </a:extLst>
          </p:cNvPr>
          <p:cNvSpPr/>
          <p:nvPr/>
        </p:nvSpPr>
        <p:spPr>
          <a:xfrm>
            <a:off x="10689958" y="5000852"/>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3" name="正方形/長方形 52">
            <a:extLst>
              <a:ext uri="{FF2B5EF4-FFF2-40B4-BE49-F238E27FC236}">
                <a16:creationId xmlns:a16="http://schemas.microsoft.com/office/drawing/2014/main" id="{DDA2DE0F-4955-50B3-A294-2DDDE008ADCC}"/>
              </a:ext>
            </a:extLst>
          </p:cNvPr>
          <p:cNvSpPr/>
          <p:nvPr/>
        </p:nvSpPr>
        <p:spPr>
          <a:xfrm>
            <a:off x="10689958" y="5267475"/>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4" name="正方形/長方形 53">
            <a:extLst>
              <a:ext uri="{FF2B5EF4-FFF2-40B4-BE49-F238E27FC236}">
                <a16:creationId xmlns:a16="http://schemas.microsoft.com/office/drawing/2014/main" id="{81AA0680-C7A7-BA90-6E36-83BF3428EB5B}"/>
              </a:ext>
            </a:extLst>
          </p:cNvPr>
          <p:cNvSpPr/>
          <p:nvPr/>
        </p:nvSpPr>
        <p:spPr>
          <a:xfrm>
            <a:off x="10689958" y="5534098"/>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5" name="正方形/長方形 54">
            <a:extLst>
              <a:ext uri="{FF2B5EF4-FFF2-40B4-BE49-F238E27FC236}">
                <a16:creationId xmlns:a16="http://schemas.microsoft.com/office/drawing/2014/main" id="{D5A307C6-9E33-96F5-99CD-16EE3C5CE2B7}"/>
              </a:ext>
            </a:extLst>
          </p:cNvPr>
          <p:cNvSpPr/>
          <p:nvPr/>
        </p:nvSpPr>
        <p:spPr>
          <a:xfrm>
            <a:off x="10689958" y="5800721"/>
            <a:ext cx="1260209" cy="23527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マイルストーン</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82453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B443-E38C-65EC-C4CF-D27AA1F2B7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DF5DB6-6391-15F7-1648-053A6CE52A06}"/>
              </a:ext>
            </a:extLst>
          </p:cNvPr>
          <p:cNvSpPr>
            <a:spLocks noGrp="1"/>
          </p:cNvSpPr>
          <p:nvPr>
            <p:ph type="title"/>
          </p:nvPr>
        </p:nvSpPr>
        <p:spPr/>
        <p:txBody>
          <a:bodyPr/>
          <a:lstStyle/>
          <a:p>
            <a:r>
              <a:rPr lang="ja-JP" altLang="en-US" dirty="0"/>
              <a:t>課題ログ</a:t>
            </a:r>
            <a:endParaRPr kumimoji="1" lang="ja-JP" altLang="en-US" dirty="0"/>
          </a:p>
        </p:txBody>
      </p:sp>
      <p:sp>
        <p:nvSpPr>
          <p:cNvPr id="3" name="フッター プレースホルダー 2">
            <a:extLst>
              <a:ext uri="{FF2B5EF4-FFF2-40B4-BE49-F238E27FC236}">
                <a16:creationId xmlns:a16="http://schemas.microsoft.com/office/drawing/2014/main" id="{B3EF2DB8-AED1-3EE0-3A77-C391120C79A7}"/>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5976E5B9-13F3-9FEE-29A4-5D46A0001E71}"/>
              </a:ext>
            </a:extLst>
          </p:cNvPr>
          <p:cNvSpPr>
            <a:spLocks noGrp="1"/>
          </p:cNvSpPr>
          <p:nvPr>
            <p:ph type="sldNum" sz="quarter" idx="12"/>
          </p:nvPr>
        </p:nvSpPr>
        <p:spPr/>
        <p:txBody>
          <a:bodyPr/>
          <a:lstStyle/>
          <a:p>
            <a:fld id="{DCB5AA93-092B-49A1-87A7-3C88D5F38AD7}" type="slidenum">
              <a:rPr lang="ja-JP" altLang="en-US" smtClean="0"/>
              <a:pPr/>
              <a:t>12</a:t>
            </a:fld>
            <a:endParaRPr lang="ja-JP" altLang="en-US" dirty="0"/>
          </a:p>
        </p:txBody>
      </p:sp>
      <p:graphicFrame>
        <p:nvGraphicFramePr>
          <p:cNvPr id="9" name="表 8">
            <a:extLst>
              <a:ext uri="{FF2B5EF4-FFF2-40B4-BE49-F238E27FC236}">
                <a16:creationId xmlns:a16="http://schemas.microsoft.com/office/drawing/2014/main" id="{404C87FC-409D-4BEB-5624-D1F00F800328}"/>
              </a:ext>
            </a:extLst>
          </p:cNvPr>
          <p:cNvGraphicFramePr>
            <a:graphicFrameLocks noGrp="1"/>
          </p:cNvGraphicFramePr>
          <p:nvPr>
            <p:extLst>
              <p:ext uri="{D42A27DB-BD31-4B8C-83A1-F6EECF244321}">
                <p14:modId xmlns:p14="http://schemas.microsoft.com/office/powerpoint/2010/main" val="2794674450"/>
              </p:ext>
            </p:extLst>
          </p:nvPr>
        </p:nvGraphicFramePr>
        <p:xfrm>
          <a:off x="407989" y="1195406"/>
          <a:ext cx="11376025" cy="3139440"/>
        </p:xfrm>
        <a:graphic>
          <a:graphicData uri="http://schemas.openxmlformats.org/drawingml/2006/table">
            <a:tbl>
              <a:tblPr firstRow="1" bandRow="1">
                <a:tableStyleId>{5C22544A-7EE6-4342-B048-85BDC9FD1C3A}</a:tableStyleId>
              </a:tblPr>
              <a:tblGrid>
                <a:gridCol w="339213">
                  <a:extLst>
                    <a:ext uri="{9D8B030D-6E8A-4147-A177-3AD203B41FA5}">
                      <a16:colId xmlns:a16="http://schemas.microsoft.com/office/drawing/2014/main" val="279041293"/>
                    </a:ext>
                  </a:extLst>
                </a:gridCol>
                <a:gridCol w="2287457">
                  <a:extLst>
                    <a:ext uri="{9D8B030D-6E8A-4147-A177-3AD203B41FA5}">
                      <a16:colId xmlns:a16="http://schemas.microsoft.com/office/drawing/2014/main" val="1769139613"/>
                    </a:ext>
                  </a:extLst>
                </a:gridCol>
                <a:gridCol w="924131">
                  <a:extLst>
                    <a:ext uri="{9D8B030D-6E8A-4147-A177-3AD203B41FA5}">
                      <a16:colId xmlns:a16="http://schemas.microsoft.com/office/drawing/2014/main" val="2390303899"/>
                    </a:ext>
                  </a:extLst>
                </a:gridCol>
                <a:gridCol w="924131">
                  <a:extLst>
                    <a:ext uri="{9D8B030D-6E8A-4147-A177-3AD203B41FA5}">
                      <a16:colId xmlns:a16="http://schemas.microsoft.com/office/drawing/2014/main" val="3201373435"/>
                    </a:ext>
                  </a:extLst>
                </a:gridCol>
                <a:gridCol w="740832">
                  <a:extLst>
                    <a:ext uri="{9D8B030D-6E8A-4147-A177-3AD203B41FA5}">
                      <a16:colId xmlns:a16="http://schemas.microsoft.com/office/drawing/2014/main" val="4223384442"/>
                    </a:ext>
                  </a:extLst>
                </a:gridCol>
                <a:gridCol w="824844">
                  <a:extLst>
                    <a:ext uri="{9D8B030D-6E8A-4147-A177-3AD203B41FA5}">
                      <a16:colId xmlns:a16="http://schemas.microsoft.com/office/drawing/2014/main" val="1379525383"/>
                    </a:ext>
                  </a:extLst>
                </a:gridCol>
                <a:gridCol w="908855">
                  <a:extLst>
                    <a:ext uri="{9D8B030D-6E8A-4147-A177-3AD203B41FA5}">
                      <a16:colId xmlns:a16="http://schemas.microsoft.com/office/drawing/2014/main" val="411652451"/>
                    </a:ext>
                  </a:extLst>
                </a:gridCol>
                <a:gridCol w="595721">
                  <a:extLst>
                    <a:ext uri="{9D8B030D-6E8A-4147-A177-3AD203B41FA5}">
                      <a16:colId xmlns:a16="http://schemas.microsoft.com/office/drawing/2014/main" val="3439538324"/>
                    </a:ext>
                  </a:extLst>
                </a:gridCol>
                <a:gridCol w="3830841">
                  <a:extLst>
                    <a:ext uri="{9D8B030D-6E8A-4147-A177-3AD203B41FA5}">
                      <a16:colId xmlns:a16="http://schemas.microsoft.com/office/drawing/2014/main" val="3742537535"/>
                    </a:ext>
                  </a:extLst>
                </a:gridCol>
              </a:tblGrid>
              <a:tr h="370840">
                <a:tc>
                  <a:txBody>
                    <a:bodyPr/>
                    <a:lstStyle/>
                    <a:p>
                      <a:r>
                        <a:rPr kumimoji="1" lang="en-US" altLang="ja-JP" sz="1200" dirty="0"/>
                        <a:t>#</a:t>
                      </a:r>
                      <a:endParaRPr kumimoji="1" lang="ja-JP" altLang="en-US" sz="1200" dirty="0"/>
                    </a:p>
                  </a:txBody>
                  <a:tcPr>
                    <a:solidFill>
                      <a:schemeClr val="tx2">
                        <a:lumMod val="60000"/>
                        <a:lumOff val="40000"/>
                      </a:schemeClr>
                    </a:solidFill>
                  </a:tcPr>
                </a:tc>
                <a:tc>
                  <a:txBody>
                    <a:bodyPr/>
                    <a:lstStyle/>
                    <a:p>
                      <a:r>
                        <a:rPr kumimoji="1" lang="ja-JP" altLang="en-US" sz="1200" dirty="0"/>
                        <a:t>課題</a:t>
                      </a:r>
                    </a:p>
                  </a:txBody>
                  <a:tcPr>
                    <a:solidFill>
                      <a:schemeClr val="tx2">
                        <a:lumMod val="60000"/>
                        <a:lumOff val="40000"/>
                      </a:schemeClr>
                    </a:solidFill>
                  </a:tcPr>
                </a:tc>
                <a:tc>
                  <a:txBody>
                    <a:bodyPr/>
                    <a:lstStyle/>
                    <a:p>
                      <a:r>
                        <a:rPr kumimoji="1" lang="ja-JP" altLang="en-US" sz="1200" dirty="0"/>
                        <a:t>重要度</a:t>
                      </a:r>
                    </a:p>
                  </a:txBody>
                  <a:tcPr>
                    <a:solidFill>
                      <a:schemeClr val="tx2">
                        <a:lumMod val="60000"/>
                        <a:lumOff val="40000"/>
                      </a:schemeClr>
                    </a:solidFill>
                  </a:tcPr>
                </a:tc>
                <a:tc>
                  <a:txBody>
                    <a:bodyPr/>
                    <a:lstStyle/>
                    <a:p>
                      <a:r>
                        <a:rPr kumimoji="1" lang="ja-JP" altLang="en-US" sz="1200" dirty="0"/>
                        <a:t>緊急度</a:t>
                      </a:r>
                    </a:p>
                  </a:txBody>
                  <a:tcPr>
                    <a:solidFill>
                      <a:schemeClr val="tx2">
                        <a:lumMod val="60000"/>
                        <a:lumOff val="40000"/>
                      </a:schemeClr>
                    </a:solidFill>
                  </a:tcPr>
                </a:tc>
                <a:tc>
                  <a:txBody>
                    <a:bodyPr/>
                    <a:lstStyle/>
                    <a:p>
                      <a:r>
                        <a:rPr kumimoji="1" lang="ja-JP" altLang="en-US" sz="1200" dirty="0"/>
                        <a:t>報告者</a:t>
                      </a:r>
                    </a:p>
                  </a:txBody>
                  <a:tcPr>
                    <a:solidFill>
                      <a:schemeClr val="tx2">
                        <a:lumMod val="60000"/>
                        <a:lumOff val="40000"/>
                      </a:schemeClr>
                    </a:solidFill>
                  </a:tcPr>
                </a:tc>
                <a:tc>
                  <a:txBody>
                    <a:bodyPr/>
                    <a:lstStyle/>
                    <a:p>
                      <a:r>
                        <a:rPr kumimoji="1" lang="ja-JP" altLang="en-US" sz="1200" dirty="0"/>
                        <a:t>担当者</a:t>
                      </a:r>
                    </a:p>
                  </a:txBody>
                  <a:tcPr>
                    <a:solidFill>
                      <a:schemeClr val="tx2">
                        <a:lumMod val="60000"/>
                        <a:lumOff val="40000"/>
                      </a:schemeClr>
                    </a:solidFill>
                  </a:tcPr>
                </a:tc>
                <a:tc>
                  <a:txBody>
                    <a:bodyPr/>
                    <a:lstStyle/>
                    <a:p>
                      <a:r>
                        <a:rPr kumimoji="1" lang="ja-JP" altLang="en-US" sz="1200" dirty="0"/>
                        <a:t>最終更新日</a:t>
                      </a:r>
                    </a:p>
                  </a:txBody>
                  <a:tcPr>
                    <a:solidFill>
                      <a:schemeClr val="tx2">
                        <a:lumMod val="60000"/>
                        <a:lumOff val="40000"/>
                      </a:schemeClr>
                    </a:solidFill>
                  </a:tcPr>
                </a:tc>
                <a:tc>
                  <a:txBody>
                    <a:bodyPr/>
                    <a:lstStyle/>
                    <a:p>
                      <a:r>
                        <a:rPr kumimoji="1" lang="ja-JP" altLang="en-US" sz="1200" dirty="0"/>
                        <a:t>状態</a:t>
                      </a:r>
                    </a:p>
                  </a:txBody>
                  <a:tcPr>
                    <a:solidFill>
                      <a:schemeClr val="tx2">
                        <a:lumMod val="60000"/>
                        <a:lumOff val="40000"/>
                      </a:schemeClr>
                    </a:solidFill>
                  </a:tcPr>
                </a:tc>
                <a:tc>
                  <a:txBody>
                    <a:bodyPr/>
                    <a:lstStyle/>
                    <a:p>
                      <a:endParaRPr kumimoji="1" lang="ja-JP" altLang="en-US" sz="1200" dirty="0"/>
                    </a:p>
                  </a:txBody>
                  <a:tcPr>
                    <a:solidFill>
                      <a:schemeClr val="tx2">
                        <a:lumMod val="60000"/>
                        <a:lumOff val="40000"/>
                      </a:schemeClr>
                    </a:solidFill>
                  </a:tcPr>
                </a:tc>
                <a:extLst>
                  <a:ext uri="{0D108BD9-81ED-4DB2-BD59-A6C34878D82A}">
                    <a16:rowId xmlns:a16="http://schemas.microsoft.com/office/drawing/2014/main" val="1515397185"/>
                  </a:ext>
                </a:extLst>
              </a:tr>
              <a:tr h="370840">
                <a:tc>
                  <a:txBody>
                    <a:bodyPr/>
                    <a:lstStyle/>
                    <a:p>
                      <a:r>
                        <a:rPr kumimoji="1" lang="en-US" altLang="ja-JP" sz="1200" dirty="0"/>
                        <a:t>1</a:t>
                      </a:r>
                      <a:endParaRPr kumimoji="1" lang="ja-JP" altLang="en-US" sz="1200" dirty="0"/>
                    </a:p>
                  </a:txBody>
                  <a:tcPr>
                    <a:solidFill>
                      <a:schemeClr val="bg1">
                        <a:lumMod val="95000"/>
                      </a:schemeClr>
                    </a:solidFill>
                  </a:tcPr>
                </a:tc>
                <a:tc>
                  <a:txBody>
                    <a:bodyPr/>
                    <a:lstStyle/>
                    <a:p>
                      <a:r>
                        <a:rPr kumimoji="1" lang="ja-JP" altLang="en-US" sz="1200" dirty="0"/>
                        <a:t>プロジェクトリーダーの実務工数が捻出できない</a:t>
                      </a:r>
                    </a:p>
                  </a:txBody>
                  <a:tcPr>
                    <a:solidFill>
                      <a:schemeClr val="bg1">
                        <a:lumMod val="95000"/>
                      </a:schemeClr>
                    </a:solidFill>
                  </a:tcPr>
                </a:tc>
                <a:tc>
                  <a:txBody>
                    <a:bodyPr/>
                    <a:lstStyle/>
                    <a:p>
                      <a:r>
                        <a:rPr kumimoji="1" lang="ja-JP" altLang="en-US" sz="1200" dirty="0"/>
                        <a:t>高</a:t>
                      </a:r>
                    </a:p>
                  </a:txBody>
                  <a:tcPr>
                    <a:solidFill>
                      <a:schemeClr val="bg1">
                        <a:lumMod val="95000"/>
                      </a:schemeClr>
                    </a:solidFill>
                  </a:tcPr>
                </a:tc>
                <a:tc>
                  <a:txBody>
                    <a:bodyPr/>
                    <a:lstStyle/>
                    <a:p>
                      <a:r>
                        <a:rPr kumimoji="1" lang="ja-JP" altLang="en-US" sz="1200" dirty="0"/>
                        <a:t>低</a:t>
                      </a:r>
                    </a:p>
                  </a:txBody>
                  <a:tcPr>
                    <a:solidFill>
                      <a:schemeClr val="bg1">
                        <a:lumMod val="95000"/>
                      </a:schemeClr>
                    </a:solidFill>
                  </a:tcPr>
                </a:tc>
                <a:tc>
                  <a:txBody>
                    <a:bodyPr/>
                    <a:lstStyle/>
                    <a:p>
                      <a:r>
                        <a:rPr kumimoji="1" lang="ja-JP" altLang="en-US" sz="1200" dirty="0"/>
                        <a:t>あああ</a:t>
                      </a:r>
                    </a:p>
                  </a:txBody>
                  <a:tcPr>
                    <a:solidFill>
                      <a:schemeClr val="bg1">
                        <a:lumMod val="95000"/>
                      </a:schemeClr>
                    </a:solidFill>
                  </a:tcPr>
                </a:tc>
                <a:tc>
                  <a:txBody>
                    <a:bodyPr/>
                    <a:lstStyle/>
                    <a:p>
                      <a:pPr marL="0" indent="0">
                        <a:buFont typeface="Arial" panose="020B0604020202020204" pitchFamily="34" charset="0"/>
                        <a:buNone/>
                      </a:pPr>
                      <a:r>
                        <a:rPr kumimoji="1" lang="ja-JP" altLang="en-US" sz="1200" dirty="0"/>
                        <a:t>いいい</a:t>
                      </a:r>
                    </a:p>
                  </a:txBody>
                  <a:tcPr>
                    <a:solidFill>
                      <a:schemeClr val="bg1">
                        <a:lumMod val="95000"/>
                      </a:schemeClr>
                    </a:solidFill>
                  </a:tcPr>
                </a:tc>
                <a:tc>
                  <a:txBody>
                    <a:bodyPr/>
                    <a:lstStyle/>
                    <a:p>
                      <a:r>
                        <a:rPr kumimoji="1" lang="en-US" altLang="ja-JP" sz="1200" dirty="0"/>
                        <a:t>2025/10/xx</a:t>
                      </a:r>
                      <a:endParaRPr kumimoji="1" lang="ja-JP" altLang="en-US" sz="1200" dirty="0"/>
                    </a:p>
                  </a:txBody>
                  <a:tcPr>
                    <a:solidFill>
                      <a:schemeClr val="bg1">
                        <a:lumMod val="95000"/>
                      </a:schemeClr>
                    </a:solidFill>
                  </a:tcPr>
                </a:tc>
                <a:tc>
                  <a:txBody>
                    <a:bodyPr/>
                    <a:lstStyle/>
                    <a:p>
                      <a:r>
                        <a:rPr kumimoji="1" lang="ja-JP" altLang="en-US" sz="1200" dirty="0"/>
                        <a:t>対応中</a:t>
                      </a:r>
                    </a:p>
                  </a:txBody>
                  <a:tcPr>
                    <a:solidFill>
                      <a:schemeClr val="bg1">
                        <a:lumMod val="95000"/>
                      </a:schemeClr>
                    </a:solidFill>
                  </a:tcPr>
                </a:tc>
                <a:tc>
                  <a:txBody>
                    <a:bodyPr/>
                    <a:lstStyle/>
                    <a:p>
                      <a:r>
                        <a:rPr kumimoji="1" lang="ja-JP" altLang="en-US" sz="1200" dirty="0"/>
                        <a:t>実務工数のモニタリングを実施する。警告しきい値を超えた時点でプロジェクトオーナーに報告して対処案を決定する</a:t>
                      </a: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t>2</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t>3</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t>4</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t>5</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587732588"/>
                  </a:ext>
                </a:extLst>
              </a:tr>
              <a:tr h="370840">
                <a:tc>
                  <a:txBody>
                    <a:bodyPr/>
                    <a:lstStyle/>
                    <a:p>
                      <a:r>
                        <a:rPr kumimoji="1" lang="en-US" altLang="ja-JP" sz="1200" dirty="0"/>
                        <a:t>6</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dirty="0"/>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613087573"/>
                  </a:ext>
                </a:extLst>
              </a:tr>
              <a:tr h="370840">
                <a:tc>
                  <a:txBody>
                    <a:bodyPr/>
                    <a:lstStyle/>
                    <a:p>
                      <a:r>
                        <a:rPr kumimoji="1" lang="en-US" altLang="ja-JP" sz="1200" dirty="0"/>
                        <a:t>7</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Tree>
    <p:extLst>
      <p:ext uri="{BB962C8B-B14F-4D97-AF65-F5344CB8AC3E}">
        <p14:creationId xmlns:p14="http://schemas.microsoft.com/office/powerpoint/2010/main" val="3276813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3C22C-C173-EFAE-7DE9-F665615DE172}"/>
              </a:ext>
            </a:extLst>
          </p:cNvPr>
          <p:cNvSpPr>
            <a:spLocks noGrp="1"/>
          </p:cNvSpPr>
          <p:nvPr>
            <p:ph type="title"/>
          </p:nvPr>
        </p:nvSpPr>
        <p:spPr/>
        <p:txBody>
          <a:bodyPr/>
          <a:lstStyle/>
          <a:p>
            <a:r>
              <a:rPr kumimoji="1" lang="ja-JP" altLang="en-US" dirty="0"/>
              <a:t>カスタマージャーニーの作成方法</a:t>
            </a:r>
          </a:p>
        </p:txBody>
      </p:sp>
      <p:sp>
        <p:nvSpPr>
          <p:cNvPr id="3" name="フッター プレースホルダー 2">
            <a:extLst>
              <a:ext uri="{FF2B5EF4-FFF2-40B4-BE49-F238E27FC236}">
                <a16:creationId xmlns:a16="http://schemas.microsoft.com/office/drawing/2014/main" id="{DAB1F92F-0786-BB99-8260-4324FB09B49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C1CF552C-56EC-0117-D1C3-DFD4A5C0846F}"/>
              </a:ext>
            </a:extLst>
          </p:cNvPr>
          <p:cNvSpPr>
            <a:spLocks noGrp="1"/>
          </p:cNvSpPr>
          <p:nvPr>
            <p:ph type="sldNum" sz="quarter" idx="12"/>
          </p:nvPr>
        </p:nvSpPr>
        <p:spPr/>
        <p:txBody>
          <a:bodyPr/>
          <a:lstStyle/>
          <a:p>
            <a:fld id="{DCB5AA93-092B-49A1-87A7-3C88D5F38AD7}" type="slidenum">
              <a:rPr lang="ja-JP" altLang="en-US" smtClean="0"/>
              <a:pPr/>
              <a:t>13</a:t>
            </a:fld>
            <a:endParaRPr lang="ja-JP" altLang="en-US"/>
          </a:p>
        </p:txBody>
      </p:sp>
      <p:sp>
        <p:nvSpPr>
          <p:cNvPr id="5" name="テキスト プレースホルダー 4">
            <a:extLst>
              <a:ext uri="{FF2B5EF4-FFF2-40B4-BE49-F238E27FC236}">
                <a16:creationId xmlns:a16="http://schemas.microsoft.com/office/drawing/2014/main" id="{C789CDA8-6C6B-11C5-19AB-BCF9A2254EB9}"/>
              </a:ext>
            </a:extLst>
          </p:cNvPr>
          <p:cNvSpPr>
            <a:spLocks noGrp="1"/>
          </p:cNvSpPr>
          <p:nvPr>
            <p:ph type="body" sz="quarter" idx="13"/>
          </p:nvPr>
        </p:nvSpPr>
        <p:spPr/>
        <p:txBody>
          <a:bodyPr/>
          <a:lstStyle/>
          <a:p>
            <a:endParaRPr kumimoji="1" lang="ja-JP" altLang="en-US"/>
          </a:p>
        </p:txBody>
      </p:sp>
      <p:sp>
        <p:nvSpPr>
          <p:cNvPr id="14" name="フリーフォーム: 図形 13">
            <a:extLst>
              <a:ext uri="{FF2B5EF4-FFF2-40B4-BE49-F238E27FC236}">
                <a16:creationId xmlns:a16="http://schemas.microsoft.com/office/drawing/2014/main" id="{4E958EAB-AEB0-E040-9927-2F418905FF2B}"/>
              </a:ext>
            </a:extLst>
          </p:cNvPr>
          <p:cNvSpPr/>
          <p:nvPr/>
        </p:nvSpPr>
        <p:spPr>
          <a:xfrm>
            <a:off x="407992" y="1628775"/>
            <a:ext cx="751114" cy="939799"/>
          </a:xfrm>
          <a:custGeom>
            <a:avLst/>
            <a:gdLst>
              <a:gd name="connsiteX0" fmla="*/ 0 w 751114"/>
              <a:gd name="connsiteY0" fmla="*/ 0 h 939799"/>
              <a:gd name="connsiteX1" fmla="*/ 751114 w 751114"/>
              <a:gd name="connsiteY1" fmla="*/ 0 h 939799"/>
              <a:gd name="connsiteX2" fmla="*/ 751114 w 751114"/>
              <a:gd name="connsiteY2" fmla="*/ 711200 h 939799"/>
              <a:gd name="connsiteX3" fmla="*/ 375557 w 751114"/>
              <a:gd name="connsiteY3" fmla="*/ 939799 h 939799"/>
              <a:gd name="connsiteX4" fmla="*/ 0 w 751114"/>
              <a:gd name="connsiteY4" fmla="*/ 711200 h 93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114" h="939799">
                <a:moveTo>
                  <a:pt x="0" y="0"/>
                </a:moveTo>
                <a:lnTo>
                  <a:pt x="751114" y="0"/>
                </a:lnTo>
                <a:lnTo>
                  <a:pt x="751114" y="711200"/>
                </a:lnTo>
                <a:lnTo>
                  <a:pt x="375557" y="939799"/>
                </a:lnTo>
                <a:lnTo>
                  <a:pt x="0" y="7112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2" name="フリーフォーム: 図形 21">
            <a:extLst>
              <a:ext uri="{FF2B5EF4-FFF2-40B4-BE49-F238E27FC236}">
                <a16:creationId xmlns:a16="http://schemas.microsoft.com/office/drawing/2014/main" id="{E41D4F9C-A9F7-CEAA-A799-28CD5C0EF8C4}"/>
              </a:ext>
            </a:extLst>
          </p:cNvPr>
          <p:cNvSpPr/>
          <p:nvPr/>
        </p:nvSpPr>
        <p:spPr>
          <a:xfrm rot="10800000">
            <a:off x="407992" y="2495490"/>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7AE4D6FD-7BC2-F805-7A2D-15372235E7C3}"/>
              </a:ext>
            </a:extLst>
          </p:cNvPr>
          <p:cNvSpPr txBox="1"/>
          <p:nvPr/>
        </p:nvSpPr>
        <p:spPr>
          <a:xfrm>
            <a:off x="407992" y="1883230"/>
            <a:ext cx="751115"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1</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D207A4E1-9AC1-AF58-6C60-AEDD83F46828}"/>
              </a:ext>
            </a:extLst>
          </p:cNvPr>
          <p:cNvSpPr txBox="1"/>
          <p:nvPr/>
        </p:nvSpPr>
        <p:spPr>
          <a:xfrm>
            <a:off x="407992" y="2782308"/>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2</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1" name="フリーフォーム: 図形 50">
            <a:extLst>
              <a:ext uri="{FF2B5EF4-FFF2-40B4-BE49-F238E27FC236}">
                <a16:creationId xmlns:a16="http://schemas.microsoft.com/office/drawing/2014/main" id="{156AD9DE-53B4-4542-DDB5-B0616868E672}"/>
              </a:ext>
            </a:extLst>
          </p:cNvPr>
          <p:cNvSpPr/>
          <p:nvPr/>
        </p:nvSpPr>
        <p:spPr>
          <a:xfrm rot="10800000">
            <a:off x="407992" y="3353059"/>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4FA80552-D4A2-44F7-36A5-C4250463487B}"/>
              </a:ext>
            </a:extLst>
          </p:cNvPr>
          <p:cNvSpPr txBox="1"/>
          <p:nvPr/>
        </p:nvSpPr>
        <p:spPr>
          <a:xfrm>
            <a:off x="407992" y="3639877"/>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3</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3" name="フリーフォーム: 図形 52">
            <a:extLst>
              <a:ext uri="{FF2B5EF4-FFF2-40B4-BE49-F238E27FC236}">
                <a16:creationId xmlns:a16="http://schemas.microsoft.com/office/drawing/2014/main" id="{E53A928F-5557-B811-965E-AFB4EC4A21DC}"/>
              </a:ext>
            </a:extLst>
          </p:cNvPr>
          <p:cNvSpPr/>
          <p:nvPr/>
        </p:nvSpPr>
        <p:spPr>
          <a:xfrm rot="10800000">
            <a:off x="407990" y="4187412"/>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E4CE6101-6870-B547-59BE-7B846036CAF2}"/>
              </a:ext>
            </a:extLst>
          </p:cNvPr>
          <p:cNvSpPr txBox="1"/>
          <p:nvPr/>
        </p:nvSpPr>
        <p:spPr>
          <a:xfrm>
            <a:off x="407992" y="4474230"/>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4</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5" name="正方形/長方形 54">
            <a:extLst>
              <a:ext uri="{FF2B5EF4-FFF2-40B4-BE49-F238E27FC236}">
                <a16:creationId xmlns:a16="http://schemas.microsoft.com/office/drawing/2014/main" id="{6E10B750-0AA8-1859-61FB-1A9D63CC4D46}"/>
              </a:ext>
            </a:extLst>
          </p:cNvPr>
          <p:cNvSpPr/>
          <p:nvPr/>
        </p:nvSpPr>
        <p:spPr>
          <a:xfrm>
            <a:off x="1399245" y="1628775"/>
            <a:ext cx="1164336" cy="7362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ペルソナを定義</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6" name="正方形/長方形 55">
            <a:extLst>
              <a:ext uri="{FF2B5EF4-FFF2-40B4-BE49-F238E27FC236}">
                <a16:creationId xmlns:a16="http://schemas.microsoft.com/office/drawing/2014/main" id="{F9EDEE48-A71F-ED0F-EF10-B98381114DD0}"/>
              </a:ext>
            </a:extLst>
          </p:cNvPr>
          <p:cNvSpPr/>
          <p:nvPr/>
        </p:nvSpPr>
        <p:spPr>
          <a:xfrm>
            <a:off x="1399245" y="2500487"/>
            <a:ext cx="1164336" cy="73620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顧客のタッチポイントを洗い出し</a:t>
            </a:r>
          </a:p>
        </p:txBody>
      </p:sp>
      <p:sp>
        <p:nvSpPr>
          <p:cNvPr id="57" name="正方形/長方形 56">
            <a:extLst>
              <a:ext uri="{FF2B5EF4-FFF2-40B4-BE49-F238E27FC236}">
                <a16:creationId xmlns:a16="http://schemas.microsoft.com/office/drawing/2014/main" id="{73D47E7A-4E32-4BA2-FE93-3AD5A30814F5}"/>
              </a:ext>
            </a:extLst>
          </p:cNvPr>
          <p:cNvSpPr/>
          <p:nvPr/>
        </p:nvSpPr>
        <p:spPr>
          <a:xfrm>
            <a:off x="1399245" y="3347464"/>
            <a:ext cx="1164336" cy="73620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各タッチポイントでの顧客体験を分析</a:t>
            </a:r>
          </a:p>
        </p:txBody>
      </p:sp>
      <p:sp>
        <p:nvSpPr>
          <p:cNvPr id="58" name="正方形/長方形 57">
            <a:extLst>
              <a:ext uri="{FF2B5EF4-FFF2-40B4-BE49-F238E27FC236}">
                <a16:creationId xmlns:a16="http://schemas.microsoft.com/office/drawing/2014/main" id="{D83E921A-1731-C3C1-8964-4FBF5F4B79F3}"/>
              </a:ext>
            </a:extLst>
          </p:cNvPr>
          <p:cNvSpPr/>
          <p:nvPr/>
        </p:nvSpPr>
        <p:spPr>
          <a:xfrm>
            <a:off x="1399245" y="4190918"/>
            <a:ext cx="1164336" cy="736204"/>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ジャーニーマップを作製</a:t>
            </a:r>
          </a:p>
        </p:txBody>
      </p:sp>
      <p:sp>
        <p:nvSpPr>
          <p:cNvPr id="59" name="フリーフォーム: 図形 58">
            <a:extLst>
              <a:ext uri="{FF2B5EF4-FFF2-40B4-BE49-F238E27FC236}">
                <a16:creationId xmlns:a16="http://schemas.microsoft.com/office/drawing/2014/main" id="{BC28D9E9-CFD3-CA09-C315-8A73BDF91E59}"/>
              </a:ext>
            </a:extLst>
          </p:cNvPr>
          <p:cNvSpPr/>
          <p:nvPr/>
        </p:nvSpPr>
        <p:spPr>
          <a:xfrm rot="10800000">
            <a:off x="407990" y="5044981"/>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0" name="テキスト ボックス 59">
            <a:extLst>
              <a:ext uri="{FF2B5EF4-FFF2-40B4-BE49-F238E27FC236}">
                <a16:creationId xmlns:a16="http://schemas.microsoft.com/office/drawing/2014/main" id="{986BF54B-C8EC-8173-9D26-3B6D0B1EA8BD}"/>
              </a:ext>
            </a:extLst>
          </p:cNvPr>
          <p:cNvSpPr txBox="1"/>
          <p:nvPr/>
        </p:nvSpPr>
        <p:spPr>
          <a:xfrm>
            <a:off x="407990" y="5331799"/>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a:t>
            </a:r>
            <a:r>
              <a:rPr kumimoji="1" lang="ja-JP" altLang="en-US" sz="1400" dirty="0">
                <a:latin typeface="BIZ UDPゴシック" panose="020B0400000000000000" pitchFamily="50" charset="-128"/>
                <a:ea typeface="BIZ UDPゴシック" panose="020B0400000000000000" pitchFamily="50" charset="-128"/>
              </a:rPr>
              <a:t> </a:t>
            </a:r>
            <a:r>
              <a:rPr kumimoji="1" lang="en-US" altLang="ja-JP" sz="1400" dirty="0">
                <a:latin typeface="BIZ UDPゴシック" panose="020B0400000000000000" pitchFamily="50" charset="-128"/>
                <a:ea typeface="BIZ UDPゴシック" panose="020B0400000000000000" pitchFamily="50" charset="-128"/>
              </a:rPr>
              <a:t>5</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61" name="正方形/長方形 60">
            <a:extLst>
              <a:ext uri="{FF2B5EF4-FFF2-40B4-BE49-F238E27FC236}">
                <a16:creationId xmlns:a16="http://schemas.microsoft.com/office/drawing/2014/main" id="{3DBA502C-B925-EF5A-2374-8B309E6E4E6F}"/>
              </a:ext>
            </a:extLst>
          </p:cNvPr>
          <p:cNvSpPr/>
          <p:nvPr/>
        </p:nvSpPr>
        <p:spPr>
          <a:xfrm>
            <a:off x="1399243" y="5048487"/>
            <a:ext cx="1164336" cy="73620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改善ポイントを特定</a:t>
            </a:r>
          </a:p>
        </p:txBody>
      </p:sp>
      <p:sp>
        <p:nvSpPr>
          <p:cNvPr id="62" name="正方形/長方形 61">
            <a:extLst>
              <a:ext uri="{FF2B5EF4-FFF2-40B4-BE49-F238E27FC236}">
                <a16:creationId xmlns:a16="http://schemas.microsoft.com/office/drawing/2014/main" id="{AE56185C-2F09-6D74-D5C3-D61128A5245C}"/>
              </a:ext>
            </a:extLst>
          </p:cNvPr>
          <p:cNvSpPr/>
          <p:nvPr/>
        </p:nvSpPr>
        <p:spPr>
          <a:xfrm>
            <a:off x="2803718" y="1628775"/>
            <a:ext cx="8980290" cy="7362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目的：顧客像を明確にして，行動やニーズに合ったジャーニーを設計</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方法：アンケート調査やデータ分析を通じて具体的な顧客像を作成</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3" name="正方形/長方形 62">
            <a:extLst>
              <a:ext uri="{FF2B5EF4-FFF2-40B4-BE49-F238E27FC236}">
                <a16:creationId xmlns:a16="http://schemas.microsoft.com/office/drawing/2014/main" id="{F702C960-84DB-D2A7-E045-38519571BB33}"/>
              </a:ext>
            </a:extLst>
          </p:cNvPr>
          <p:cNvSpPr/>
          <p:nvPr/>
        </p:nvSpPr>
        <p:spPr>
          <a:xfrm>
            <a:off x="2803718" y="2504600"/>
            <a:ext cx="8980290" cy="73620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DDC94A58-4A90-9DEF-9065-38276D288ED1}"/>
              </a:ext>
            </a:extLst>
          </p:cNvPr>
          <p:cNvSpPr/>
          <p:nvPr/>
        </p:nvSpPr>
        <p:spPr>
          <a:xfrm>
            <a:off x="2803718" y="3355160"/>
            <a:ext cx="8980290" cy="73620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顧客は何を考え，感じているか？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どのタッチポイントで課題や不満が発生しているか？</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5" name="正方形/長方形 64">
            <a:extLst>
              <a:ext uri="{FF2B5EF4-FFF2-40B4-BE49-F238E27FC236}">
                <a16:creationId xmlns:a16="http://schemas.microsoft.com/office/drawing/2014/main" id="{F4C68529-155B-9724-5B9A-638ED3452E4C}"/>
              </a:ext>
            </a:extLst>
          </p:cNvPr>
          <p:cNvSpPr/>
          <p:nvPr/>
        </p:nvSpPr>
        <p:spPr>
          <a:xfrm>
            <a:off x="2803717" y="4190918"/>
            <a:ext cx="8980290" cy="736204"/>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ステップ：</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42900" indent="-342900">
              <a:buFont typeface="+mj-ea"/>
              <a:buAutoNum type="circleNumDbPlain"/>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認知 → 興味 → 検討 → 購入 → リピートの流れを図解化</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42900" indent="-342900">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各課題での顧客行動，感情，課題を記入</a:t>
            </a:r>
          </a:p>
        </p:txBody>
      </p:sp>
      <p:sp>
        <p:nvSpPr>
          <p:cNvPr id="66" name="正方形/長方形 65">
            <a:extLst>
              <a:ext uri="{FF2B5EF4-FFF2-40B4-BE49-F238E27FC236}">
                <a16:creationId xmlns:a16="http://schemas.microsoft.com/office/drawing/2014/main" id="{9E743D85-DFF3-3A3A-721B-F583F9F0AFD8}"/>
              </a:ext>
            </a:extLst>
          </p:cNvPr>
          <p:cNvSpPr/>
          <p:nvPr/>
        </p:nvSpPr>
        <p:spPr>
          <a:xfrm>
            <a:off x="2803717" y="5039160"/>
            <a:ext cx="8980290" cy="73620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各タッチポイントでの課題をもとに優先順位をつけた改善策を検討</a:t>
            </a:r>
          </a:p>
        </p:txBody>
      </p:sp>
    </p:spTree>
    <p:extLst>
      <p:ext uri="{BB962C8B-B14F-4D97-AF65-F5344CB8AC3E}">
        <p14:creationId xmlns:p14="http://schemas.microsoft.com/office/powerpoint/2010/main" val="2056003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9DDD-4602-D852-4D91-5516D51EAF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F971BF-E4FF-6D10-1837-2EDF182C4DB5}"/>
              </a:ext>
            </a:extLst>
          </p:cNvPr>
          <p:cNvSpPr>
            <a:spLocks noGrp="1"/>
          </p:cNvSpPr>
          <p:nvPr>
            <p:ph type="title"/>
          </p:nvPr>
        </p:nvSpPr>
        <p:spPr/>
        <p:txBody>
          <a:bodyPr/>
          <a:lstStyle/>
          <a:p>
            <a:r>
              <a:rPr kumimoji="1" lang="ja-JP" altLang="en-US" dirty="0"/>
              <a:t>新たなライフスタイルを構築した社会イメージ実現に向けた検討ステップ</a:t>
            </a:r>
          </a:p>
        </p:txBody>
      </p:sp>
      <p:sp>
        <p:nvSpPr>
          <p:cNvPr id="3" name="フッター プレースホルダー 2">
            <a:extLst>
              <a:ext uri="{FF2B5EF4-FFF2-40B4-BE49-F238E27FC236}">
                <a16:creationId xmlns:a16="http://schemas.microsoft.com/office/drawing/2014/main" id="{6EC0B762-4056-9B33-61EA-54207B00131A}"/>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199808DA-3656-9EB1-A63D-45D78FF25FA0}"/>
              </a:ext>
            </a:extLst>
          </p:cNvPr>
          <p:cNvSpPr>
            <a:spLocks noGrp="1"/>
          </p:cNvSpPr>
          <p:nvPr>
            <p:ph type="sldNum" sz="quarter" idx="12"/>
          </p:nvPr>
        </p:nvSpPr>
        <p:spPr/>
        <p:txBody>
          <a:bodyPr/>
          <a:lstStyle/>
          <a:p>
            <a:fld id="{DCB5AA93-092B-49A1-87A7-3C88D5F38AD7}" type="slidenum">
              <a:rPr lang="ja-JP" altLang="en-US" smtClean="0"/>
              <a:pPr/>
              <a:t>14</a:t>
            </a:fld>
            <a:endParaRPr lang="ja-JP" altLang="en-US"/>
          </a:p>
        </p:txBody>
      </p:sp>
      <p:sp>
        <p:nvSpPr>
          <p:cNvPr id="5" name="テキスト プレースホルダー 4">
            <a:extLst>
              <a:ext uri="{FF2B5EF4-FFF2-40B4-BE49-F238E27FC236}">
                <a16:creationId xmlns:a16="http://schemas.microsoft.com/office/drawing/2014/main" id="{2E1A0D66-271C-C2F8-C8AC-C1E3A9916673}"/>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0568C2D3-21DC-129F-01FA-6C583D698A4D}"/>
              </a:ext>
            </a:extLst>
          </p:cNvPr>
          <p:cNvSpPr txBox="1"/>
          <p:nvPr/>
        </p:nvSpPr>
        <p:spPr>
          <a:xfrm>
            <a:off x="407988" y="1171575"/>
            <a:ext cx="1289002"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仮説出し</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6772656E-5213-13E7-706C-37B226E4F775}"/>
              </a:ext>
            </a:extLst>
          </p:cNvPr>
          <p:cNvSpPr txBox="1"/>
          <p:nvPr/>
        </p:nvSpPr>
        <p:spPr>
          <a:xfrm>
            <a:off x="600036" y="1644193"/>
            <a:ext cx="2355949" cy="1292662"/>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あるべき姿の仮説と論点設定</a:t>
            </a:r>
            <a:endParaRPr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PHR</a:t>
            </a:r>
            <a:r>
              <a:rPr kumimoji="1" lang="ja-JP" altLang="en-US" sz="1400" dirty="0">
                <a:latin typeface="BIZ UDPゴシック" panose="020B0400000000000000" pitchFamily="50" charset="-128"/>
                <a:ea typeface="BIZ UDPゴシック" panose="020B0400000000000000" pitchFamily="50" charset="-128"/>
              </a:rPr>
              <a:t>利活用によって実現される新たなライフスタイルの社会イメージ</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成立に必要な要件と説くべき論点</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47F22324-61A3-2952-9B4B-DFBEA7312416}"/>
              </a:ext>
            </a:extLst>
          </p:cNvPr>
          <p:cNvSpPr txBox="1"/>
          <p:nvPr/>
        </p:nvSpPr>
        <p:spPr>
          <a:xfrm>
            <a:off x="3324558" y="1171575"/>
            <a:ext cx="1289005"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調査</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D5D3A9C6-7510-BB9B-E291-594F40F9CA6B}"/>
              </a:ext>
            </a:extLst>
          </p:cNvPr>
          <p:cNvSpPr txBox="1"/>
          <p:nvPr/>
        </p:nvSpPr>
        <p:spPr>
          <a:xfrm>
            <a:off x="3516608" y="1644193"/>
            <a:ext cx="2361854" cy="1938992"/>
          </a:xfrm>
          <a:prstGeom prst="rect">
            <a:avLst/>
          </a:prstGeom>
          <a:noFill/>
          <a:ln w="19050">
            <a:noFill/>
          </a:ln>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机上調査</a:t>
            </a:r>
            <a:endParaRPr kumimoji="1"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国内外の</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ユースケース</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アンケート・インタビュー</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事業者ヒアリング</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医師アンケート</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BCG</a:t>
            </a:r>
            <a:r>
              <a:rPr lang="ja-JP" altLang="en-US" sz="1400" dirty="0">
                <a:latin typeface="BIZ UDPゴシック" panose="020B0400000000000000" pitchFamily="50" charset="-128"/>
                <a:ea typeface="BIZ UDPゴシック" panose="020B0400000000000000" pitchFamily="50" charset="-128"/>
              </a:rPr>
              <a:t>エキスパートアンケート</a:t>
            </a:r>
          </a:p>
          <a:p>
            <a:pPr algn="l"/>
            <a:endParaRPr kumimoji="1" lang="ja-JP" altLang="en-US"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4475D015-95CA-44F2-DAF6-5AE3DB2BBFBD}"/>
              </a:ext>
            </a:extLst>
          </p:cNvPr>
          <p:cNvSpPr txBox="1"/>
          <p:nvPr/>
        </p:nvSpPr>
        <p:spPr>
          <a:xfrm>
            <a:off x="6313851" y="1171575"/>
            <a:ext cx="1292067"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検証・分析</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9BC80A37-9533-1D82-7D9E-0B51A5D77847}"/>
              </a:ext>
            </a:extLst>
          </p:cNvPr>
          <p:cNvSpPr txBox="1"/>
          <p:nvPr/>
        </p:nvSpPr>
        <p:spPr>
          <a:xfrm>
            <a:off x="6505899" y="1644193"/>
            <a:ext cx="2388026" cy="2585323"/>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目指すべき姿</a:t>
            </a:r>
            <a:endParaRPr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利用者ニーズや課題を踏まえた</a:t>
            </a:r>
            <a:r>
              <a:rPr kumimoji="1" lang="en-US" altLang="ja-JP" sz="1400" dirty="0">
                <a:latin typeface="BIZ UDPゴシック" panose="020B0400000000000000" pitchFamily="50" charset="-128"/>
                <a:ea typeface="BIZ UDPゴシック" panose="020B0400000000000000" pitchFamily="50" charset="-128"/>
              </a:rPr>
              <a:t>PHR</a:t>
            </a:r>
            <a:r>
              <a:rPr kumimoji="1" lang="ja-JP" altLang="en-US" sz="1400" dirty="0">
                <a:latin typeface="BIZ UDPゴシック" panose="020B0400000000000000" pitchFamily="50" charset="-128"/>
                <a:ea typeface="BIZ UDPゴシック" panose="020B0400000000000000" pitchFamily="50" charset="-128"/>
              </a:rPr>
              <a:t>事業の将来像</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課題抽出</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社会イメージ実現のためのドライバーと課題・阻害要因</a:t>
            </a:r>
          </a:p>
          <a:p>
            <a:pPr algn="l"/>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対応施策考案</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課題・阻害要因の解消に向けた施策オプション</a:t>
            </a:r>
          </a:p>
          <a:p>
            <a:pPr algn="l"/>
            <a:endParaRPr kumimoji="1" lang="ja-JP" altLang="en-US" sz="14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334B80BC-8715-519F-A64C-C0D894A6B29A}"/>
              </a:ext>
            </a:extLst>
          </p:cNvPr>
          <p:cNvSpPr txBox="1"/>
          <p:nvPr/>
        </p:nvSpPr>
        <p:spPr>
          <a:xfrm>
            <a:off x="9224354" y="1171575"/>
            <a:ext cx="1292067"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実現計画</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838B98E6-5101-FE50-580A-10244E6BC319}"/>
              </a:ext>
            </a:extLst>
          </p:cNvPr>
          <p:cNvSpPr txBox="1"/>
          <p:nvPr/>
        </p:nvSpPr>
        <p:spPr>
          <a:xfrm>
            <a:off x="9416402" y="1644193"/>
            <a:ext cx="2367614" cy="1938992"/>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ロードマップ設計</a:t>
            </a:r>
            <a:endParaRPr lang="en-US" altLang="ja-JP" sz="1400" b="1"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施策の優先順位と実行時期</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社会イメージ設計</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活用浸透によって実現される新たなライフスタイルのイメージ考案</a:t>
            </a:r>
          </a:p>
          <a:p>
            <a:pPr algn="l"/>
            <a:endParaRPr kumimoji="1" lang="ja-JP" altLang="en-US" sz="1400" dirty="0">
              <a:latin typeface="BIZ UDPゴシック" panose="020B0400000000000000" pitchFamily="50" charset="-128"/>
              <a:ea typeface="BIZ UDPゴシック" panose="020B0400000000000000" pitchFamily="50" charset="-128"/>
            </a:endParaRPr>
          </a:p>
        </p:txBody>
      </p:sp>
      <p:grpSp>
        <p:nvGrpSpPr>
          <p:cNvPr id="41" name="グループ化 40">
            <a:extLst>
              <a:ext uri="{FF2B5EF4-FFF2-40B4-BE49-F238E27FC236}">
                <a16:creationId xmlns:a16="http://schemas.microsoft.com/office/drawing/2014/main" id="{4BC28464-5559-160A-8F6A-30DB37D22055}"/>
              </a:ext>
            </a:extLst>
          </p:cNvPr>
          <p:cNvGrpSpPr/>
          <p:nvPr/>
        </p:nvGrpSpPr>
        <p:grpSpPr>
          <a:xfrm>
            <a:off x="3042989" y="1644193"/>
            <a:ext cx="278282" cy="281941"/>
            <a:chOff x="2973712" y="3789363"/>
            <a:chExt cx="350846" cy="360362"/>
          </a:xfrm>
          <a:solidFill>
            <a:schemeClr val="bg1">
              <a:lumMod val="75000"/>
            </a:schemeClr>
          </a:solidFill>
        </p:grpSpPr>
        <p:sp>
          <p:nvSpPr>
            <p:cNvPr id="39" name="楕円 38">
              <a:extLst>
                <a:ext uri="{FF2B5EF4-FFF2-40B4-BE49-F238E27FC236}">
                  <a16:creationId xmlns:a16="http://schemas.microsoft.com/office/drawing/2014/main" id="{DF28D38C-F831-ABDA-F824-061DD48B55BF}"/>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75BA4710-4122-F295-00E9-F31B5DE5B63B}"/>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grpSp>
        <p:nvGrpSpPr>
          <p:cNvPr id="48" name="グループ化 47">
            <a:extLst>
              <a:ext uri="{FF2B5EF4-FFF2-40B4-BE49-F238E27FC236}">
                <a16:creationId xmlns:a16="http://schemas.microsoft.com/office/drawing/2014/main" id="{18A89941-A515-6988-A30C-9A089B49F9B1}"/>
              </a:ext>
            </a:extLst>
          </p:cNvPr>
          <p:cNvGrpSpPr/>
          <p:nvPr/>
        </p:nvGrpSpPr>
        <p:grpSpPr>
          <a:xfrm>
            <a:off x="5950866" y="1644193"/>
            <a:ext cx="278282" cy="281941"/>
            <a:chOff x="2973712" y="3789363"/>
            <a:chExt cx="350846" cy="360362"/>
          </a:xfrm>
          <a:solidFill>
            <a:schemeClr val="bg1">
              <a:lumMod val="75000"/>
            </a:schemeClr>
          </a:solidFill>
        </p:grpSpPr>
        <p:sp>
          <p:nvSpPr>
            <p:cNvPr id="49" name="楕円 48">
              <a:extLst>
                <a:ext uri="{FF2B5EF4-FFF2-40B4-BE49-F238E27FC236}">
                  <a16:creationId xmlns:a16="http://schemas.microsoft.com/office/drawing/2014/main" id="{122BB70A-50C8-1B7E-8C78-69029E2DCAA0}"/>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516E0746-B20D-F723-C093-01773C51BA27}"/>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grpSp>
        <p:nvGrpSpPr>
          <p:cNvPr id="51" name="グループ化 50">
            <a:extLst>
              <a:ext uri="{FF2B5EF4-FFF2-40B4-BE49-F238E27FC236}">
                <a16:creationId xmlns:a16="http://schemas.microsoft.com/office/drawing/2014/main" id="{D3824FFE-E2BF-401C-7203-C24D6AA2AB4C}"/>
              </a:ext>
            </a:extLst>
          </p:cNvPr>
          <p:cNvGrpSpPr/>
          <p:nvPr/>
        </p:nvGrpSpPr>
        <p:grpSpPr>
          <a:xfrm>
            <a:off x="8946072" y="1644193"/>
            <a:ext cx="278282" cy="281941"/>
            <a:chOff x="2973712" y="3789363"/>
            <a:chExt cx="350846" cy="360362"/>
          </a:xfrm>
          <a:solidFill>
            <a:schemeClr val="bg1">
              <a:lumMod val="75000"/>
            </a:schemeClr>
          </a:solidFill>
        </p:grpSpPr>
        <p:sp>
          <p:nvSpPr>
            <p:cNvPr id="52" name="楕円 51">
              <a:extLst>
                <a:ext uri="{FF2B5EF4-FFF2-40B4-BE49-F238E27FC236}">
                  <a16:creationId xmlns:a16="http://schemas.microsoft.com/office/drawing/2014/main" id="{A0BD7980-428D-23D8-FC62-804B54ED4825}"/>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8AE3AEB2-5FE3-5ABC-BFFB-D2DFF227348B}"/>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spTree>
    <p:extLst>
      <p:ext uri="{BB962C8B-B14F-4D97-AF65-F5344CB8AC3E}">
        <p14:creationId xmlns:p14="http://schemas.microsoft.com/office/powerpoint/2010/main" val="1118342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042F37-3807-0E3D-3FDD-1104133570EA}"/>
              </a:ext>
            </a:extLst>
          </p:cNvPr>
          <p:cNvSpPr>
            <a:spLocks noGrp="1"/>
          </p:cNvSpPr>
          <p:nvPr>
            <p:ph type="title"/>
          </p:nvPr>
        </p:nvSpPr>
        <p:spPr/>
        <p:txBody>
          <a:bodyPr/>
          <a:lstStyle/>
          <a:p>
            <a:r>
              <a:rPr kumimoji="1" lang="ja-JP" altLang="en-US" dirty="0"/>
              <a:t>進め方の全体像</a:t>
            </a:r>
          </a:p>
        </p:txBody>
      </p:sp>
      <p:sp>
        <p:nvSpPr>
          <p:cNvPr id="3" name="フッター プレースホルダー 2">
            <a:extLst>
              <a:ext uri="{FF2B5EF4-FFF2-40B4-BE49-F238E27FC236}">
                <a16:creationId xmlns:a16="http://schemas.microsoft.com/office/drawing/2014/main" id="{A8CA5475-4377-3091-7644-CD1DA464109D}"/>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FAB8F23E-A09B-F886-8AA6-B536B5282C32}"/>
              </a:ext>
            </a:extLst>
          </p:cNvPr>
          <p:cNvSpPr>
            <a:spLocks noGrp="1"/>
          </p:cNvSpPr>
          <p:nvPr>
            <p:ph type="sldNum" sz="quarter" idx="12"/>
          </p:nvPr>
        </p:nvSpPr>
        <p:spPr/>
        <p:txBody>
          <a:bodyPr/>
          <a:lstStyle/>
          <a:p>
            <a:fld id="{DCB5AA93-092B-49A1-87A7-3C88D5F38AD7}" type="slidenum">
              <a:rPr lang="ja-JP" altLang="en-US" smtClean="0"/>
              <a:pPr/>
              <a:t>15</a:t>
            </a:fld>
            <a:endParaRPr lang="ja-JP" altLang="en-US"/>
          </a:p>
        </p:txBody>
      </p:sp>
      <p:sp>
        <p:nvSpPr>
          <p:cNvPr id="5" name="テキスト プレースホルダー 4">
            <a:extLst>
              <a:ext uri="{FF2B5EF4-FFF2-40B4-BE49-F238E27FC236}">
                <a16:creationId xmlns:a16="http://schemas.microsoft.com/office/drawing/2014/main" id="{F9A2B5EC-66E2-2832-0FF6-61B0702B7257}"/>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2C7272ED-2820-56A5-7586-A7BCF31FFF5B}"/>
              </a:ext>
            </a:extLst>
          </p:cNvPr>
          <p:cNvSpPr/>
          <p:nvPr/>
        </p:nvSpPr>
        <p:spPr>
          <a:xfrm>
            <a:off x="407989" y="1909186"/>
            <a:ext cx="442127" cy="72129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期間</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FB67E752-1E0C-81FE-6C05-49BC68F68E17}"/>
              </a:ext>
            </a:extLst>
          </p:cNvPr>
          <p:cNvSpPr/>
          <p:nvPr/>
        </p:nvSpPr>
        <p:spPr>
          <a:xfrm>
            <a:off x="407988" y="2728590"/>
            <a:ext cx="442127" cy="623168"/>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22CDE1DD-3645-2B65-42BC-CEAE84278B70}"/>
              </a:ext>
            </a:extLst>
          </p:cNvPr>
          <p:cNvSpPr/>
          <p:nvPr/>
        </p:nvSpPr>
        <p:spPr>
          <a:xfrm>
            <a:off x="407988" y="3445749"/>
            <a:ext cx="442127" cy="73866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意思決定</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493A96AA-F329-A0E8-8185-2D272DECEFD5}"/>
              </a:ext>
            </a:extLst>
          </p:cNvPr>
          <p:cNvSpPr/>
          <p:nvPr/>
        </p:nvSpPr>
        <p:spPr>
          <a:xfrm>
            <a:off x="407988" y="4269131"/>
            <a:ext cx="442127" cy="119221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実施内容</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43D33C65-28E9-741C-A36C-F68689FB8BE2}"/>
              </a:ext>
            </a:extLst>
          </p:cNvPr>
          <p:cNvSpPr/>
          <p:nvPr/>
        </p:nvSpPr>
        <p:spPr>
          <a:xfrm>
            <a:off x="407988" y="5546060"/>
            <a:ext cx="442127" cy="76266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成果物</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AA214B2A-BA08-A0EE-D800-16E5D9EB1954}"/>
              </a:ext>
            </a:extLst>
          </p:cNvPr>
          <p:cNvSpPr/>
          <p:nvPr/>
        </p:nvSpPr>
        <p:spPr>
          <a:xfrm>
            <a:off x="1078549" y="1909188"/>
            <a:ext cx="2532184" cy="3706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フェーズ</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6239F0BC-FC8C-CFAE-F950-9B5B3276F129}"/>
              </a:ext>
            </a:extLst>
          </p:cNvPr>
          <p:cNvSpPr/>
          <p:nvPr/>
        </p:nvSpPr>
        <p:spPr>
          <a:xfrm>
            <a:off x="1078549" y="2278963"/>
            <a:ext cx="252694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か月</a:t>
            </a:r>
          </a:p>
        </p:txBody>
      </p:sp>
      <p:sp>
        <p:nvSpPr>
          <p:cNvPr id="13" name="矢印: 五方向 12">
            <a:extLst>
              <a:ext uri="{FF2B5EF4-FFF2-40B4-BE49-F238E27FC236}">
                <a16:creationId xmlns:a16="http://schemas.microsoft.com/office/drawing/2014/main" id="{20B8A02E-95D3-4575-25EB-58D4BCBEE22F}"/>
              </a:ext>
            </a:extLst>
          </p:cNvPr>
          <p:cNvSpPr/>
          <p:nvPr/>
        </p:nvSpPr>
        <p:spPr>
          <a:xfrm>
            <a:off x="1078549" y="2728590"/>
            <a:ext cx="2693512" cy="417068"/>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マーケティング戦略・戦術の構築</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KGI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ED97799-3F3A-11A1-18CB-8244A8C2D5AB}"/>
              </a:ext>
            </a:extLst>
          </p:cNvPr>
          <p:cNvSpPr txBox="1"/>
          <p:nvPr/>
        </p:nvSpPr>
        <p:spPr>
          <a:xfrm>
            <a:off x="1078549" y="3445749"/>
            <a:ext cx="2532184" cy="738664"/>
          </a:xfrm>
          <a:prstGeom prst="rect">
            <a:avLst/>
          </a:prstGeom>
          <a:noFill/>
        </p:spPr>
        <p:txBody>
          <a:bodyPr wrap="square" lIns="0" tIns="0" rIns="0" bIns="0" rtlCol="0">
            <a:spAutoFit/>
          </a:bodyPr>
          <a:lstStyle/>
          <a:p>
            <a:pPr marL="182563" indent="-182563" algn="l">
              <a:buFont typeface="Arial" panose="020B0604020202020204" pitchFamily="34" charset="0"/>
              <a:buChar char="•"/>
              <a:tabLst>
                <a:tab pos="182563" algn="l"/>
              </a:tabLst>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120D194B-7FEC-AB2E-A34C-DD6E60E96C72}"/>
              </a:ext>
            </a:extLst>
          </p:cNvPr>
          <p:cNvSpPr txBox="1"/>
          <p:nvPr/>
        </p:nvSpPr>
        <p:spPr>
          <a:xfrm>
            <a:off x="1078549" y="4269131"/>
            <a:ext cx="2532184" cy="738664"/>
          </a:xfrm>
          <a:prstGeom prst="rect">
            <a:avLst/>
          </a:prstGeom>
          <a:noFill/>
        </p:spPr>
        <p:txBody>
          <a:bodyPr wrap="square" lIns="0" tIns="0" rIns="0" bIns="0" rtlCol="0">
            <a:spAutoFit/>
          </a:bodyPr>
          <a:lstStyle/>
          <a:p>
            <a:pPr marL="182563" indent="-182563"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0468DBE3-7157-8214-DBF5-3BF267EB76FA}"/>
              </a:ext>
            </a:extLst>
          </p:cNvPr>
          <p:cNvSpPr txBox="1"/>
          <p:nvPr/>
        </p:nvSpPr>
        <p:spPr>
          <a:xfrm>
            <a:off x="1078549" y="5546060"/>
            <a:ext cx="2532184" cy="738664"/>
          </a:xfrm>
          <a:prstGeom prst="rect">
            <a:avLst/>
          </a:prstGeom>
          <a:noFill/>
        </p:spPr>
        <p:txBody>
          <a:bodyPr wrap="square" lIns="0" tIns="0" rIns="0" bIns="0" rtlCol="0">
            <a:spAutoFit/>
          </a:bodyPr>
          <a:lstStyle/>
          <a:p>
            <a:pPr marL="182563" indent="-182563"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9" name="矢印: 山形 18">
            <a:extLst>
              <a:ext uri="{FF2B5EF4-FFF2-40B4-BE49-F238E27FC236}">
                <a16:creationId xmlns:a16="http://schemas.microsoft.com/office/drawing/2014/main" id="{88A563D7-E9C7-9B50-B246-6AF775731F30}"/>
              </a:ext>
            </a:extLst>
          </p:cNvPr>
          <p:cNvSpPr/>
          <p:nvPr/>
        </p:nvSpPr>
        <p:spPr>
          <a:xfrm>
            <a:off x="3772060" y="2728588"/>
            <a:ext cx="2693511" cy="417069"/>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マーケティング戦略・戦術</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KGI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3" name="正方形/長方形 62">
            <a:extLst>
              <a:ext uri="{FF2B5EF4-FFF2-40B4-BE49-F238E27FC236}">
                <a16:creationId xmlns:a16="http://schemas.microsoft.com/office/drawing/2014/main" id="{531DA0F2-90C7-284B-9912-775985D9FF06}"/>
              </a:ext>
            </a:extLst>
          </p:cNvPr>
          <p:cNvSpPr/>
          <p:nvPr/>
        </p:nvSpPr>
        <p:spPr>
          <a:xfrm>
            <a:off x="3772061" y="1909188"/>
            <a:ext cx="2532184" cy="3706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フェーズ</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FDCB86A7-3A2B-AF4C-F4CE-838094B39C4C}"/>
              </a:ext>
            </a:extLst>
          </p:cNvPr>
          <p:cNvSpPr/>
          <p:nvPr/>
        </p:nvSpPr>
        <p:spPr>
          <a:xfrm>
            <a:off x="3772061" y="2278963"/>
            <a:ext cx="253218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か月</a:t>
            </a:r>
          </a:p>
        </p:txBody>
      </p:sp>
      <p:sp>
        <p:nvSpPr>
          <p:cNvPr id="65" name="テキスト ボックス 64">
            <a:extLst>
              <a:ext uri="{FF2B5EF4-FFF2-40B4-BE49-F238E27FC236}">
                <a16:creationId xmlns:a16="http://schemas.microsoft.com/office/drawing/2014/main" id="{C569F40E-E4F2-280C-6B41-3D919E3C9626}"/>
              </a:ext>
            </a:extLst>
          </p:cNvPr>
          <p:cNvSpPr txBox="1"/>
          <p:nvPr/>
        </p:nvSpPr>
        <p:spPr>
          <a:xfrm>
            <a:off x="3772061" y="3445749"/>
            <a:ext cx="2532184" cy="738664"/>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BF0BBF19-755A-0DC7-D099-563F062C63CB}"/>
              </a:ext>
            </a:extLst>
          </p:cNvPr>
          <p:cNvSpPr txBox="1"/>
          <p:nvPr/>
        </p:nvSpPr>
        <p:spPr>
          <a:xfrm>
            <a:off x="3772061" y="4269131"/>
            <a:ext cx="2532184" cy="738664"/>
          </a:xfrm>
          <a:prstGeom prst="rect">
            <a:avLst/>
          </a:prstGeom>
          <a:noFill/>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67" name="テキスト ボックス 66">
            <a:extLst>
              <a:ext uri="{FF2B5EF4-FFF2-40B4-BE49-F238E27FC236}">
                <a16:creationId xmlns:a16="http://schemas.microsoft.com/office/drawing/2014/main" id="{B7DA2441-7C0B-190A-ADD6-851D374A1A4A}"/>
              </a:ext>
            </a:extLst>
          </p:cNvPr>
          <p:cNvSpPr txBox="1"/>
          <p:nvPr/>
        </p:nvSpPr>
        <p:spPr>
          <a:xfrm>
            <a:off x="3772061" y="5546060"/>
            <a:ext cx="2532184" cy="738664"/>
          </a:xfrm>
          <a:prstGeom prst="rect">
            <a:avLst/>
          </a:prstGeom>
          <a:noFill/>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86" name="正方形/長方形 85">
            <a:extLst>
              <a:ext uri="{FF2B5EF4-FFF2-40B4-BE49-F238E27FC236}">
                <a16:creationId xmlns:a16="http://schemas.microsoft.com/office/drawing/2014/main" id="{04BD84F2-F5EB-B059-6CB2-44CB32802A68}"/>
              </a:ext>
            </a:extLst>
          </p:cNvPr>
          <p:cNvSpPr/>
          <p:nvPr/>
        </p:nvSpPr>
        <p:spPr>
          <a:xfrm>
            <a:off x="6470813" y="1909188"/>
            <a:ext cx="2532184" cy="3706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フェーズ</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7" name="正方形/長方形 86">
            <a:extLst>
              <a:ext uri="{FF2B5EF4-FFF2-40B4-BE49-F238E27FC236}">
                <a16:creationId xmlns:a16="http://schemas.microsoft.com/office/drawing/2014/main" id="{04B04A8C-0374-4FAC-F4B7-90AC5134F0D2}"/>
              </a:ext>
            </a:extLst>
          </p:cNvPr>
          <p:cNvSpPr/>
          <p:nvPr/>
        </p:nvSpPr>
        <p:spPr>
          <a:xfrm>
            <a:off x="6470813" y="2278963"/>
            <a:ext cx="2532184" cy="2297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か月</a:t>
            </a:r>
          </a:p>
        </p:txBody>
      </p:sp>
      <p:sp>
        <p:nvSpPr>
          <p:cNvPr id="89" name="テキスト ボックス 88">
            <a:extLst>
              <a:ext uri="{FF2B5EF4-FFF2-40B4-BE49-F238E27FC236}">
                <a16:creationId xmlns:a16="http://schemas.microsoft.com/office/drawing/2014/main" id="{5B1E8370-06C8-312A-5943-8A08EEF51196}"/>
              </a:ext>
            </a:extLst>
          </p:cNvPr>
          <p:cNvSpPr txBox="1"/>
          <p:nvPr/>
        </p:nvSpPr>
        <p:spPr>
          <a:xfrm>
            <a:off x="6470813" y="3445749"/>
            <a:ext cx="2532184" cy="738664"/>
          </a:xfrm>
          <a:prstGeom prst="rect">
            <a:avLst/>
          </a:prstGeom>
          <a:noFill/>
        </p:spPr>
        <p:txBody>
          <a:bodyPr wrap="square" lIns="0" tIns="0" rIns="0" bIns="0" rtlCol="0">
            <a:spAutoFit/>
          </a:bodyPr>
          <a:lstStyle/>
          <a:p>
            <a:pPr marL="182563" indent="-182563" algn="l">
              <a:buFont typeface="Arial" panose="020B0604020202020204" pitchFamily="34" charset="0"/>
              <a:buChar char="•"/>
              <a:tabLst>
                <a:tab pos="182563" algn="l"/>
              </a:tabLst>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tabLst>
                <a:tab pos="182563" algn="l"/>
              </a:tabLst>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0" name="テキスト ボックス 89">
            <a:extLst>
              <a:ext uri="{FF2B5EF4-FFF2-40B4-BE49-F238E27FC236}">
                <a16:creationId xmlns:a16="http://schemas.microsoft.com/office/drawing/2014/main" id="{8776C8F4-494C-2F43-157A-5CA300CA542C}"/>
              </a:ext>
            </a:extLst>
          </p:cNvPr>
          <p:cNvSpPr txBox="1"/>
          <p:nvPr/>
        </p:nvSpPr>
        <p:spPr>
          <a:xfrm>
            <a:off x="6470813" y="4269131"/>
            <a:ext cx="2532184" cy="738664"/>
          </a:xfrm>
          <a:prstGeom prst="rect">
            <a:avLst/>
          </a:prstGeom>
          <a:noFill/>
        </p:spPr>
        <p:txBody>
          <a:bodyPr wrap="square" lIns="0" tIns="0" rIns="0" bIns="0" rtlCol="0">
            <a:spAutoFit/>
          </a:bodyPr>
          <a:lstStyle/>
          <a:p>
            <a:pPr marL="182563" indent="-182563"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1" name="テキスト ボックス 90">
            <a:extLst>
              <a:ext uri="{FF2B5EF4-FFF2-40B4-BE49-F238E27FC236}">
                <a16:creationId xmlns:a16="http://schemas.microsoft.com/office/drawing/2014/main" id="{D291EC93-7958-6BB1-3A5E-E029814997C3}"/>
              </a:ext>
            </a:extLst>
          </p:cNvPr>
          <p:cNvSpPr txBox="1"/>
          <p:nvPr/>
        </p:nvSpPr>
        <p:spPr>
          <a:xfrm>
            <a:off x="6470813" y="5546060"/>
            <a:ext cx="2532184" cy="738664"/>
          </a:xfrm>
          <a:prstGeom prst="rect">
            <a:avLst/>
          </a:prstGeom>
          <a:noFill/>
        </p:spPr>
        <p:txBody>
          <a:bodyPr wrap="square" lIns="0" tIns="0" rIns="0" bIns="0" rtlCol="0">
            <a:spAutoFit/>
          </a:bodyPr>
          <a:lstStyle/>
          <a:p>
            <a:pPr marL="182563" indent="-182563"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2" name="矢印: 山形 91">
            <a:extLst>
              <a:ext uri="{FF2B5EF4-FFF2-40B4-BE49-F238E27FC236}">
                <a16:creationId xmlns:a16="http://schemas.microsoft.com/office/drawing/2014/main" id="{B96C7EA4-2435-4BC9-99CC-8A16B70CC267}"/>
              </a:ext>
            </a:extLst>
          </p:cNvPr>
          <p:cNvSpPr/>
          <p:nvPr/>
        </p:nvSpPr>
        <p:spPr>
          <a:xfrm>
            <a:off x="9164325" y="2728588"/>
            <a:ext cx="2532184" cy="417069"/>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マーケティング戦略・戦術</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KGI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3" name="正方形/長方形 92">
            <a:extLst>
              <a:ext uri="{FF2B5EF4-FFF2-40B4-BE49-F238E27FC236}">
                <a16:creationId xmlns:a16="http://schemas.microsoft.com/office/drawing/2014/main" id="{64DA8FF2-6573-B31A-7124-6C140A0007D1}"/>
              </a:ext>
            </a:extLst>
          </p:cNvPr>
          <p:cNvSpPr/>
          <p:nvPr/>
        </p:nvSpPr>
        <p:spPr>
          <a:xfrm>
            <a:off x="9164325" y="1909188"/>
            <a:ext cx="2532184" cy="3706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フェーズ</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 0</a:t>
            </a:r>
          </a:p>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2025/10 – 2025/12</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4" name="正方形/長方形 93">
            <a:extLst>
              <a:ext uri="{FF2B5EF4-FFF2-40B4-BE49-F238E27FC236}">
                <a16:creationId xmlns:a16="http://schemas.microsoft.com/office/drawing/2014/main" id="{8F78E364-5639-9D5E-3F2D-F723D50C0BA2}"/>
              </a:ext>
            </a:extLst>
          </p:cNvPr>
          <p:cNvSpPr/>
          <p:nvPr/>
        </p:nvSpPr>
        <p:spPr>
          <a:xfrm>
            <a:off x="9164325" y="2278963"/>
            <a:ext cx="2532184" cy="264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lstStyle/>
          <a:p>
            <a:pPr algn="ctr"/>
            <a:r>
              <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か月</a:t>
            </a:r>
          </a:p>
        </p:txBody>
      </p:sp>
      <p:sp>
        <p:nvSpPr>
          <p:cNvPr id="95" name="テキスト ボックス 94">
            <a:extLst>
              <a:ext uri="{FF2B5EF4-FFF2-40B4-BE49-F238E27FC236}">
                <a16:creationId xmlns:a16="http://schemas.microsoft.com/office/drawing/2014/main" id="{951E305B-9683-71FF-0774-010DC78513C9}"/>
              </a:ext>
            </a:extLst>
          </p:cNvPr>
          <p:cNvSpPr txBox="1"/>
          <p:nvPr/>
        </p:nvSpPr>
        <p:spPr>
          <a:xfrm>
            <a:off x="9164325" y="3445749"/>
            <a:ext cx="2532184" cy="738664"/>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6" name="テキスト ボックス 95">
            <a:extLst>
              <a:ext uri="{FF2B5EF4-FFF2-40B4-BE49-F238E27FC236}">
                <a16:creationId xmlns:a16="http://schemas.microsoft.com/office/drawing/2014/main" id="{09C0D83A-4360-A09E-3B5C-6AD333A55C44}"/>
              </a:ext>
            </a:extLst>
          </p:cNvPr>
          <p:cNvSpPr txBox="1"/>
          <p:nvPr/>
        </p:nvSpPr>
        <p:spPr>
          <a:xfrm>
            <a:off x="9164325" y="4269131"/>
            <a:ext cx="2532184" cy="738664"/>
          </a:xfrm>
          <a:prstGeom prst="rect">
            <a:avLst/>
          </a:prstGeom>
          <a:noFill/>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7" name="テキスト ボックス 96">
            <a:extLst>
              <a:ext uri="{FF2B5EF4-FFF2-40B4-BE49-F238E27FC236}">
                <a16:creationId xmlns:a16="http://schemas.microsoft.com/office/drawing/2014/main" id="{BC40AAFB-4B6F-C702-745D-073AE94BE6A1}"/>
              </a:ext>
            </a:extLst>
          </p:cNvPr>
          <p:cNvSpPr txBox="1"/>
          <p:nvPr/>
        </p:nvSpPr>
        <p:spPr>
          <a:xfrm>
            <a:off x="9164325" y="5546060"/>
            <a:ext cx="2532184" cy="738664"/>
          </a:xfrm>
          <a:prstGeom prst="rect">
            <a:avLst/>
          </a:prstGeom>
          <a:noFill/>
        </p:spPr>
        <p:txBody>
          <a:bodyPr wrap="square" lIns="0" tIns="0" rIns="0" bIns="0" rtlCol="0">
            <a:spAutoFit/>
          </a:bodyPr>
          <a:lstStyle/>
          <a:p>
            <a:pPr marL="342900" indent="-342900" algn="l">
              <a:buFont typeface="+mj-lt"/>
              <a:buAutoNum type="arabicPeriod"/>
            </a:pPr>
            <a:r>
              <a:rPr kumimoji="1" lang="ja-JP" altLang="en-US" sz="1200" dirty="0">
                <a:latin typeface="BIZ UDPゴシック" panose="020B0400000000000000" pitchFamily="50" charset="-128"/>
                <a:ea typeface="BIZ UDPゴシック" panose="020B0400000000000000" pitchFamily="50" charset="-128"/>
              </a:rPr>
              <a:t>ロードマップ</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施策の方向性</a:t>
            </a:r>
            <a:endParaRPr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kumimoji="1" lang="en-US" altLang="ja-JP" sz="1200" dirty="0">
                <a:latin typeface="BIZ UDPゴシック" panose="020B0400000000000000" pitchFamily="50" charset="-128"/>
                <a:ea typeface="BIZ UDPゴシック" panose="020B0400000000000000" pitchFamily="50" charset="-128"/>
              </a:rPr>
              <a:t>KGI/KPI</a:t>
            </a:r>
            <a:r>
              <a:rPr kumimoji="1" lang="ja-JP" altLang="en-US" sz="1200" dirty="0">
                <a:latin typeface="BIZ UDPゴシック" panose="020B0400000000000000" pitchFamily="50" charset="-128"/>
                <a:ea typeface="BIZ UDPゴシック" panose="020B0400000000000000" pitchFamily="50" charset="-128"/>
              </a:rPr>
              <a:t>の設計・評価指標</a:t>
            </a:r>
            <a:endParaRPr kumimoji="1" lang="en-US" altLang="ja-JP" sz="1200" dirty="0">
              <a:latin typeface="BIZ UDPゴシック" panose="020B0400000000000000" pitchFamily="50" charset="-128"/>
              <a:ea typeface="BIZ UDPゴシック" panose="020B0400000000000000" pitchFamily="50" charset="-128"/>
            </a:endParaRPr>
          </a:p>
          <a:p>
            <a:pPr marL="342900" indent="-342900" algn="l">
              <a:buFont typeface="+mj-lt"/>
              <a:buAutoNum type="arabicPeriod"/>
            </a:pPr>
            <a:r>
              <a:rPr lang="ja-JP" altLang="en-US" sz="1200" dirty="0">
                <a:latin typeface="BIZ UDPゴシック" panose="020B0400000000000000" pitchFamily="50" charset="-128"/>
                <a:ea typeface="BIZ UDPゴシック" panose="020B0400000000000000" pitchFamily="50" charset="-128"/>
              </a:rPr>
              <a:t>検証項目の決定と実行</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98" name="矢印: 山形 97">
            <a:extLst>
              <a:ext uri="{FF2B5EF4-FFF2-40B4-BE49-F238E27FC236}">
                <a16:creationId xmlns:a16="http://schemas.microsoft.com/office/drawing/2014/main" id="{C6AE2281-18D6-3177-B230-497449F9170B}"/>
              </a:ext>
            </a:extLst>
          </p:cNvPr>
          <p:cNvSpPr/>
          <p:nvPr/>
        </p:nvSpPr>
        <p:spPr>
          <a:xfrm>
            <a:off x="6465573" y="2728588"/>
            <a:ext cx="2693510" cy="417069"/>
          </a:xfrm>
          <a:prstGeom prst="chevr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マーケティング戦略・戦術</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l"/>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KGI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企画設計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検証</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56950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3D7E-0FE4-68A1-3363-152AAC0290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1DDFBF-69C0-7BF3-E88D-A70F5C3A8835}"/>
              </a:ext>
            </a:extLst>
          </p:cNvPr>
          <p:cNvSpPr>
            <a:spLocks noGrp="1"/>
          </p:cNvSpPr>
          <p:nvPr>
            <p:ph type="title"/>
          </p:nvPr>
        </p:nvSpPr>
        <p:spPr/>
        <p:txBody>
          <a:bodyPr/>
          <a:lstStyle/>
          <a:p>
            <a:r>
              <a:rPr kumimoji="1" lang="en-US" altLang="ja-JP" dirty="0"/>
              <a:t>M&amp;A</a:t>
            </a:r>
            <a:r>
              <a:rPr kumimoji="1" lang="ja-JP" altLang="en-US"/>
              <a:t>アドバイザリーの主な業務</a:t>
            </a:r>
            <a:endParaRPr kumimoji="1" lang="ja-JP" altLang="en-US" dirty="0"/>
          </a:p>
        </p:txBody>
      </p:sp>
      <p:sp>
        <p:nvSpPr>
          <p:cNvPr id="3" name="フッター プレースホルダー 2">
            <a:extLst>
              <a:ext uri="{FF2B5EF4-FFF2-40B4-BE49-F238E27FC236}">
                <a16:creationId xmlns:a16="http://schemas.microsoft.com/office/drawing/2014/main" id="{08DF962F-6280-1C5E-844C-CA37B4189494}"/>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7E7E279-4640-BAEA-EA45-1C85BC9D9917}"/>
              </a:ext>
            </a:extLst>
          </p:cNvPr>
          <p:cNvSpPr>
            <a:spLocks noGrp="1"/>
          </p:cNvSpPr>
          <p:nvPr>
            <p:ph type="sldNum" sz="quarter" idx="12"/>
          </p:nvPr>
        </p:nvSpPr>
        <p:spPr/>
        <p:txBody>
          <a:bodyPr/>
          <a:lstStyle/>
          <a:p>
            <a:fld id="{DCB5AA93-092B-49A1-87A7-3C88D5F38AD7}" type="slidenum">
              <a:rPr lang="ja-JP" altLang="en-US" smtClean="0"/>
              <a:pPr/>
              <a:t>16</a:t>
            </a:fld>
            <a:endParaRPr lang="ja-JP" altLang="en-US"/>
          </a:p>
        </p:txBody>
      </p:sp>
      <p:sp>
        <p:nvSpPr>
          <p:cNvPr id="5" name="テキスト プレースホルダー 4">
            <a:extLst>
              <a:ext uri="{FF2B5EF4-FFF2-40B4-BE49-F238E27FC236}">
                <a16:creationId xmlns:a16="http://schemas.microsoft.com/office/drawing/2014/main" id="{8EE9C64C-D4A9-6F01-3274-405AA560656D}"/>
              </a:ext>
            </a:extLst>
          </p:cNvPr>
          <p:cNvSpPr>
            <a:spLocks noGrp="1"/>
          </p:cNvSpPr>
          <p:nvPr>
            <p:ph type="body" sz="quarter" idx="13"/>
          </p:nvPr>
        </p:nvSpPr>
        <p:spPr/>
        <p:txBody>
          <a:bodyPr/>
          <a:lstStyle/>
          <a:p>
            <a:endParaRPr kumimoji="1" lang="ja-JP" altLang="en-US"/>
          </a:p>
        </p:txBody>
      </p:sp>
      <p:sp>
        <p:nvSpPr>
          <p:cNvPr id="56" name="正方形/長方形 55">
            <a:extLst>
              <a:ext uri="{FF2B5EF4-FFF2-40B4-BE49-F238E27FC236}">
                <a16:creationId xmlns:a16="http://schemas.microsoft.com/office/drawing/2014/main" id="{C68B72D4-359A-FF44-FE44-D4080699D629}"/>
              </a:ext>
            </a:extLst>
          </p:cNvPr>
          <p:cNvSpPr/>
          <p:nvPr/>
        </p:nvSpPr>
        <p:spPr>
          <a:xfrm>
            <a:off x="407990" y="2245197"/>
            <a:ext cx="1055717"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プロセス毎の必要なタスク</a:t>
            </a:r>
          </a:p>
        </p:txBody>
      </p:sp>
      <p:sp>
        <p:nvSpPr>
          <p:cNvPr id="63" name="正方形/長方形 62">
            <a:extLst>
              <a:ext uri="{FF2B5EF4-FFF2-40B4-BE49-F238E27FC236}">
                <a16:creationId xmlns:a16="http://schemas.microsoft.com/office/drawing/2014/main" id="{18DCC170-CD9D-9FEB-5467-9839150D869E}"/>
              </a:ext>
            </a:extLst>
          </p:cNvPr>
          <p:cNvSpPr/>
          <p:nvPr/>
        </p:nvSpPr>
        <p:spPr>
          <a:xfrm>
            <a:off x="1722443" y="2251507"/>
            <a:ext cx="1556422"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A1FD0FA6-ABA3-A88E-DC2E-CB1D04EF451C}"/>
              </a:ext>
            </a:extLst>
          </p:cNvPr>
          <p:cNvSpPr/>
          <p:nvPr/>
        </p:nvSpPr>
        <p:spPr>
          <a:xfrm>
            <a:off x="1722443" y="4227744"/>
            <a:ext cx="1556422" cy="184985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フリーフォーム: 図形 22">
            <a:extLst>
              <a:ext uri="{FF2B5EF4-FFF2-40B4-BE49-F238E27FC236}">
                <a16:creationId xmlns:a16="http://schemas.microsoft.com/office/drawing/2014/main" id="{1FA80378-00AB-C798-6AC4-2301F7A1B0BF}"/>
              </a:ext>
            </a:extLst>
          </p:cNvPr>
          <p:cNvSpPr/>
          <p:nvPr/>
        </p:nvSpPr>
        <p:spPr>
          <a:xfrm>
            <a:off x="1722443" y="1800315"/>
            <a:ext cx="1766863" cy="313817"/>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4975AE2B-F49D-D3BA-0E59-12DF2018562A}"/>
              </a:ext>
            </a:extLst>
          </p:cNvPr>
          <p:cNvSpPr txBox="1"/>
          <p:nvPr/>
        </p:nvSpPr>
        <p:spPr>
          <a:xfrm>
            <a:off x="1722443" y="1891570"/>
            <a:ext cx="1495622" cy="184666"/>
          </a:xfrm>
          <a:prstGeom prst="rect">
            <a:avLst/>
          </a:prstGeom>
          <a:noFill/>
        </p:spPr>
        <p:txBody>
          <a:bodyPr wrap="square" lIns="0" tIns="0" rIns="0" bIns="0" rtlCol="0">
            <a:spAutoFit/>
          </a:bodyPr>
          <a:lstStyle/>
          <a:p>
            <a:pPr algn="ctr"/>
            <a:r>
              <a:rPr lang="en-US" altLang="ja-JP" sz="1200" dirty="0">
                <a:latin typeface="BIZ UDPゴシック" panose="020B0400000000000000" pitchFamily="50" charset="-128"/>
                <a:ea typeface="BIZ UDPゴシック" panose="020B0400000000000000" pitchFamily="50" charset="-128"/>
              </a:rPr>
              <a:t>M&amp;A</a:t>
            </a:r>
            <a:r>
              <a:rPr lang="ja-JP" altLang="en-US" sz="1200" dirty="0">
                <a:latin typeface="BIZ UDPゴシック" panose="020B0400000000000000" pitchFamily="50" charset="-128"/>
                <a:ea typeface="BIZ UDPゴシック" panose="020B0400000000000000" pitchFamily="50" charset="-128"/>
              </a:rPr>
              <a:t>戦略</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2C9228E5-3F7A-1268-F3EF-20B5D99A545E}"/>
              </a:ext>
            </a:extLst>
          </p:cNvPr>
          <p:cNvSpPr/>
          <p:nvPr/>
        </p:nvSpPr>
        <p:spPr>
          <a:xfrm>
            <a:off x="407990" y="4220998"/>
            <a:ext cx="654000"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サービス</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F373F602-EE4C-A240-E97B-CEBF8C818EE2}"/>
              </a:ext>
            </a:extLst>
          </p:cNvPr>
          <p:cNvSpPr/>
          <p:nvPr/>
        </p:nvSpPr>
        <p:spPr>
          <a:xfrm>
            <a:off x="1136707" y="4220998"/>
            <a:ext cx="327000"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プロセス</a:t>
            </a:r>
          </a:p>
        </p:txBody>
      </p:sp>
      <p:sp>
        <p:nvSpPr>
          <p:cNvPr id="37" name="フリーフォーム: 図形 36">
            <a:extLst>
              <a:ext uri="{FF2B5EF4-FFF2-40B4-BE49-F238E27FC236}">
                <a16:creationId xmlns:a16="http://schemas.microsoft.com/office/drawing/2014/main" id="{A1794A72-2680-6229-0CEC-42BCEB60534B}"/>
              </a:ext>
            </a:extLst>
          </p:cNvPr>
          <p:cNvSpPr/>
          <p:nvPr/>
        </p:nvSpPr>
        <p:spPr>
          <a:xfrm rot="5400000">
            <a:off x="7232152" y="453705"/>
            <a:ext cx="313818" cy="3007033"/>
          </a:xfrm>
          <a:custGeom>
            <a:avLst/>
            <a:gdLst>
              <a:gd name="connsiteX0" fmla="*/ 0 w 313818"/>
              <a:gd name="connsiteY0" fmla="*/ 210441 h 2839885"/>
              <a:gd name="connsiteX1" fmla="*/ 156909 w 313818"/>
              <a:gd name="connsiteY1" fmla="*/ 0 h 2839885"/>
              <a:gd name="connsiteX2" fmla="*/ 313816 w 313818"/>
              <a:gd name="connsiteY2" fmla="*/ 210440 h 2839885"/>
              <a:gd name="connsiteX3" fmla="*/ 313818 w 313818"/>
              <a:gd name="connsiteY3" fmla="*/ 210440 h 2839885"/>
              <a:gd name="connsiteX4" fmla="*/ 313818 w 313818"/>
              <a:gd name="connsiteY4" fmla="*/ 2839885 h 2839885"/>
              <a:gd name="connsiteX5" fmla="*/ 156910 w 313818"/>
              <a:gd name="connsiteY5" fmla="*/ 2629444 h 2839885"/>
              <a:gd name="connsiteX6" fmla="*/ 1 w 313818"/>
              <a:gd name="connsiteY6" fmla="*/ 2839885 h 2839885"/>
              <a:gd name="connsiteX7" fmla="*/ 1 w 313818"/>
              <a:gd name="connsiteY7" fmla="*/ 210441 h 2839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818" h="2839885">
                <a:moveTo>
                  <a:pt x="0" y="210441"/>
                </a:moveTo>
                <a:lnTo>
                  <a:pt x="156909" y="0"/>
                </a:lnTo>
                <a:lnTo>
                  <a:pt x="313816" y="210440"/>
                </a:lnTo>
                <a:lnTo>
                  <a:pt x="313818" y="210440"/>
                </a:lnTo>
                <a:lnTo>
                  <a:pt x="313818" y="2839885"/>
                </a:lnTo>
                <a:lnTo>
                  <a:pt x="156910" y="2629444"/>
                </a:lnTo>
                <a:lnTo>
                  <a:pt x="1" y="2839885"/>
                </a:lnTo>
                <a:lnTo>
                  <a:pt x="1"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FE01B1AF-38CD-C2C1-351D-7D9DA273EBA9}"/>
              </a:ext>
            </a:extLst>
          </p:cNvPr>
          <p:cNvSpPr/>
          <p:nvPr/>
        </p:nvSpPr>
        <p:spPr>
          <a:xfrm>
            <a:off x="3381236" y="2251507"/>
            <a:ext cx="2419004"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1F7B1B10-FFF1-EB09-1D51-79EA0A22F748}"/>
              </a:ext>
            </a:extLst>
          </p:cNvPr>
          <p:cNvSpPr/>
          <p:nvPr/>
        </p:nvSpPr>
        <p:spPr>
          <a:xfrm>
            <a:off x="3381236" y="4875136"/>
            <a:ext cx="2419004"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フリーフォーム: 図形 28">
            <a:extLst>
              <a:ext uri="{FF2B5EF4-FFF2-40B4-BE49-F238E27FC236}">
                <a16:creationId xmlns:a16="http://schemas.microsoft.com/office/drawing/2014/main" id="{018C3C22-078D-90E8-2507-FDDCE0520CC7}"/>
              </a:ext>
            </a:extLst>
          </p:cNvPr>
          <p:cNvSpPr/>
          <p:nvPr/>
        </p:nvSpPr>
        <p:spPr>
          <a:xfrm rot="5400000">
            <a:off x="4539049" y="642501"/>
            <a:ext cx="313819" cy="2629445"/>
          </a:xfrm>
          <a:custGeom>
            <a:avLst/>
            <a:gdLst>
              <a:gd name="connsiteX0" fmla="*/ 1 w 313819"/>
              <a:gd name="connsiteY0" fmla="*/ 2629444 h 2629445"/>
              <a:gd name="connsiteX1" fmla="*/ 2 w 313819"/>
              <a:gd name="connsiteY1" fmla="*/ 210442 h 2629445"/>
              <a:gd name="connsiteX2" fmla="*/ 313819 w 313819"/>
              <a:gd name="connsiteY2" fmla="*/ 210442 h 2629445"/>
              <a:gd name="connsiteX3" fmla="*/ 313818 w 313819"/>
              <a:gd name="connsiteY3" fmla="*/ 2629445 h 2629445"/>
              <a:gd name="connsiteX4" fmla="*/ 313817 w 313819"/>
              <a:gd name="connsiteY4" fmla="*/ 2629445 h 2629445"/>
              <a:gd name="connsiteX5" fmla="*/ 156909 w 313819"/>
              <a:gd name="connsiteY5" fmla="*/ 2451719 h 2629445"/>
              <a:gd name="connsiteX6" fmla="*/ 0 w 313819"/>
              <a:gd name="connsiteY6" fmla="*/ 2629445 h 2629445"/>
              <a:gd name="connsiteX7" fmla="*/ 1 w 313819"/>
              <a:gd name="connsiteY7" fmla="*/ 2629444 h 2629445"/>
              <a:gd name="connsiteX8" fmla="*/ 1 w 313819"/>
              <a:gd name="connsiteY8" fmla="*/ 2629445 h 2629445"/>
              <a:gd name="connsiteX9" fmla="*/ 0 w 313819"/>
              <a:gd name="connsiteY9" fmla="*/ 210441 h 2629445"/>
              <a:gd name="connsiteX10" fmla="*/ 156909 w 313819"/>
              <a:gd name="connsiteY10" fmla="*/ 0 h 2629445"/>
              <a:gd name="connsiteX11" fmla="*/ 313817 w 313819"/>
              <a:gd name="connsiteY11" fmla="*/ 210441 h 2629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819" h="2629445">
                <a:moveTo>
                  <a:pt x="1" y="2629444"/>
                </a:moveTo>
                <a:lnTo>
                  <a:pt x="2" y="210442"/>
                </a:lnTo>
                <a:lnTo>
                  <a:pt x="313819" y="210442"/>
                </a:lnTo>
                <a:lnTo>
                  <a:pt x="313818" y="2629445"/>
                </a:lnTo>
                <a:lnTo>
                  <a:pt x="313817" y="2629445"/>
                </a:lnTo>
                <a:lnTo>
                  <a:pt x="156909" y="2451719"/>
                </a:lnTo>
                <a:close/>
                <a:moveTo>
                  <a:pt x="0" y="2629445"/>
                </a:moveTo>
                <a:lnTo>
                  <a:pt x="1" y="2629444"/>
                </a:lnTo>
                <a:lnTo>
                  <a:pt x="1" y="2629445"/>
                </a:lnTo>
                <a:close/>
                <a:moveTo>
                  <a:pt x="0" y="210441"/>
                </a:moveTo>
                <a:lnTo>
                  <a:pt x="156909" y="0"/>
                </a:lnTo>
                <a:lnTo>
                  <a:pt x="313817"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1" name="フリーフォーム: 図形 40">
            <a:extLst>
              <a:ext uri="{FF2B5EF4-FFF2-40B4-BE49-F238E27FC236}">
                <a16:creationId xmlns:a16="http://schemas.microsoft.com/office/drawing/2014/main" id="{CEDC5839-7685-B418-5CE4-D47A685ACE85}"/>
              </a:ext>
            </a:extLst>
          </p:cNvPr>
          <p:cNvSpPr/>
          <p:nvPr/>
        </p:nvSpPr>
        <p:spPr>
          <a:xfrm rot="5400000">
            <a:off x="10058000" y="573930"/>
            <a:ext cx="313818" cy="2766578"/>
          </a:xfrm>
          <a:custGeom>
            <a:avLst/>
            <a:gdLst>
              <a:gd name="connsiteX0" fmla="*/ 0 w 313818"/>
              <a:gd name="connsiteY0" fmla="*/ 210441 h 2766578"/>
              <a:gd name="connsiteX1" fmla="*/ 1 w 313818"/>
              <a:gd name="connsiteY1" fmla="*/ 210440 h 2766578"/>
              <a:gd name="connsiteX2" fmla="*/ 1 w 313818"/>
              <a:gd name="connsiteY2" fmla="*/ 205237 h 2766578"/>
              <a:gd name="connsiteX3" fmla="*/ 3880 w 313818"/>
              <a:gd name="connsiteY3" fmla="*/ 205237 h 2766578"/>
              <a:gd name="connsiteX4" fmla="*/ 156909 w 313818"/>
              <a:gd name="connsiteY4" fmla="*/ 0 h 2766578"/>
              <a:gd name="connsiteX5" fmla="*/ 309937 w 313818"/>
              <a:gd name="connsiteY5" fmla="*/ 205237 h 2766578"/>
              <a:gd name="connsiteX6" fmla="*/ 313818 w 313818"/>
              <a:gd name="connsiteY6" fmla="*/ 205237 h 2766578"/>
              <a:gd name="connsiteX7" fmla="*/ 313818 w 313818"/>
              <a:gd name="connsiteY7" fmla="*/ 2766578 h 2766578"/>
              <a:gd name="connsiteX8" fmla="*/ 156910 w 313818"/>
              <a:gd name="connsiteY8" fmla="*/ 2578395 h 2766578"/>
              <a:gd name="connsiteX9" fmla="*/ 1 w 313818"/>
              <a:gd name="connsiteY9" fmla="*/ 2766578 h 2766578"/>
              <a:gd name="connsiteX10" fmla="*/ 1 w 313818"/>
              <a:gd name="connsiteY10" fmla="*/ 210441 h 276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3818" h="2766578">
                <a:moveTo>
                  <a:pt x="0" y="210441"/>
                </a:moveTo>
                <a:lnTo>
                  <a:pt x="1" y="210440"/>
                </a:lnTo>
                <a:lnTo>
                  <a:pt x="1" y="205237"/>
                </a:lnTo>
                <a:lnTo>
                  <a:pt x="3880" y="205237"/>
                </a:lnTo>
                <a:lnTo>
                  <a:pt x="156909" y="0"/>
                </a:lnTo>
                <a:lnTo>
                  <a:pt x="309937" y="205237"/>
                </a:lnTo>
                <a:lnTo>
                  <a:pt x="313818" y="205237"/>
                </a:lnTo>
                <a:lnTo>
                  <a:pt x="313818" y="2766578"/>
                </a:lnTo>
                <a:lnTo>
                  <a:pt x="156910" y="2578395"/>
                </a:lnTo>
                <a:lnTo>
                  <a:pt x="1" y="2766578"/>
                </a:lnTo>
                <a:lnTo>
                  <a:pt x="1"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18E1E13C-C44C-A847-901E-2381D39FB087}"/>
              </a:ext>
            </a:extLst>
          </p:cNvPr>
          <p:cNvSpPr/>
          <p:nvPr/>
        </p:nvSpPr>
        <p:spPr>
          <a:xfrm>
            <a:off x="5885543" y="2251507"/>
            <a:ext cx="2839885"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BA545105-388E-B19D-6C32-6611506AABDB}"/>
              </a:ext>
            </a:extLst>
          </p:cNvPr>
          <p:cNvSpPr/>
          <p:nvPr/>
        </p:nvSpPr>
        <p:spPr>
          <a:xfrm>
            <a:off x="5885543" y="4875136"/>
            <a:ext cx="2839885"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4BDA9D72-11AB-E321-F174-DF591150F3D7}"/>
              </a:ext>
            </a:extLst>
          </p:cNvPr>
          <p:cNvSpPr/>
          <p:nvPr/>
        </p:nvSpPr>
        <p:spPr>
          <a:xfrm>
            <a:off x="8831621" y="2254334"/>
            <a:ext cx="2766578"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5" name="正方形/長方形 44">
            <a:extLst>
              <a:ext uri="{FF2B5EF4-FFF2-40B4-BE49-F238E27FC236}">
                <a16:creationId xmlns:a16="http://schemas.microsoft.com/office/drawing/2014/main" id="{FB0A5E06-1355-F5DD-C213-74CC4DA25885}"/>
              </a:ext>
            </a:extLst>
          </p:cNvPr>
          <p:cNvSpPr/>
          <p:nvPr/>
        </p:nvSpPr>
        <p:spPr>
          <a:xfrm>
            <a:off x="8831621" y="4877963"/>
            <a:ext cx="2766578"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3204F203-5471-5D55-0A93-A7CEB3215513}"/>
              </a:ext>
            </a:extLst>
          </p:cNvPr>
          <p:cNvSpPr txBox="1"/>
          <p:nvPr/>
        </p:nvSpPr>
        <p:spPr>
          <a:xfrm>
            <a:off x="3842927" y="1874098"/>
            <a:ext cx="1495622" cy="184666"/>
          </a:xfrm>
          <a:prstGeom prst="rect">
            <a:avLst/>
          </a:prstGeom>
          <a:noFill/>
        </p:spPr>
        <p:txBody>
          <a:bodyPr wrap="square" lIns="0" tIns="0" rIns="0" bIns="0" rtlCol="0">
            <a:spAutoFit/>
          </a:bodyPr>
          <a:lstStyle/>
          <a:p>
            <a:pPr algn="ctr"/>
            <a:r>
              <a:rPr kumimoji="1" lang="en-US" altLang="ja-JP" sz="1200" dirty="0">
                <a:latin typeface="BIZ UDPゴシック" panose="020B0400000000000000" pitchFamily="50" charset="-128"/>
                <a:ea typeface="BIZ UDPゴシック" panose="020B0400000000000000" pitchFamily="50" charset="-128"/>
              </a:rPr>
              <a:t>M&amp;A</a:t>
            </a:r>
            <a:r>
              <a:rPr kumimoji="1" lang="ja-JP" altLang="en-US" sz="1200" dirty="0">
                <a:latin typeface="BIZ UDPゴシック" panose="020B0400000000000000" pitchFamily="50" charset="-128"/>
                <a:ea typeface="BIZ UDPゴシック" panose="020B0400000000000000" pitchFamily="50" charset="-128"/>
              </a:rPr>
              <a:t>取引準備</a:t>
            </a:r>
          </a:p>
        </p:txBody>
      </p:sp>
      <p:sp>
        <p:nvSpPr>
          <p:cNvPr id="9" name="テキスト ボックス 8">
            <a:extLst>
              <a:ext uri="{FF2B5EF4-FFF2-40B4-BE49-F238E27FC236}">
                <a16:creationId xmlns:a16="http://schemas.microsoft.com/office/drawing/2014/main" id="{A0AD52C4-16A1-CFE8-212E-E5E99B56A4D1}"/>
              </a:ext>
            </a:extLst>
          </p:cNvPr>
          <p:cNvSpPr txBox="1"/>
          <p:nvPr/>
        </p:nvSpPr>
        <p:spPr>
          <a:xfrm>
            <a:off x="6021581" y="1879872"/>
            <a:ext cx="2629445" cy="184666"/>
          </a:xfrm>
          <a:prstGeom prst="rect">
            <a:avLst/>
          </a:prstGeom>
          <a:noFill/>
        </p:spPr>
        <p:txBody>
          <a:bodyPr wrap="square" lIns="0" tIns="0" rIns="0" bIns="0" rtlCol="0">
            <a:spAutoFit/>
          </a:bodyPr>
          <a:lstStyle/>
          <a:p>
            <a:pPr algn="ctr"/>
            <a:r>
              <a:rPr kumimoji="1" lang="en-US" altLang="ja-JP" sz="1200" dirty="0">
                <a:latin typeface="BIZ UDPゴシック" panose="020B0400000000000000" pitchFamily="50" charset="-128"/>
                <a:ea typeface="BIZ UDPゴシック" panose="020B0400000000000000" pitchFamily="50" charset="-128"/>
              </a:rPr>
              <a:t>M&amp;A</a:t>
            </a:r>
            <a:r>
              <a:rPr kumimoji="1" lang="ja-JP" altLang="en-US" sz="1200" dirty="0">
                <a:latin typeface="BIZ UDPゴシック" panose="020B0400000000000000" pitchFamily="50" charset="-128"/>
                <a:ea typeface="BIZ UDPゴシック" panose="020B0400000000000000" pitchFamily="50" charset="-128"/>
              </a:rPr>
              <a:t>取引実行</a:t>
            </a:r>
          </a:p>
        </p:txBody>
      </p:sp>
      <p:sp>
        <p:nvSpPr>
          <p:cNvPr id="11" name="テキスト ボックス 10">
            <a:extLst>
              <a:ext uri="{FF2B5EF4-FFF2-40B4-BE49-F238E27FC236}">
                <a16:creationId xmlns:a16="http://schemas.microsoft.com/office/drawing/2014/main" id="{71E553CD-F59F-47C3-17DE-3BACB7E966A3}"/>
              </a:ext>
            </a:extLst>
          </p:cNvPr>
          <p:cNvSpPr txBox="1"/>
          <p:nvPr/>
        </p:nvSpPr>
        <p:spPr>
          <a:xfrm>
            <a:off x="9210677" y="1864886"/>
            <a:ext cx="1679461" cy="184666"/>
          </a:xfrm>
          <a:prstGeom prst="rect">
            <a:avLst/>
          </a:prstGeom>
          <a:noFill/>
        </p:spPr>
        <p:txBody>
          <a:bodyPr wrap="square" lIns="0" tIns="0" rIns="0" bIns="0" rtlCol="0">
            <a:spAutoFit/>
          </a:bodyPr>
          <a:lstStyle/>
          <a:p>
            <a:pPr algn="ctr"/>
            <a:r>
              <a:rPr kumimoji="1" lang="ja-JP" altLang="en-US" sz="1200" dirty="0">
                <a:latin typeface="BIZ UDPゴシック" panose="020B0400000000000000" pitchFamily="50" charset="-128"/>
                <a:ea typeface="BIZ UDPゴシック" panose="020B0400000000000000" pitchFamily="50" charset="-128"/>
              </a:rPr>
              <a:t>クロージング</a:t>
            </a:r>
          </a:p>
        </p:txBody>
      </p:sp>
      <p:sp>
        <p:nvSpPr>
          <p:cNvPr id="46" name="正方形/長方形 45">
            <a:extLst>
              <a:ext uri="{FF2B5EF4-FFF2-40B4-BE49-F238E27FC236}">
                <a16:creationId xmlns:a16="http://schemas.microsoft.com/office/drawing/2014/main" id="{D242256E-AB78-25A1-D9D6-DA2043BE04CB}"/>
              </a:ext>
            </a:extLst>
          </p:cNvPr>
          <p:cNvSpPr/>
          <p:nvPr/>
        </p:nvSpPr>
        <p:spPr>
          <a:xfrm>
            <a:off x="3381236" y="4220998"/>
            <a:ext cx="8216962" cy="57383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93915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5A20DE-EEF1-CAA5-90EE-DA41BB53AEBD}"/>
              </a:ext>
            </a:extLst>
          </p:cNvPr>
          <p:cNvSpPr>
            <a:spLocks noGrp="1"/>
          </p:cNvSpPr>
          <p:nvPr>
            <p:ph type="title"/>
          </p:nvPr>
        </p:nvSpPr>
        <p:spPr/>
        <p:txBody>
          <a:bodyPr/>
          <a:lstStyle/>
          <a:p>
            <a:r>
              <a:rPr kumimoji="1" lang="ja-JP" altLang="en-US" dirty="0"/>
              <a:t>昨年度までの課題と対応検討</a:t>
            </a:r>
          </a:p>
        </p:txBody>
      </p:sp>
      <p:sp>
        <p:nvSpPr>
          <p:cNvPr id="3" name="フッター プレースホルダー 2">
            <a:extLst>
              <a:ext uri="{FF2B5EF4-FFF2-40B4-BE49-F238E27FC236}">
                <a16:creationId xmlns:a16="http://schemas.microsoft.com/office/drawing/2014/main" id="{16F47334-6E6B-B305-A77A-DC69FBE50492}"/>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C42372F6-7852-201F-6F8D-2F1C8FFD5B8A}"/>
              </a:ext>
            </a:extLst>
          </p:cNvPr>
          <p:cNvSpPr>
            <a:spLocks noGrp="1"/>
          </p:cNvSpPr>
          <p:nvPr>
            <p:ph type="sldNum" sz="quarter" idx="12"/>
          </p:nvPr>
        </p:nvSpPr>
        <p:spPr/>
        <p:txBody>
          <a:bodyPr/>
          <a:lstStyle/>
          <a:p>
            <a:fld id="{DCB5AA93-092B-49A1-87A7-3C88D5F38AD7}" type="slidenum">
              <a:rPr lang="ja-JP" altLang="en-US" smtClean="0"/>
              <a:pPr/>
              <a:t>17</a:t>
            </a:fld>
            <a:endParaRPr lang="ja-JP" altLang="en-US"/>
          </a:p>
        </p:txBody>
      </p:sp>
      <p:sp>
        <p:nvSpPr>
          <p:cNvPr id="5" name="テキスト プレースホルダー 4">
            <a:extLst>
              <a:ext uri="{FF2B5EF4-FFF2-40B4-BE49-F238E27FC236}">
                <a16:creationId xmlns:a16="http://schemas.microsoft.com/office/drawing/2014/main" id="{C0F2F3BD-8848-6E85-D7AA-F6DA93D6F84E}"/>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B2E7B45C-A328-76DC-DE13-A6F4488ADE5D}"/>
              </a:ext>
            </a:extLst>
          </p:cNvPr>
          <p:cNvSpPr/>
          <p:nvPr/>
        </p:nvSpPr>
        <p:spPr>
          <a:xfrm>
            <a:off x="407990" y="1886989"/>
            <a:ext cx="556286" cy="270378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データ収集</a:t>
            </a:r>
          </a:p>
        </p:txBody>
      </p:sp>
      <p:sp>
        <p:nvSpPr>
          <p:cNvPr id="7" name="正方形/長方形 6">
            <a:extLst>
              <a:ext uri="{FF2B5EF4-FFF2-40B4-BE49-F238E27FC236}">
                <a16:creationId xmlns:a16="http://schemas.microsoft.com/office/drawing/2014/main" id="{579965B3-CD23-D6D9-E825-09AB871182BD}"/>
              </a:ext>
            </a:extLst>
          </p:cNvPr>
          <p:cNvSpPr/>
          <p:nvPr/>
        </p:nvSpPr>
        <p:spPr>
          <a:xfrm>
            <a:off x="407990" y="4723770"/>
            <a:ext cx="556286" cy="17659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データ利活用</a:t>
            </a:r>
          </a:p>
        </p:txBody>
      </p:sp>
      <p:cxnSp>
        <p:nvCxnSpPr>
          <p:cNvPr id="8" name="直線コネクタ 7">
            <a:extLst>
              <a:ext uri="{FF2B5EF4-FFF2-40B4-BE49-F238E27FC236}">
                <a16:creationId xmlns:a16="http://schemas.microsoft.com/office/drawing/2014/main" id="{39059514-416F-EE11-9951-F0F7E62D617E}"/>
              </a:ext>
            </a:extLst>
          </p:cNvPr>
          <p:cNvCxnSpPr>
            <a:cxnSpLocks/>
          </p:cNvCxnSpPr>
          <p:nvPr/>
        </p:nvCxnSpPr>
        <p:spPr>
          <a:xfrm>
            <a:off x="964276" y="1617789"/>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E78BA5A-CDFF-6C9B-A889-889E8C008190}"/>
              </a:ext>
            </a:extLst>
          </p:cNvPr>
          <p:cNvSpPr txBox="1"/>
          <p:nvPr/>
        </p:nvSpPr>
        <p:spPr>
          <a:xfrm>
            <a:off x="2383817" y="1510067"/>
            <a:ext cx="596317"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課題  </a:t>
            </a:r>
          </a:p>
        </p:txBody>
      </p:sp>
      <p:sp>
        <p:nvSpPr>
          <p:cNvPr id="12" name="テキスト ボックス 11">
            <a:extLst>
              <a:ext uri="{FF2B5EF4-FFF2-40B4-BE49-F238E27FC236}">
                <a16:creationId xmlns:a16="http://schemas.microsoft.com/office/drawing/2014/main" id="{BEBB1EFF-9175-2021-B943-1152E894C842}"/>
              </a:ext>
            </a:extLst>
          </p:cNvPr>
          <p:cNvSpPr txBox="1"/>
          <p:nvPr/>
        </p:nvSpPr>
        <p:spPr>
          <a:xfrm>
            <a:off x="1072342" y="1886988"/>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cxnSp>
        <p:nvCxnSpPr>
          <p:cNvPr id="14" name="直線コネクタ 13">
            <a:extLst>
              <a:ext uri="{FF2B5EF4-FFF2-40B4-BE49-F238E27FC236}">
                <a16:creationId xmlns:a16="http://schemas.microsoft.com/office/drawing/2014/main" id="{06B3C254-06A8-6513-12D4-9B77009E4122}"/>
              </a:ext>
            </a:extLst>
          </p:cNvPr>
          <p:cNvCxnSpPr>
            <a:cxnSpLocks/>
          </p:cNvCxnSpPr>
          <p:nvPr/>
        </p:nvCxnSpPr>
        <p:spPr>
          <a:xfrm>
            <a:off x="4437610" y="1617269"/>
            <a:ext cx="381692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7BCEAB00-C7FB-4D2A-564C-E32396658F19}"/>
              </a:ext>
            </a:extLst>
          </p:cNvPr>
          <p:cNvSpPr txBox="1"/>
          <p:nvPr/>
        </p:nvSpPr>
        <p:spPr>
          <a:xfrm>
            <a:off x="5584800" y="1509547"/>
            <a:ext cx="1481175"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想定される要因  </a:t>
            </a:r>
          </a:p>
        </p:txBody>
      </p:sp>
      <p:sp>
        <p:nvSpPr>
          <p:cNvPr id="16" name="テキスト ボックス 15">
            <a:extLst>
              <a:ext uri="{FF2B5EF4-FFF2-40B4-BE49-F238E27FC236}">
                <a16:creationId xmlns:a16="http://schemas.microsoft.com/office/drawing/2014/main" id="{FF1C55CF-D9CB-4611-0AD8-CE2A41AA7985}"/>
              </a:ext>
            </a:extLst>
          </p:cNvPr>
          <p:cNvSpPr txBox="1"/>
          <p:nvPr/>
        </p:nvSpPr>
        <p:spPr>
          <a:xfrm>
            <a:off x="4545676" y="1886468"/>
            <a:ext cx="3708862" cy="1508105"/>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ユーザ本人の同意・許諾をもとに個人情報を含むデータを収集し、</a:t>
            </a:r>
            <a:r>
              <a:rPr kumimoji="1" lang="en-US" altLang="ja-JP" sz="1400" dirty="0">
                <a:latin typeface="BIZ UDPゴシック" panose="020B0400000000000000" pitchFamily="50" charset="-128"/>
                <a:ea typeface="BIZ UDPゴシック" panose="020B0400000000000000" pitchFamily="50" charset="-128"/>
              </a:rPr>
              <a:t>PF</a:t>
            </a:r>
            <a:r>
              <a:rPr lang="ja-JP" altLang="en-US" sz="1400" dirty="0">
                <a:latin typeface="BIZ UDPゴシック" panose="020B0400000000000000" pitchFamily="50" charset="-128"/>
                <a:ea typeface="BIZ UDPゴシック" panose="020B0400000000000000" pitchFamily="50" charset="-128"/>
              </a:rPr>
              <a:t>感で共有・利活用する仕組み</a:t>
            </a:r>
            <a:endParaRPr lang="en-US" altLang="ja-JP" sz="1400" dirty="0">
              <a:latin typeface="BIZ UDPゴシック" panose="020B0400000000000000" pitchFamily="50" charset="-128"/>
              <a:ea typeface="BIZ UDPゴシック" panose="020B0400000000000000" pitchFamily="50" charset="-128"/>
            </a:endParaRPr>
          </a:p>
          <a:p>
            <a:pPr marL="539750" lvl="1" indent="-182563">
              <a:buFont typeface="BIZ UDPゴシック" panose="020B0400000000000000" pitchFamily="50" charset="-128"/>
              <a:buChar char="-"/>
            </a:pPr>
            <a:r>
              <a:rPr kumimoji="1" lang="ja-JP" altLang="en-US" sz="1400" dirty="0">
                <a:latin typeface="BIZ UDPゴシック" panose="020B0400000000000000" pitchFamily="50" charset="-128"/>
                <a:ea typeface="BIZ UDPゴシック" panose="020B0400000000000000" pitchFamily="50" charset="-128"/>
              </a:rPr>
              <a:t>ユーザの同意・許諾の取得が難しく、登録途中で離脱し、データ収集に至らないケースが多い</a:t>
            </a:r>
          </a:p>
        </p:txBody>
      </p:sp>
      <p:cxnSp>
        <p:nvCxnSpPr>
          <p:cNvPr id="17" name="直線コネクタ 16">
            <a:extLst>
              <a:ext uri="{FF2B5EF4-FFF2-40B4-BE49-F238E27FC236}">
                <a16:creationId xmlns:a16="http://schemas.microsoft.com/office/drawing/2014/main" id="{7E1A5BD5-2DF5-4E84-8CCE-D80BB65DD77C}"/>
              </a:ext>
            </a:extLst>
          </p:cNvPr>
          <p:cNvCxnSpPr>
            <a:cxnSpLocks/>
          </p:cNvCxnSpPr>
          <p:nvPr/>
        </p:nvCxnSpPr>
        <p:spPr>
          <a:xfrm>
            <a:off x="8467231" y="1617269"/>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EF6AC7BB-E62D-B4B7-8BB1-CE2E688F934A}"/>
              </a:ext>
            </a:extLst>
          </p:cNvPr>
          <p:cNvSpPr txBox="1"/>
          <p:nvPr/>
        </p:nvSpPr>
        <p:spPr>
          <a:xfrm>
            <a:off x="9670641" y="1509547"/>
            <a:ext cx="955390"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対応方針  </a:t>
            </a:r>
          </a:p>
        </p:txBody>
      </p:sp>
      <p:sp>
        <p:nvSpPr>
          <p:cNvPr id="19" name="テキスト ボックス 18">
            <a:extLst>
              <a:ext uri="{FF2B5EF4-FFF2-40B4-BE49-F238E27FC236}">
                <a16:creationId xmlns:a16="http://schemas.microsoft.com/office/drawing/2014/main" id="{331E1A11-ED88-1268-6D9F-3BAF4BE32389}"/>
              </a:ext>
            </a:extLst>
          </p:cNvPr>
          <p:cNvSpPr txBox="1"/>
          <p:nvPr/>
        </p:nvSpPr>
        <p:spPr>
          <a:xfrm>
            <a:off x="8575297" y="1886468"/>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87331D00-2DA9-0F54-9779-DF3887A65B0C}"/>
              </a:ext>
            </a:extLst>
          </p:cNvPr>
          <p:cNvSpPr txBox="1"/>
          <p:nvPr/>
        </p:nvSpPr>
        <p:spPr>
          <a:xfrm>
            <a:off x="1072342" y="3514077"/>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21" name="テキスト ボックス 20">
            <a:extLst>
              <a:ext uri="{FF2B5EF4-FFF2-40B4-BE49-F238E27FC236}">
                <a16:creationId xmlns:a16="http://schemas.microsoft.com/office/drawing/2014/main" id="{E919AC7F-EF5A-5CFD-BF53-77B67B4F48F8}"/>
              </a:ext>
            </a:extLst>
          </p:cNvPr>
          <p:cNvSpPr txBox="1"/>
          <p:nvPr/>
        </p:nvSpPr>
        <p:spPr>
          <a:xfrm>
            <a:off x="4545676" y="3513557"/>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22" name="テキスト ボックス 21">
            <a:extLst>
              <a:ext uri="{FF2B5EF4-FFF2-40B4-BE49-F238E27FC236}">
                <a16:creationId xmlns:a16="http://schemas.microsoft.com/office/drawing/2014/main" id="{E03928C9-112A-01B6-AD01-B76C7B7169C9}"/>
              </a:ext>
            </a:extLst>
          </p:cNvPr>
          <p:cNvSpPr txBox="1"/>
          <p:nvPr/>
        </p:nvSpPr>
        <p:spPr>
          <a:xfrm>
            <a:off x="8575297" y="3513557"/>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4063F9E2-0D24-4AD9-895B-8742626AE377}"/>
              </a:ext>
            </a:extLst>
          </p:cNvPr>
          <p:cNvSpPr txBox="1"/>
          <p:nvPr/>
        </p:nvSpPr>
        <p:spPr>
          <a:xfrm>
            <a:off x="1072342" y="4721717"/>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24" name="テキスト ボックス 23">
            <a:extLst>
              <a:ext uri="{FF2B5EF4-FFF2-40B4-BE49-F238E27FC236}">
                <a16:creationId xmlns:a16="http://schemas.microsoft.com/office/drawing/2014/main" id="{22859597-AF10-B0EA-6686-3537B501818A}"/>
              </a:ext>
            </a:extLst>
          </p:cNvPr>
          <p:cNvSpPr txBox="1"/>
          <p:nvPr/>
        </p:nvSpPr>
        <p:spPr>
          <a:xfrm>
            <a:off x="4545676" y="4721197"/>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25" name="テキスト ボックス 24">
            <a:extLst>
              <a:ext uri="{FF2B5EF4-FFF2-40B4-BE49-F238E27FC236}">
                <a16:creationId xmlns:a16="http://schemas.microsoft.com/office/drawing/2014/main" id="{B507873F-C1FA-5912-E2AA-8B132FC9DAB3}"/>
              </a:ext>
            </a:extLst>
          </p:cNvPr>
          <p:cNvSpPr txBox="1"/>
          <p:nvPr/>
        </p:nvSpPr>
        <p:spPr>
          <a:xfrm>
            <a:off x="8575297" y="4721197"/>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2604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3070E-F9C1-5FAC-8A3D-4C44113A78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4A83A7-EA2A-78C3-38D9-F5A01090F821}"/>
              </a:ext>
            </a:extLst>
          </p:cNvPr>
          <p:cNvSpPr>
            <a:spLocks noGrp="1"/>
          </p:cNvSpPr>
          <p:nvPr>
            <p:ph type="title"/>
          </p:nvPr>
        </p:nvSpPr>
        <p:spPr/>
        <p:txBody>
          <a:bodyPr/>
          <a:lstStyle/>
          <a:p>
            <a:r>
              <a:rPr kumimoji="1" lang="ja-JP" altLang="en-US" dirty="0"/>
              <a:t>示唆</a:t>
            </a:r>
          </a:p>
        </p:txBody>
      </p:sp>
      <p:sp>
        <p:nvSpPr>
          <p:cNvPr id="3" name="フッター プレースホルダー 2">
            <a:extLst>
              <a:ext uri="{FF2B5EF4-FFF2-40B4-BE49-F238E27FC236}">
                <a16:creationId xmlns:a16="http://schemas.microsoft.com/office/drawing/2014/main" id="{A5C65D74-3A69-5E2D-7D2A-4EE5C7853C91}"/>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4781FFB5-7366-343E-F5F3-EDD0A8F0DE33}"/>
              </a:ext>
            </a:extLst>
          </p:cNvPr>
          <p:cNvSpPr>
            <a:spLocks noGrp="1"/>
          </p:cNvSpPr>
          <p:nvPr>
            <p:ph type="sldNum" sz="quarter" idx="12"/>
          </p:nvPr>
        </p:nvSpPr>
        <p:spPr/>
        <p:txBody>
          <a:bodyPr/>
          <a:lstStyle/>
          <a:p>
            <a:fld id="{DCB5AA93-092B-49A1-87A7-3C88D5F38AD7}" type="slidenum">
              <a:rPr lang="ja-JP" altLang="en-US" smtClean="0"/>
              <a:pPr/>
              <a:t>18</a:t>
            </a:fld>
            <a:endParaRPr lang="ja-JP" altLang="en-US"/>
          </a:p>
        </p:txBody>
      </p:sp>
      <p:sp>
        <p:nvSpPr>
          <p:cNvPr id="5" name="テキスト プレースホルダー 4">
            <a:extLst>
              <a:ext uri="{FF2B5EF4-FFF2-40B4-BE49-F238E27FC236}">
                <a16:creationId xmlns:a16="http://schemas.microsoft.com/office/drawing/2014/main" id="{ED825628-FA48-8597-6866-CF9494E877E7}"/>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D6816A6C-022C-0C5E-3235-7680109B272D}"/>
              </a:ext>
            </a:extLst>
          </p:cNvPr>
          <p:cNvSpPr txBox="1"/>
          <p:nvPr/>
        </p:nvSpPr>
        <p:spPr>
          <a:xfrm>
            <a:off x="433123" y="1733852"/>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はどの産業まで活用の幅が広がっているのか？</a:t>
            </a:r>
            <a:endParaRPr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F9ADCECA-4A19-CED8-8D05-487854462D38}"/>
              </a:ext>
            </a:extLst>
          </p:cNvPr>
          <p:cNvCxnSpPr>
            <a:cxnSpLocks/>
          </p:cNvCxnSpPr>
          <p:nvPr/>
        </p:nvCxnSpPr>
        <p:spPr>
          <a:xfrm>
            <a:off x="407987" y="1617789"/>
            <a:ext cx="11376026" cy="1098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E2627E6C-C3A5-6E58-0B30-A99FEBE7FD2D}"/>
              </a:ext>
            </a:extLst>
          </p:cNvPr>
          <p:cNvSpPr txBox="1"/>
          <p:nvPr/>
        </p:nvSpPr>
        <p:spPr>
          <a:xfrm>
            <a:off x="433123" y="1362040"/>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論点</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2E54A016-0765-FB83-091A-729F93ED3514}"/>
              </a:ext>
            </a:extLst>
          </p:cNvPr>
          <p:cNvSpPr txBox="1"/>
          <p:nvPr/>
        </p:nvSpPr>
        <p:spPr>
          <a:xfrm>
            <a:off x="2990954" y="1362040"/>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示唆</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B7736BF7-0ABF-5BCA-2343-BBF2A6FCF30B}"/>
              </a:ext>
            </a:extLst>
          </p:cNvPr>
          <p:cNvSpPr txBox="1"/>
          <p:nvPr/>
        </p:nvSpPr>
        <p:spPr>
          <a:xfrm>
            <a:off x="2990955" y="1733852"/>
            <a:ext cx="8767922" cy="1508105"/>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フィットネスや食事・食事管理に加え、周辺産業では自動車、小売り、アパレル、住宅、睡眠、美容、家電への広がりがみられる</a:t>
            </a:r>
            <a:endParaRPr kumimoji="1" lang="en-US" altLang="ja-JP" sz="1400" dirty="0">
              <a:latin typeface="BIZ UDPゴシック" panose="020B0400000000000000" pitchFamily="50" charset="-128"/>
              <a:ea typeface="BIZ UDPゴシック" panose="020B0400000000000000" pitchFamily="50" charset="-128"/>
            </a:endParaRPr>
          </a:p>
          <a:p>
            <a:pPr marL="0" lvl="1"/>
            <a:endParaRPr lang="en-US" altLang="ja-JP" sz="1400" dirty="0">
              <a:latin typeface="BIZ UDPゴシック" panose="020B0400000000000000" pitchFamily="50" charset="-128"/>
              <a:ea typeface="BIZ UDPゴシック" panose="020B0400000000000000" pitchFamily="50" charset="-128"/>
            </a:endParaRPr>
          </a:p>
          <a:p>
            <a:pPr marL="0" lvl="1"/>
            <a:r>
              <a:rPr kumimoji="1" lang="ja-JP" altLang="en-US" sz="1400" dirty="0">
                <a:latin typeface="BIZ UDPゴシック" panose="020B0400000000000000" pitchFamily="50" charset="-128"/>
                <a:ea typeface="BIZ UDPゴシック" panose="020B0400000000000000" pitchFamily="50" charset="-128"/>
              </a:rPr>
              <a:t>特にアパレル産業においては、正確な生体データ、行動データ取得をコア技術として、他産業に対するサービスを展開</a:t>
            </a:r>
            <a:endParaRPr kumimoji="1" lang="en-US" altLang="ja-JP" sz="1400" dirty="0">
              <a:latin typeface="BIZ UDPゴシック" panose="020B0400000000000000" pitchFamily="50" charset="-128"/>
              <a:ea typeface="BIZ UDPゴシック" panose="020B0400000000000000" pitchFamily="50" charset="-128"/>
            </a:endParaRPr>
          </a:p>
          <a:p>
            <a:pPr marL="2857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保育園等での幼児の体調管理</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発熱やうつぶせ寝の検知</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、工場現場・工場における作業員の体調管理、リハビリ施設というでの歩行支援など</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6045BA72-FA39-D9E6-72E7-425E32BACFD5}"/>
              </a:ext>
            </a:extLst>
          </p:cNvPr>
          <p:cNvSpPr txBox="1"/>
          <p:nvPr/>
        </p:nvSpPr>
        <p:spPr>
          <a:xfrm>
            <a:off x="433123" y="3466197"/>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各産業毎にどのようなものがサービス化されているのか？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2C8224CA-D3B3-41F6-787A-159D495BB39F}"/>
              </a:ext>
            </a:extLst>
          </p:cNvPr>
          <p:cNvSpPr txBox="1"/>
          <p:nvPr/>
        </p:nvSpPr>
        <p:spPr>
          <a:xfrm>
            <a:off x="2990955" y="3466197"/>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産業を俯瞰してみるとおおよそ</a:t>
            </a:r>
            <a:r>
              <a:rPr kumimoji="1" lang="en-US" altLang="ja-JP" sz="1400" dirty="0">
                <a:latin typeface="BIZ UDPゴシック" panose="020B0400000000000000" pitchFamily="50" charset="-128"/>
                <a:ea typeface="BIZ UDPゴシック" panose="020B0400000000000000" pitchFamily="50" charset="-128"/>
              </a:rPr>
              <a:t>PHT</a:t>
            </a:r>
            <a:r>
              <a:rPr kumimoji="1" lang="ja-JP" altLang="en-US" sz="1400" dirty="0">
                <a:latin typeface="BIZ UDPゴシック" panose="020B0400000000000000" pitchFamily="50" charset="-128"/>
                <a:ea typeface="BIZ UDPゴシック" panose="020B0400000000000000" pitchFamily="50" charset="-128"/>
              </a:rPr>
              <a:t>データの活用パターンは以下の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つに大別</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体調・行動の精緻な可視化</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：アパレル、食品・サプリ、食事管理、睡眠、美容等</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①に基づくパーソナライズされた提案</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：食品・サプリ・小売り</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積極的な介入による行動変容</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：フィットネス、食事管理</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体調異常時の早期検出</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：住宅、自動車、アパレル</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快適な空間づくり</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：住宅、自動車</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D1F516C7-D304-B819-485C-B579B504CAF3}"/>
              </a:ext>
            </a:extLst>
          </p:cNvPr>
          <p:cNvSpPr txBox="1"/>
          <p:nvPr/>
        </p:nvSpPr>
        <p:spPr>
          <a:xfrm>
            <a:off x="433123" y="4861019"/>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今後どのように発展していく可能性が想定されているのか？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B45A133-39BB-9FC0-DE28-4B7F09A5A338}"/>
              </a:ext>
            </a:extLst>
          </p:cNvPr>
          <p:cNvSpPr txBox="1"/>
          <p:nvPr/>
        </p:nvSpPr>
        <p:spPr>
          <a:xfrm>
            <a:off x="2990955" y="4861019"/>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実証実験段階にあるサービスや先進事例を踏まえると、以下の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つの方向性が考えられる</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取得・活用可能な生体データの拡張 </a:t>
            </a:r>
            <a:r>
              <a:rPr kumimoji="1" lang="en-US" altLang="ja-JP" sz="1400" dirty="0">
                <a:latin typeface="BIZ UDPゴシック" panose="020B0400000000000000" pitchFamily="50" charset="-128"/>
                <a:ea typeface="BIZ UDPゴシック" panose="020B0400000000000000" pitchFamily="50" charset="-128"/>
              </a:rPr>
              <a:t>(DNA</a:t>
            </a:r>
            <a:r>
              <a:rPr kumimoji="1" lang="ja-JP" altLang="en-US" sz="1400" dirty="0">
                <a:latin typeface="BIZ UDPゴシック" panose="020B0400000000000000" pitchFamily="50" charset="-128"/>
                <a:ea typeface="BIZ UDPゴシック" panose="020B0400000000000000" pitchFamily="50" charset="-128"/>
              </a:rPr>
              <a:t>、マイクロバイオーム</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複数データを掛け合わせたデータの付加価値の向上 </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医療機関データ</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より日常に密着したデータ取得チャネルの充実化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非接触センサー、</a:t>
            </a:r>
            <a:r>
              <a:rPr lang="en-US" altLang="ja-JP" sz="1400" dirty="0">
                <a:latin typeface="BIZ UDPゴシック" panose="020B0400000000000000" pitchFamily="50" charset="-128"/>
                <a:ea typeface="BIZ UDPゴシック" panose="020B0400000000000000" pitchFamily="50" charset="-128"/>
              </a:rPr>
              <a:t>IoT</a:t>
            </a:r>
            <a:r>
              <a:rPr lang="ja-JP" altLang="en-US" sz="1400" dirty="0">
                <a:latin typeface="BIZ UDPゴシック" panose="020B0400000000000000" pitchFamily="50" charset="-128"/>
                <a:ea typeface="BIZ UDPゴシック" panose="020B0400000000000000" pitchFamily="50" charset="-128"/>
              </a:rPr>
              <a:t>デバイス</a:t>
            </a:r>
            <a:r>
              <a:rPr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日常に溶け込むシームレスな購買機械の提供</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モノに留まらない個人最適な体験の提供</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710265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CAF931-8EAB-2EB9-956A-CC4A76052569}"/>
              </a:ext>
            </a:extLst>
          </p:cNvPr>
          <p:cNvSpPr>
            <a:spLocks noGrp="1"/>
          </p:cNvSpPr>
          <p:nvPr>
            <p:ph type="title"/>
          </p:nvPr>
        </p:nvSpPr>
        <p:spPr/>
        <p:txBody>
          <a:bodyPr/>
          <a:lstStyle/>
          <a:p>
            <a:r>
              <a:rPr kumimoji="1" lang="ja-JP" altLang="en-US" dirty="0"/>
              <a:t>洋上風力産業の集積事例：需要の予見性、サプライチェーン国内化の推進、</a:t>
            </a:r>
            <a:br>
              <a:rPr lang="en-US" altLang="ja-JP" dirty="0"/>
            </a:br>
            <a:r>
              <a:rPr lang="ja-JP" altLang="en-US" dirty="0"/>
              <a:t>政府による資金支援が集積成功に寄与</a:t>
            </a:r>
            <a:endParaRPr kumimoji="1" lang="ja-JP" altLang="en-US" dirty="0"/>
          </a:p>
        </p:txBody>
      </p:sp>
      <p:sp>
        <p:nvSpPr>
          <p:cNvPr id="3" name="フッター プレースホルダー 2">
            <a:extLst>
              <a:ext uri="{FF2B5EF4-FFF2-40B4-BE49-F238E27FC236}">
                <a16:creationId xmlns:a16="http://schemas.microsoft.com/office/drawing/2014/main" id="{9A3A467F-1931-18D8-5871-E2F3A1F5870C}"/>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3D8DB98B-37EE-6A32-B07E-103483C9A321}"/>
              </a:ext>
            </a:extLst>
          </p:cNvPr>
          <p:cNvSpPr>
            <a:spLocks noGrp="1"/>
          </p:cNvSpPr>
          <p:nvPr>
            <p:ph type="sldNum" sz="quarter" idx="12"/>
          </p:nvPr>
        </p:nvSpPr>
        <p:spPr/>
        <p:txBody>
          <a:bodyPr/>
          <a:lstStyle/>
          <a:p>
            <a:fld id="{DCB5AA93-092B-49A1-87A7-3C88D5F38AD7}" type="slidenum">
              <a:rPr lang="ja-JP" altLang="en-US" smtClean="0"/>
              <a:pPr/>
              <a:t>19</a:t>
            </a:fld>
            <a:endParaRPr lang="ja-JP" altLang="en-US"/>
          </a:p>
        </p:txBody>
      </p:sp>
      <p:sp>
        <p:nvSpPr>
          <p:cNvPr id="5" name="テキスト プレースホルダー 4">
            <a:extLst>
              <a:ext uri="{FF2B5EF4-FFF2-40B4-BE49-F238E27FC236}">
                <a16:creationId xmlns:a16="http://schemas.microsoft.com/office/drawing/2014/main" id="{77F8365A-0FC9-8B3D-D183-93AAB1B8604E}"/>
              </a:ext>
            </a:extLst>
          </p:cNvPr>
          <p:cNvSpPr>
            <a:spLocks noGrp="1"/>
          </p:cNvSpPr>
          <p:nvPr>
            <p:ph type="body" sz="quarter" idx="13"/>
          </p:nvPr>
        </p:nvSpPr>
        <p:spPr>
          <a:xfrm>
            <a:off x="0" y="914401"/>
            <a:ext cx="12192000" cy="507074"/>
          </a:xfrm>
        </p:spPr>
        <p:txBody>
          <a:bodyPr/>
          <a:lstStyle/>
          <a:p>
            <a:r>
              <a:rPr kumimoji="1" lang="ja-JP" altLang="en-US" dirty="0"/>
              <a:t>イギリス ハルにおける洋上風力産業集積</a:t>
            </a:r>
            <a:endParaRPr kumimoji="1" lang="en-US" altLang="ja-JP" dirty="0"/>
          </a:p>
          <a:p>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6DBBFB00-9AA4-F0E3-8EBB-DED49151F13F}"/>
              </a:ext>
            </a:extLst>
          </p:cNvPr>
          <p:cNvSpPr txBox="1"/>
          <p:nvPr/>
        </p:nvSpPr>
        <p:spPr>
          <a:xfrm>
            <a:off x="133667" y="1822376"/>
            <a:ext cx="2784763" cy="2585323"/>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洋上風力に特化した産業振興地域に指定し、部品製造から発電所までサプライチェーンを構築</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2015</a:t>
            </a:r>
            <a:r>
              <a:rPr kumimoji="1" lang="ja-JP" altLang="en-US" sz="1400" dirty="0">
                <a:latin typeface="BIZ UDPゴシック" panose="020B0400000000000000" pitchFamily="50" charset="-128"/>
                <a:ea typeface="BIZ UDPゴシック" panose="020B0400000000000000" pitchFamily="50" charset="-128"/>
              </a:rPr>
              <a:t>年から洋上風力発電所が稼働開始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関連産業の企業が相次いで立地</a:t>
            </a:r>
            <a:endParaRPr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kumimoji="1" lang="en-US" altLang="ja-JP" sz="1400" dirty="0">
                <a:latin typeface="BIZ UDPゴシック" panose="020B0400000000000000" pitchFamily="50" charset="-128"/>
                <a:ea typeface="BIZ UDPゴシック" panose="020B0400000000000000" pitchFamily="50" charset="-128"/>
              </a:rPr>
              <a:t>2016</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a:latin typeface="BIZ UDPゴシック" panose="020B0400000000000000" pitchFamily="50" charset="-128"/>
                <a:ea typeface="BIZ UDPゴシック" panose="020B0400000000000000" pitchFamily="50" charset="-128"/>
              </a:rPr>
              <a:t>Siemens </a:t>
            </a:r>
            <a:r>
              <a:rPr kumimoji="1" lang="en-US" altLang="ja-JP" sz="1400" dirty="0" err="1">
                <a:latin typeface="BIZ UDPゴシック" panose="020B0400000000000000" pitchFamily="50" charset="-128"/>
                <a:ea typeface="BIZ UDPゴシック" panose="020B0400000000000000" pitchFamily="50" charset="-128"/>
              </a:rPr>
              <a:t>Gamessa</a:t>
            </a:r>
            <a:r>
              <a:rPr kumimoji="1" lang="ja-JP" altLang="en-US" sz="1400" dirty="0">
                <a:latin typeface="BIZ UDPゴシック" panose="020B0400000000000000" pitchFamily="50" charset="-128"/>
                <a:ea typeface="BIZ UDPゴシック" panose="020B0400000000000000" pitchFamily="50" charset="-128"/>
              </a:rPr>
              <a:t>タービン工場</a:t>
            </a:r>
            <a:endParaRPr kumimoji="1"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lang="en-US" altLang="ja-JP" sz="1400" dirty="0">
                <a:latin typeface="BIZ UDPゴシック" panose="020B0400000000000000" pitchFamily="50" charset="-128"/>
                <a:ea typeface="BIZ UDPゴシック" panose="020B0400000000000000" pitchFamily="50" charset="-128"/>
              </a:rPr>
              <a:t>2021</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GRI Renewable Industries</a:t>
            </a:r>
            <a:r>
              <a:rPr lang="ja-JP" altLang="en-US" sz="1400" dirty="0">
                <a:latin typeface="BIZ UDPゴシック" panose="020B0400000000000000" pitchFamily="50" charset="-128"/>
                <a:ea typeface="BIZ UDPゴシック" panose="020B0400000000000000" pitchFamily="50" charset="-128"/>
              </a:rPr>
              <a:t>がタワー製造</a:t>
            </a:r>
            <a:endParaRPr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kumimoji="1" lang="en-US" altLang="ja-JP" sz="1400" dirty="0">
                <a:latin typeface="BIZ UDPゴシック" panose="020B0400000000000000" pitchFamily="50" charset="-128"/>
                <a:ea typeface="BIZ UDPゴシック" panose="020B0400000000000000" pitchFamily="50" charset="-128"/>
              </a:rPr>
              <a:t>2021</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err="1">
                <a:latin typeface="BIZ UDPゴシック" panose="020B0400000000000000" pitchFamily="50" charset="-128"/>
                <a:ea typeface="BIZ UDPゴシック" panose="020B0400000000000000" pitchFamily="50" charset="-128"/>
              </a:rPr>
              <a:t>SeAH</a:t>
            </a:r>
            <a:r>
              <a:rPr kumimoji="1" lang="en-US" altLang="ja-JP" sz="1400" dirty="0">
                <a:latin typeface="BIZ UDPゴシック" panose="020B0400000000000000" pitchFamily="50" charset="-128"/>
                <a:ea typeface="BIZ UDPゴシック" panose="020B0400000000000000" pitchFamily="50" charset="-128"/>
              </a:rPr>
              <a:t> Wind</a:t>
            </a:r>
            <a:r>
              <a:rPr kumimoji="1" lang="ja-JP" altLang="en-US" sz="1400" dirty="0">
                <a:latin typeface="BIZ UDPゴシック" panose="020B0400000000000000" pitchFamily="50" charset="-128"/>
                <a:ea typeface="BIZ UDPゴシック" panose="020B0400000000000000" pitchFamily="50" charset="-128"/>
              </a:rPr>
              <a:t>がモノパイル製造</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7461DA57-0DDD-E731-BEE4-5F28F33AA2E3}"/>
              </a:ext>
            </a:extLst>
          </p:cNvPr>
          <p:cNvCxnSpPr>
            <a:cxnSpLocks/>
            <a:endCxn id="28" idx="2"/>
          </p:cNvCxnSpPr>
          <p:nvPr/>
        </p:nvCxnSpPr>
        <p:spPr>
          <a:xfrm>
            <a:off x="133667" y="1732085"/>
            <a:ext cx="9185046"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0BCBF904-7783-B51C-F265-3D6423B2C359}"/>
              </a:ext>
            </a:extLst>
          </p:cNvPr>
          <p:cNvSpPr txBox="1"/>
          <p:nvPr/>
        </p:nvSpPr>
        <p:spPr>
          <a:xfrm>
            <a:off x="133668" y="1516641"/>
            <a:ext cx="897110"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事例概要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C3FE1E9A-B6FB-C3B6-CF40-98194FCD42F3}"/>
              </a:ext>
            </a:extLst>
          </p:cNvPr>
          <p:cNvSpPr txBox="1"/>
          <p:nvPr/>
        </p:nvSpPr>
        <p:spPr>
          <a:xfrm>
            <a:off x="2990954" y="1516641"/>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洋上風力産業集積のアプローチ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A098CA6D-6623-7C9F-4714-FB95FD7467B5}"/>
              </a:ext>
            </a:extLst>
          </p:cNvPr>
          <p:cNvSpPr txBox="1"/>
          <p:nvPr/>
        </p:nvSpPr>
        <p:spPr>
          <a:xfrm>
            <a:off x="9743390" y="1493456"/>
            <a:ext cx="1406838"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成功要因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9C14BBE6-F8A5-28E4-1C0B-7426A0BA52DA}"/>
              </a:ext>
            </a:extLst>
          </p:cNvPr>
          <p:cNvSpPr txBox="1"/>
          <p:nvPr/>
        </p:nvSpPr>
        <p:spPr>
          <a:xfrm>
            <a:off x="3837830" y="1822376"/>
            <a:ext cx="5480883" cy="1723549"/>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ハル周辺</a:t>
            </a:r>
            <a:r>
              <a:rPr lang="en-US" altLang="ja-JP" sz="1400" dirty="0">
                <a:latin typeface="BIZ UDPゴシック" panose="020B0400000000000000" pitchFamily="50" charset="-128"/>
                <a:ea typeface="BIZ UDPゴシック" panose="020B0400000000000000" pitchFamily="50" charset="-128"/>
              </a:rPr>
              <a:t>375ha</a:t>
            </a:r>
            <a:r>
              <a:rPr lang="ja-JP" altLang="en-US" sz="1400" dirty="0">
                <a:latin typeface="BIZ UDPゴシック" panose="020B0400000000000000" pitchFamily="50" charset="-128"/>
                <a:ea typeface="BIZ UDPゴシック" panose="020B0400000000000000" pitchFamily="50" charset="-128"/>
              </a:rPr>
              <a:t>の地域を産業振興地域に指定。洋上風力関連の製造企業の拠点立地に向けたインセンティブを拡充</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北海からハンバー川を通じて</a:t>
            </a:r>
            <a:r>
              <a:rPr lang="en-US" altLang="ja-JP" sz="1400" dirty="0">
                <a:latin typeface="BIZ UDPゴシック" panose="020B0400000000000000" pitchFamily="50" charset="-128"/>
                <a:ea typeface="BIZ UDPゴシック" panose="020B0400000000000000" pitchFamily="50" charset="-128"/>
              </a:rPr>
              <a:t>40Km</a:t>
            </a:r>
            <a:r>
              <a:rPr lang="ja-JP" altLang="en-US" sz="1400" dirty="0">
                <a:latin typeface="BIZ UDPゴシック" panose="020B0400000000000000" pitchFamily="50" charset="-128"/>
                <a:ea typeface="BIZ UDPゴシック" panose="020B0400000000000000" pitchFamily="50" charset="-128"/>
              </a:rPr>
              <a:t>、深い推進や大規模な部品輸送・製造が可能な港湾が既存していたなど洋上風力の適地</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産業振興地域内に転移する企業に対し、固定資産税</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ビジネスレート</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を</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年間免税</a:t>
            </a:r>
            <a:endParaRPr kumimoji="1"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移転後の初年度は工場設備や機械への投資費用を課税対象額から</a:t>
            </a:r>
            <a:r>
              <a:rPr lang="en-US" altLang="ja-JP" sz="1400" dirty="0">
                <a:latin typeface="BIZ UDPゴシック" panose="020B0400000000000000" pitchFamily="50" charset="-128"/>
                <a:ea typeface="BIZ UDPゴシック" panose="020B0400000000000000" pitchFamily="50" charset="-128"/>
              </a:rPr>
              <a:t>100%</a:t>
            </a:r>
            <a:r>
              <a:rPr lang="ja-JP" altLang="en-US" sz="1400" dirty="0">
                <a:latin typeface="BIZ UDPゴシック" panose="020B0400000000000000" pitchFamily="50" charset="-128"/>
                <a:ea typeface="BIZ UDPゴシック" panose="020B0400000000000000" pitchFamily="50" charset="-128"/>
              </a:rPr>
              <a:t>控除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ADDE64F3-4E14-E411-70A0-B19045FE9EBB}"/>
              </a:ext>
            </a:extLst>
          </p:cNvPr>
          <p:cNvSpPr txBox="1"/>
          <p:nvPr/>
        </p:nvSpPr>
        <p:spPr>
          <a:xfrm>
            <a:off x="2990955" y="1822377"/>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2011</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8C92FD27-B1C6-A74E-536F-D624AAFA706E}"/>
              </a:ext>
            </a:extLst>
          </p:cNvPr>
          <p:cNvSpPr txBox="1"/>
          <p:nvPr/>
        </p:nvSpPr>
        <p:spPr>
          <a:xfrm>
            <a:off x="3837830" y="3752275"/>
            <a:ext cx="5480883"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300MW</a:t>
            </a:r>
            <a:r>
              <a:rPr kumimoji="1" lang="ja-JP" altLang="en-US" sz="1400" dirty="0">
                <a:latin typeface="BIZ UDPゴシック" panose="020B0400000000000000" pitchFamily="50" charset="-128"/>
                <a:ea typeface="BIZ UDPゴシック" panose="020B0400000000000000" pitchFamily="50" charset="-128"/>
              </a:rPr>
              <a:t>を超える洋上風力プロジェクトの開発に対し、サプライチェーン詳細の提出を義務化しその評価をもとに落札。</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年までに国内化</a:t>
            </a:r>
            <a:r>
              <a:rPr kumimoji="1" lang="en-US" altLang="ja-JP" sz="1400" dirty="0">
                <a:latin typeface="BIZ UDPゴシック" panose="020B0400000000000000" pitchFamily="50" charset="-128"/>
                <a:ea typeface="BIZ UDPゴシック" panose="020B0400000000000000" pitchFamily="50" charset="-128"/>
              </a:rPr>
              <a:t>60%</a:t>
            </a:r>
            <a:r>
              <a:rPr kumimoji="1" lang="ja-JP" altLang="en-US" sz="1400" dirty="0">
                <a:latin typeface="BIZ UDPゴシック" panose="020B0400000000000000" pitchFamily="50" charset="-128"/>
                <a:ea typeface="BIZ UDPゴシック" panose="020B0400000000000000" pitchFamily="50" charset="-128"/>
              </a:rPr>
              <a:t>を目指す</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D41F7C8-4116-AB96-4B36-B46324D6FA4F}"/>
              </a:ext>
            </a:extLst>
          </p:cNvPr>
          <p:cNvSpPr txBox="1"/>
          <p:nvPr/>
        </p:nvSpPr>
        <p:spPr>
          <a:xfrm>
            <a:off x="2990955" y="3752275"/>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2013</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BC453EA0-97F8-5713-E5B9-20253812538A}"/>
              </a:ext>
            </a:extLst>
          </p:cNvPr>
          <p:cNvSpPr txBox="1"/>
          <p:nvPr/>
        </p:nvSpPr>
        <p:spPr>
          <a:xfrm>
            <a:off x="3837830" y="4612938"/>
            <a:ext cx="5480883" cy="430887"/>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エネルギー法にて低炭素発電事業者向けに差額決済契約制度を導入。</a:t>
            </a:r>
            <a:r>
              <a:rPr lang="ja-JP" altLang="en-US" sz="1400" dirty="0">
                <a:latin typeface="BIZ UDPゴシック" panose="020B0400000000000000" pitchFamily="50" charset="-128"/>
                <a:ea typeface="BIZ UDPゴシック" panose="020B0400000000000000" pitchFamily="50" charset="-128"/>
              </a:rPr>
              <a:t>洋上風力発電事業者に長期的な収益の安定性を保証</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7CECE4D0-1D74-52C6-E914-B68594B70FF0}"/>
              </a:ext>
            </a:extLst>
          </p:cNvPr>
          <p:cNvSpPr txBox="1"/>
          <p:nvPr/>
        </p:nvSpPr>
        <p:spPr>
          <a:xfrm>
            <a:off x="2990955" y="4612938"/>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2014</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663FA940-29C0-FEF5-28C0-CEC0C1816798}"/>
              </a:ext>
            </a:extLst>
          </p:cNvPr>
          <p:cNvSpPr txBox="1"/>
          <p:nvPr/>
        </p:nvSpPr>
        <p:spPr>
          <a:xfrm>
            <a:off x="3837830" y="5274262"/>
            <a:ext cx="5480883" cy="1077218"/>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国のグリーン産業改革に向けた戦略</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項目計画に洋上風力を組み込み、洋上風力の国内サプライチェーン構築に向けた支援を強化</a:t>
            </a:r>
            <a:endParaRPr kumimoji="1" lang="en-US" altLang="ja-JP" sz="1400" dirty="0">
              <a:latin typeface="BIZ UDPゴシック" panose="020B0400000000000000" pitchFamily="50" charset="-128"/>
              <a:ea typeface="BIZ UDPゴシック" panose="020B0400000000000000" pitchFamily="50" charset="-128"/>
            </a:endParaRPr>
          </a:p>
          <a:p>
            <a:pPr marL="358775" lvl="1" indent="-179388">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ハルを含む経済的に貧困な地域をターゲット</a:t>
            </a:r>
            <a:endParaRPr lang="en-US" altLang="ja-JP" sz="1400" dirty="0">
              <a:latin typeface="BIZ UDPゴシック" panose="020B0400000000000000" pitchFamily="50" charset="-128"/>
              <a:ea typeface="BIZ UDPゴシック" panose="020B0400000000000000" pitchFamily="50" charset="-128"/>
            </a:endParaRPr>
          </a:p>
          <a:p>
            <a:pPr marL="358775" lvl="1" indent="-179388">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国内の洋上風力産業を成長させ、</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年までに洋上風力で</a:t>
            </a:r>
            <a:r>
              <a:rPr kumimoji="1" lang="en-US" altLang="ja-JP" sz="1400" dirty="0">
                <a:latin typeface="BIZ UDPゴシック" panose="020B0400000000000000" pitchFamily="50" charset="-128"/>
                <a:ea typeface="BIZ UDPゴシック" panose="020B0400000000000000" pitchFamily="50" charset="-128"/>
              </a:rPr>
              <a:t>40GW</a:t>
            </a:r>
            <a:r>
              <a:rPr kumimoji="1" lang="ja-JP" altLang="en-US" sz="1400" dirty="0">
                <a:latin typeface="BIZ UDPゴシック" panose="020B0400000000000000" pitchFamily="50" charset="-128"/>
                <a:ea typeface="BIZ UDPゴシック" panose="020B0400000000000000" pitchFamily="50" charset="-128"/>
              </a:rPr>
              <a:t>を発電する狙い</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E8D266D4-96FD-266C-6305-19EEAE2D383C}"/>
              </a:ext>
            </a:extLst>
          </p:cNvPr>
          <p:cNvSpPr txBox="1"/>
          <p:nvPr/>
        </p:nvSpPr>
        <p:spPr>
          <a:xfrm>
            <a:off x="2990955" y="5274262"/>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2017</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31" name="グループ化 30">
            <a:extLst>
              <a:ext uri="{FF2B5EF4-FFF2-40B4-BE49-F238E27FC236}">
                <a16:creationId xmlns:a16="http://schemas.microsoft.com/office/drawing/2014/main" id="{732EABEC-08E4-EFD8-93DB-D0410ECE4996}"/>
              </a:ext>
            </a:extLst>
          </p:cNvPr>
          <p:cNvGrpSpPr/>
          <p:nvPr/>
        </p:nvGrpSpPr>
        <p:grpSpPr>
          <a:xfrm>
            <a:off x="9318713" y="1577029"/>
            <a:ext cx="325282" cy="310112"/>
            <a:chOff x="9855582" y="1257300"/>
            <a:chExt cx="325282" cy="310112"/>
          </a:xfrm>
        </p:grpSpPr>
        <p:sp>
          <p:nvSpPr>
            <p:cNvPr id="28" name="楕円 27">
              <a:extLst>
                <a:ext uri="{FF2B5EF4-FFF2-40B4-BE49-F238E27FC236}">
                  <a16:creationId xmlns:a16="http://schemas.microsoft.com/office/drawing/2014/main" id="{EFB85594-C3DC-743F-5DB4-A901AA3C5DE0}"/>
                </a:ext>
              </a:extLst>
            </p:cNvPr>
            <p:cNvSpPr/>
            <p:nvPr/>
          </p:nvSpPr>
          <p:spPr>
            <a:xfrm>
              <a:off x="9855582" y="125730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6D9EC9A-A103-7B51-C264-665A32846A86}"/>
                </a:ext>
              </a:extLst>
            </p:cNvPr>
            <p:cNvSpPr txBox="1"/>
            <p:nvPr/>
          </p:nvSpPr>
          <p:spPr>
            <a:xfrm>
              <a:off x="9946088" y="1322065"/>
              <a:ext cx="150682" cy="215444"/>
            </a:xfrm>
            <a:prstGeom prst="rect">
              <a:avLst/>
            </a:prstGeom>
            <a:noFill/>
          </p:spPr>
          <p:txBody>
            <a:bodyPr wrap="none" lIns="0" tIns="0" rIns="0" bIns="0" rtlCol="0" anchor="t" anchorCtr="0">
              <a:spAutoFit/>
            </a:bodyPr>
            <a:lstStyle/>
            <a:p>
              <a:pPr algn="l"/>
              <a:r>
                <a:rPr kumimoji="1" lang="en-US" altLang="ja-JP" sz="1400">
                  <a:solidFill>
                    <a:schemeClr val="bg1">
                      <a:lumMod val="50000"/>
                    </a:schemeClr>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endParaRPr>
            </a:p>
          </p:txBody>
        </p:sp>
      </p:grpSp>
      <p:cxnSp>
        <p:nvCxnSpPr>
          <p:cNvPr id="38" name="直線コネクタ 37">
            <a:extLst>
              <a:ext uri="{FF2B5EF4-FFF2-40B4-BE49-F238E27FC236}">
                <a16:creationId xmlns:a16="http://schemas.microsoft.com/office/drawing/2014/main" id="{0C41D08D-2E5A-093A-12C0-34DEA2C25A6C}"/>
              </a:ext>
            </a:extLst>
          </p:cNvPr>
          <p:cNvCxnSpPr>
            <a:cxnSpLocks/>
            <a:stCxn id="28" idx="6"/>
          </p:cNvCxnSpPr>
          <p:nvPr/>
        </p:nvCxnSpPr>
        <p:spPr>
          <a:xfrm flipV="1">
            <a:off x="9643995" y="1708900"/>
            <a:ext cx="2140021" cy="23185"/>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8948BE0A-C956-EEE6-1807-8CBE0AC667FB}"/>
              </a:ext>
            </a:extLst>
          </p:cNvPr>
          <p:cNvCxnSpPr>
            <a:cxnSpLocks/>
            <a:endCxn id="29" idx="2"/>
          </p:cNvCxnSpPr>
          <p:nvPr/>
        </p:nvCxnSpPr>
        <p:spPr>
          <a:xfrm flipV="1">
            <a:off x="9481354" y="1857238"/>
            <a:ext cx="3206" cy="427216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7" name="テキスト ボックス 46">
            <a:extLst>
              <a:ext uri="{FF2B5EF4-FFF2-40B4-BE49-F238E27FC236}">
                <a16:creationId xmlns:a16="http://schemas.microsoft.com/office/drawing/2014/main" id="{B9093A9E-6D21-065C-CDA2-7793BD4B6E8E}"/>
              </a:ext>
            </a:extLst>
          </p:cNvPr>
          <p:cNvSpPr txBox="1"/>
          <p:nvPr/>
        </p:nvSpPr>
        <p:spPr>
          <a:xfrm>
            <a:off x="9743390" y="1822376"/>
            <a:ext cx="2282980" cy="1292662"/>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当時新規産業であった洋上風力産業からの需要の予見性を高めた</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戦略的な産業振興地域の指定による洋上風力ハブとしての優勢性の確立</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9850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B053-D439-EAFA-1BD6-5E3BFAEE2C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CF9EB6-A547-0A01-34BB-087544F5108A}"/>
              </a:ext>
            </a:extLst>
          </p:cNvPr>
          <p:cNvSpPr>
            <a:spLocks noGrp="1"/>
          </p:cNvSpPr>
          <p:nvPr>
            <p:ph type="title"/>
          </p:nvPr>
        </p:nvSpPr>
        <p:spPr/>
        <p:txBody>
          <a:bodyPr/>
          <a:lstStyle/>
          <a:p>
            <a:r>
              <a:rPr lang="ja-JP" altLang="en-US" dirty="0"/>
              <a:t>民間企業の産業集積・立地に関して、各産業別に異なる投資阻害要因が存在</a:t>
            </a:r>
            <a:br>
              <a:rPr lang="en-US" altLang="ja-JP" dirty="0"/>
            </a:br>
            <a:r>
              <a:rPr lang="ja-JP" altLang="en-US" dirty="0"/>
              <a:t>これらの解消に寄与しうる政府支援策を検討する必要がある</a:t>
            </a:r>
            <a:endParaRPr kumimoji="1" lang="ja-JP" altLang="en-US" dirty="0"/>
          </a:p>
        </p:txBody>
      </p:sp>
      <p:sp>
        <p:nvSpPr>
          <p:cNvPr id="3" name="フッター プレースホルダー 2">
            <a:extLst>
              <a:ext uri="{FF2B5EF4-FFF2-40B4-BE49-F238E27FC236}">
                <a16:creationId xmlns:a16="http://schemas.microsoft.com/office/drawing/2014/main" id="{86007E9D-7A98-C33F-5959-DEBCEA6EFEEE}"/>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F8340E42-BBFF-A404-F00B-85FA010DA1AF}"/>
              </a:ext>
            </a:extLst>
          </p:cNvPr>
          <p:cNvSpPr>
            <a:spLocks noGrp="1"/>
          </p:cNvSpPr>
          <p:nvPr>
            <p:ph type="sldNum" sz="quarter" idx="12"/>
          </p:nvPr>
        </p:nvSpPr>
        <p:spPr/>
        <p:txBody>
          <a:bodyPr/>
          <a:lstStyle/>
          <a:p>
            <a:fld id="{DCB5AA93-092B-49A1-87A7-3C88D5F38AD7}" type="slidenum">
              <a:rPr lang="ja-JP" altLang="en-US" smtClean="0"/>
              <a:pPr/>
              <a:t>20</a:t>
            </a:fld>
            <a:endParaRPr lang="ja-JP" altLang="en-US"/>
          </a:p>
        </p:txBody>
      </p:sp>
      <p:sp>
        <p:nvSpPr>
          <p:cNvPr id="5" name="テキスト プレースホルダー 4">
            <a:extLst>
              <a:ext uri="{FF2B5EF4-FFF2-40B4-BE49-F238E27FC236}">
                <a16:creationId xmlns:a16="http://schemas.microsoft.com/office/drawing/2014/main" id="{63103F70-A940-1B95-22E7-644D8530ACCE}"/>
              </a:ext>
            </a:extLst>
          </p:cNvPr>
          <p:cNvSpPr>
            <a:spLocks noGrp="1"/>
          </p:cNvSpPr>
          <p:nvPr>
            <p:ph type="body" sz="quarter" idx="13"/>
          </p:nvPr>
        </p:nvSpPr>
        <p:spPr>
          <a:xfrm>
            <a:off x="0" y="914401"/>
            <a:ext cx="12192000" cy="507074"/>
          </a:xfrm>
        </p:spPr>
        <p:txBody>
          <a:bodyPr/>
          <a:lstStyle/>
          <a:p>
            <a:r>
              <a:rPr kumimoji="1" lang="ja-JP" altLang="en-US" dirty="0"/>
              <a:t>産業集積・立地の投資判断に関わる投資阻害要因</a:t>
            </a:r>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596952B2-3DB5-3389-960A-33E73BBF4757}"/>
              </a:ext>
            </a:extLst>
          </p:cNvPr>
          <p:cNvSpPr txBox="1"/>
          <p:nvPr/>
        </p:nvSpPr>
        <p:spPr>
          <a:xfrm>
            <a:off x="433123" y="1733852"/>
            <a:ext cx="2052579" cy="430887"/>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需要規模および予見性の低さ</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FFD99357-3331-5054-2C56-8EED863DD3C7}"/>
              </a:ext>
            </a:extLst>
          </p:cNvPr>
          <p:cNvCxnSpPr>
            <a:cxnSpLocks/>
          </p:cNvCxnSpPr>
          <p:nvPr/>
        </p:nvCxnSpPr>
        <p:spPr>
          <a:xfrm>
            <a:off x="407987" y="1617789"/>
            <a:ext cx="11376026" cy="1098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B083580F-1D83-1B15-45A5-C5CC9AA3B7F7}"/>
              </a:ext>
            </a:extLst>
          </p:cNvPr>
          <p:cNvSpPr txBox="1"/>
          <p:nvPr/>
        </p:nvSpPr>
        <p:spPr>
          <a:xfrm>
            <a:off x="433123" y="1361426"/>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投資阻害要因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E7EBE687-55DB-C636-8CEB-30DB25EC4EAF}"/>
              </a:ext>
            </a:extLst>
          </p:cNvPr>
          <p:cNvSpPr txBox="1"/>
          <p:nvPr/>
        </p:nvSpPr>
        <p:spPr>
          <a:xfrm>
            <a:off x="2990954" y="1361426"/>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詳細・エキスパートコメント</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28BBE400-0C96-53FD-5FC4-E8189E8691A0}"/>
              </a:ext>
            </a:extLst>
          </p:cNvPr>
          <p:cNvSpPr txBox="1"/>
          <p:nvPr/>
        </p:nvSpPr>
        <p:spPr>
          <a:xfrm>
            <a:off x="8833905" y="913809"/>
            <a:ext cx="1406838"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該当する産業</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64112AC9-B66D-9D34-2773-12E6F49C6D12}"/>
              </a:ext>
            </a:extLst>
          </p:cNvPr>
          <p:cNvSpPr txBox="1"/>
          <p:nvPr/>
        </p:nvSpPr>
        <p:spPr>
          <a:xfrm>
            <a:off x="2990955" y="1733852"/>
            <a:ext cx="5404900" cy="1077218"/>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kumimoji="1" lang="ja-JP" altLang="en-US" sz="1400" dirty="0">
                <a:latin typeface="BIZ UDPゴシック" panose="020B0400000000000000" pitchFamily="50" charset="-128"/>
                <a:ea typeface="BIZ UDPゴシック" panose="020B0400000000000000" pitchFamily="50" charset="-128"/>
              </a:rPr>
              <a:t>立地先に十分な需要が存在するか不透明</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投資判断において需要の予見性が非常に重要。日本で今後成長がよそくされる浮体式についての明確目標コメントがない</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洋上風力エキスパート</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38" name="直線コネクタ 37">
            <a:extLst>
              <a:ext uri="{FF2B5EF4-FFF2-40B4-BE49-F238E27FC236}">
                <a16:creationId xmlns:a16="http://schemas.microsoft.com/office/drawing/2014/main" id="{D47FC075-1B05-D504-047C-D422626D7015}"/>
              </a:ext>
            </a:extLst>
          </p:cNvPr>
          <p:cNvCxnSpPr>
            <a:cxnSpLocks/>
          </p:cNvCxnSpPr>
          <p:nvPr/>
        </p:nvCxnSpPr>
        <p:spPr>
          <a:xfrm flipV="1">
            <a:off x="8703425" y="1179659"/>
            <a:ext cx="3080588" cy="11502"/>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nvGrpSpPr>
          <p:cNvPr id="9" name="グループ化 8">
            <a:extLst>
              <a:ext uri="{FF2B5EF4-FFF2-40B4-BE49-F238E27FC236}">
                <a16:creationId xmlns:a16="http://schemas.microsoft.com/office/drawing/2014/main" id="{AD789CEA-1ADF-D460-DE4B-995120FB9F6F}"/>
              </a:ext>
            </a:extLst>
          </p:cNvPr>
          <p:cNvGrpSpPr/>
          <p:nvPr/>
        </p:nvGrpSpPr>
        <p:grpSpPr>
          <a:xfrm>
            <a:off x="8977794" y="1772739"/>
            <a:ext cx="325282" cy="310112"/>
            <a:chOff x="9318713" y="1577029"/>
            <a:chExt cx="325282" cy="310112"/>
          </a:xfrm>
        </p:grpSpPr>
        <p:sp>
          <p:nvSpPr>
            <p:cNvPr id="10" name="楕円 9">
              <a:extLst>
                <a:ext uri="{FF2B5EF4-FFF2-40B4-BE49-F238E27FC236}">
                  <a16:creationId xmlns:a16="http://schemas.microsoft.com/office/drawing/2014/main" id="{DFCE6A9F-E839-E976-54F8-E144FCAEAD22}"/>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930D6112-695F-E008-82E1-1B861EBC0B48}"/>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17" name="テキスト ボックス 16">
            <a:extLst>
              <a:ext uri="{FF2B5EF4-FFF2-40B4-BE49-F238E27FC236}">
                <a16:creationId xmlns:a16="http://schemas.microsoft.com/office/drawing/2014/main" id="{DBF6E212-3C7F-795F-701B-B94BCD6A4697}"/>
              </a:ext>
            </a:extLst>
          </p:cNvPr>
          <p:cNvSpPr txBox="1"/>
          <p:nvPr/>
        </p:nvSpPr>
        <p:spPr>
          <a:xfrm>
            <a:off x="8833905"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8C1E13FF-6F1B-1C55-A262-8AFA51E5BB97}"/>
              </a:ext>
            </a:extLst>
          </p:cNvPr>
          <p:cNvSpPr txBox="1"/>
          <p:nvPr/>
        </p:nvSpPr>
        <p:spPr>
          <a:xfrm>
            <a:off x="9648857"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半導体</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CFA71BB-DBA0-CFBF-FDA5-06A2ECE22D8D}"/>
              </a:ext>
            </a:extLst>
          </p:cNvPr>
          <p:cNvSpPr txBox="1"/>
          <p:nvPr/>
        </p:nvSpPr>
        <p:spPr>
          <a:xfrm>
            <a:off x="10308959"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蓄電池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5188E6FC-3C4E-01C7-A3AF-CE46A0C943C7}"/>
              </a:ext>
            </a:extLst>
          </p:cNvPr>
          <p:cNvSpPr txBox="1"/>
          <p:nvPr/>
        </p:nvSpPr>
        <p:spPr>
          <a:xfrm>
            <a:off x="10969061" y="1191175"/>
            <a:ext cx="814952" cy="430887"/>
          </a:xfrm>
          <a:prstGeom prst="rect">
            <a:avLst/>
          </a:prstGeom>
          <a:noFill/>
        </p:spPr>
        <p:txBody>
          <a:bodyPr wrap="square" lIns="0" tIns="0" rIns="0" bIns="0" rtlCol="0" anchor="t" anchorCtr="0">
            <a:spAutoFit/>
          </a:bodyPr>
          <a:lstStyle/>
          <a:p>
            <a:pPr algn="l"/>
            <a:r>
              <a:rPr kumimoji="1" lang="ja-JP" altLang="en-US" sz="1400" b="1" dirty="0">
                <a:latin typeface="メイリオ" panose="020B0604030504040204" pitchFamily="50" charset="-128"/>
                <a:ea typeface="メイリオ" panose="020B0604030504040204" pitchFamily="50" charset="-128"/>
              </a:rPr>
              <a:t>ペロブ</a:t>
            </a:r>
            <a:endParaRPr kumimoji="1" lang="en-US" altLang="ja-JP" sz="1400" b="1" dirty="0">
              <a:latin typeface="メイリオ" panose="020B0604030504040204" pitchFamily="50" charset="-128"/>
              <a:ea typeface="メイリオ" panose="020B0604030504040204" pitchFamily="50" charset="-128"/>
            </a:endParaRPr>
          </a:p>
          <a:p>
            <a:pPr algn="l"/>
            <a:r>
              <a:rPr kumimoji="1" lang="ja-JP" altLang="en-US" sz="1400" b="1" dirty="0">
                <a:latin typeface="メイリオ" panose="020B0604030504040204" pitchFamily="50" charset="-128"/>
                <a:ea typeface="メイリオ" panose="020B0604030504040204" pitchFamily="50" charset="-128"/>
              </a:rPr>
              <a:t>スカイト</a:t>
            </a:r>
            <a:endParaRPr kumimoji="1" lang="en-US" altLang="ja-JP" sz="1400" b="1" dirty="0">
              <a:latin typeface="メイリオ" panose="020B0604030504040204" pitchFamily="50" charset="-128"/>
              <a:ea typeface="メイリオ" panose="020B0604030504040204" pitchFamily="50" charset="-128"/>
            </a:endParaRPr>
          </a:p>
        </p:txBody>
      </p:sp>
      <p:grpSp>
        <p:nvGrpSpPr>
          <p:cNvPr id="32" name="グループ化 31">
            <a:extLst>
              <a:ext uri="{FF2B5EF4-FFF2-40B4-BE49-F238E27FC236}">
                <a16:creationId xmlns:a16="http://schemas.microsoft.com/office/drawing/2014/main" id="{8A2F4943-8F01-0834-6208-8BBB8338124C}"/>
              </a:ext>
            </a:extLst>
          </p:cNvPr>
          <p:cNvGrpSpPr/>
          <p:nvPr/>
        </p:nvGrpSpPr>
        <p:grpSpPr>
          <a:xfrm>
            <a:off x="10391153" y="1772739"/>
            <a:ext cx="325282" cy="310112"/>
            <a:chOff x="9318713" y="1577029"/>
            <a:chExt cx="325282" cy="310112"/>
          </a:xfrm>
        </p:grpSpPr>
        <p:sp>
          <p:nvSpPr>
            <p:cNvPr id="33" name="楕円 32">
              <a:extLst>
                <a:ext uri="{FF2B5EF4-FFF2-40B4-BE49-F238E27FC236}">
                  <a16:creationId xmlns:a16="http://schemas.microsoft.com/office/drawing/2014/main" id="{49C0B0BB-9245-F65F-E4B9-C6F48EF78AC7}"/>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75AD189E-F71D-06AB-3CA3-924758A32489}"/>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35" name="グループ化 34">
            <a:extLst>
              <a:ext uri="{FF2B5EF4-FFF2-40B4-BE49-F238E27FC236}">
                <a16:creationId xmlns:a16="http://schemas.microsoft.com/office/drawing/2014/main" id="{ED22D3BA-9915-98FD-0A76-263A7BE009FE}"/>
              </a:ext>
            </a:extLst>
          </p:cNvPr>
          <p:cNvGrpSpPr/>
          <p:nvPr/>
        </p:nvGrpSpPr>
        <p:grpSpPr>
          <a:xfrm>
            <a:off x="11123911" y="2500958"/>
            <a:ext cx="325282" cy="310112"/>
            <a:chOff x="9318713" y="1577029"/>
            <a:chExt cx="325282" cy="310112"/>
          </a:xfrm>
        </p:grpSpPr>
        <p:sp>
          <p:nvSpPr>
            <p:cNvPr id="36" name="楕円 35">
              <a:extLst>
                <a:ext uri="{FF2B5EF4-FFF2-40B4-BE49-F238E27FC236}">
                  <a16:creationId xmlns:a16="http://schemas.microsoft.com/office/drawing/2014/main" id="{E0F171AC-03A5-6A5C-6090-577D6427AF53}"/>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AB3664F7-EA0F-FD52-8138-D9060886B26B}"/>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39" name="テキスト ボックス 38">
            <a:extLst>
              <a:ext uri="{FF2B5EF4-FFF2-40B4-BE49-F238E27FC236}">
                <a16:creationId xmlns:a16="http://schemas.microsoft.com/office/drawing/2014/main" id="{2FC0DA63-037A-5116-A104-69EFEA3D3C07}"/>
              </a:ext>
            </a:extLst>
          </p:cNvPr>
          <p:cNvSpPr txBox="1"/>
          <p:nvPr/>
        </p:nvSpPr>
        <p:spPr>
          <a:xfrm>
            <a:off x="433122" y="3090660"/>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産業エコシステムの欠如</a:t>
            </a:r>
            <a:endParaRPr lang="en-US" altLang="ja-JP" sz="14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23D9190B-C205-1D01-88D2-E1213983FA00}"/>
              </a:ext>
            </a:extLst>
          </p:cNvPr>
          <p:cNvSpPr txBox="1"/>
          <p:nvPr/>
        </p:nvSpPr>
        <p:spPr>
          <a:xfrm>
            <a:off x="2990954" y="3090660"/>
            <a:ext cx="5404900" cy="1292662"/>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下流顧客の生産拠点近傍へ立地させる必要性</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リチウムイオンバッテリーは輸送中に物理的損傷が発生すると発火リスクがあるため、生産拠点を自動車</a:t>
            </a:r>
            <a:r>
              <a:rPr lang="en-US" altLang="ja-JP" sz="1400" dirty="0">
                <a:latin typeface="BIZ UDPゴシック" panose="020B0400000000000000" pitchFamily="50" charset="-128"/>
                <a:ea typeface="BIZ UDPゴシック" panose="020B0400000000000000" pitchFamily="50" charset="-128"/>
              </a:rPr>
              <a:t>OEM</a:t>
            </a:r>
            <a:r>
              <a:rPr lang="ja-JP" altLang="en-US" sz="1400" dirty="0">
                <a:latin typeface="BIZ UDPゴシック" panose="020B0400000000000000" pitchFamily="50" charset="-128"/>
                <a:ea typeface="BIZ UDPゴシック" panose="020B0400000000000000" pitchFamily="50" charset="-128"/>
              </a:rPr>
              <a:t>近傍に設置することが求められる</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大手バッテリーメーカー社員</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42" name="グループ化 41">
            <a:extLst>
              <a:ext uri="{FF2B5EF4-FFF2-40B4-BE49-F238E27FC236}">
                <a16:creationId xmlns:a16="http://schemas.microsoft.com/office/drawing/2014/main" id="{19E81478-34E4-7CC9-3652-CE3F133B0804}"/>
              </a:ext>
            </a:extLst>
          </p:cNvPr>
          <p:cNvGrpSpPr/>
          <p:nvPr/>
        </p:nvGrpSpPr>
        <p:grpSpPr>
          <a:xfrm>
            <a:off x="8977793" y="3129547"/>
            <a:ext cx="325282" cy="310112"/>
            <a:chOff x="9318713" y="1577029"/>
            <a:chExt cx="325282" cy="310112"/>
          </a:xfrm>
        </p:grpSpPr>
        <p:sp>
          <p:nvSpPr>
            <p:cNvPr id="43" name="楕円 42">
              <a:extLst>
                <a:ext uri="{FF2B5EF4-FFF2-40B4-BE49-F238E27FC236}">
                  <a16:creationId xmlns:a16="http://schemas.microsoft.com/office/drawing/2014/main" id="{D4476E77-94D3-1A20-D7EE-11F9B87F30CE}"/>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4" name="テキスト ボックス 43">
              <a:extLst>
                <a:ext uri="{FF2B5EF4-FFF2-40B4-BE49-F238E27FC236}">
                  <a16:creationId xmlns:a16="http://schemas.microsoft.com/office/drawing/2014/main" id="{C05EADDF-261E-8611-3AF5-45035819DC4D}"/>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45" name="グループ化 44">
            <a:extLst>
              <a:ext uri="{FF2B5EF4-FFF2-40B4-BE49-F238E27FC236}">
                <a16:creationId xmlns:a16="http://schemas.microsoft.com/office/drawing/2014/main" id="{B6EE1734-F40E-ABB1-DE80-3F2E62292ED1}"/>
              </a:ext>
            </a:extLst>
          </p:cNvPr>
          <p:cNvGrpSpPr/>
          <p:nvPr/>
        </p:nvGrpSpPr>
        <p:grpSpPr>
          <a:xfrm>
            <a:off x="10391152" y="3129547"/>
            <a:ext cx="325282" cy="310112"/>
            <a:chOff x="9318713" y="1577029"/>
            <a:chExt cx="325282" cy="310112"/>
          </a:xfrm>
        </p:grpSpPr>
        <p:sp>
          <p:nvSpPr>
            <p:cNvPr id="46" name="楕円 45">
              <a:extLst>
                <a:ext uri="{FF2B5EF4-FFF2-40B4-BE49-F238E27FC236}">
                  <a16:creationId xmlns:a16="http://schemas.microsoft.com/office/drawing/2014/main" id="{9F85DAAC-C03B-127A-DF40-C88BC6A9C260}"/>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F7406B3E-BA6E-7E79-57C5-1DEE7D76B7FA}"/>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49" name="グループ化 48">
            <a:extLst>
              <a:ext uri="{FF2B5EF4-FFF2-40B4-BE49-F238E27FC236}">
                <a16:creationId xmlns:a16="http://schemas.microsoft.com/office/drawing/2014/main" id="{EE79D0A5-44DA-1CA8-50E2-2042ED2F314E}"/>
              </a:ext>
            </a:extLst>
          </p:cNvPr>
          <p:cNvGrpSpPr/>
          <p:nvPr/>
        </p:nvGrpSpPr>
        <p:grpSpPr>
          <a:xfrm>
            <a:off x="11123910" y="3968750"/>
            <a:ext cx="325282" cy="310112"/>
            <a:chOff x="9318713" y="1577029"/>
            <a:chExt cx="325282" cy="310112"/>
          </a:xfrm>
        </p:grpSpPr>
        <p:sp>
          <p:nvSpPr>
            <p:cNvPr id="50" name="楕円 49">
              <a:extLst>
                <a:ext uri="{FF2B5EF4-FFF2-40B4-BE49-F238E27FC236}">
                  <a16:creationId xmlns:a16="http://schemas.microsoft.com/office/drawing/2014/main" id="{BEA67E02-57A8-E85A-DE32-215CAE864BC3}"/>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07046B07-82AE-5B07-D0B2-84A4457BF7FB}"/>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55" name="テキスト ボックス 54">
            <a:extLst>
              <a:ext uri="{FF2B5EF4-FFF2-40B4-BE49-F238E27FC236}">
                <a16:creationId xmlns:a16="http://schemas.microsoft.com/office/drawing/2014/main" id="{0F5F7153-8437-664F-20A5-88486A8DF976}"/>
              </a:ext>
            </a:extLst>
          </p:cNvPr>
          <p:cNvSpPr txBox="1"/>
          <p:nvPr/>
        </p:nvSpPr>
        <p:spPr>
          <a:xfrm>
            <a:off x="433122" y="4502288"/>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設備投資費用の高さ</a:t>
            </a:r>
            <a:endParaRPr lang="en-US" altLang="ja-JP" sz="1400" dirty="0">
              <a:latin typeface="BIZ UDPゴシック" panose="020B0400000000000000" pitchFamily="50" charset="-128"/>
              <a:ea typeface="BIZ UDPゴシック" panose="020B0400000000000000" pitchFamily="50" charset="-128"/>
            </a:endParaRPr>
          </a:p>
        </p:txBody>
      </p:sp>
      <p:sp>
        <p:nvSpPr>
          <p:cNvPr id="56" name="テキスト ボックス 55">
            <a:extLst>
              <a:ext uri="{FF2B5EF4-FFF2-40B4-BE49-F238E27FC236}">
                <a16:creationId xmlns:a16="http://schemas.microsoft.com/office/drawing/2014/main" id="{0E309618-D337-72A8-A925-F1C940D1A63E}"/>
              </a:ext>
            </a:extLst>
          </p:cNvPr>
          <p:cNvSpPr txBox="1"/>
          <p:nvPr/>
        </p:nvSpPr>
        <p:spPr>
          <a:xfrm>
            <a:off x="2990954" y="4502288"/>
            <a:ext cx="5404900" cy="1077218"/>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産業の性質上、大規模な設備投資が必要</a:t>
            </a:r>
            <a:endParaRPr lang="en-US" altLang="ja-JP" sz="1400" dirty="0">
              <a:latin typeface="BIZ UDPゴシック" panose="020B0400000000000000" pitchFamily="50" charset="-128"/>
              <a:ea typeface="BIZ UDPゴシック" panose="020B0400000000000000" pitchFamily="50" charset="-128"/>
            </a:endParaRPr>
          </a:p>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新規事業への転換に伴い、生産拠点の新設が必要</a:t>
            </a:r>
            <a:endParaRPr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既存の軸受事業から電気ブレーキやバイオ分野は新たな設備に投資しなければならないため、</a:t>
            </a:r>
            <a:r>
              <a:rPr lang="en-US" altLang="ja-JP" sz="1400" dirty="0">
                <a:latin typeface="BIZ UDPゴシック" panose="020B0400000000000000" pitchFamily="50" charset="-128"/>
                <a:ea typeface="BIZ UDPゴシック" panose="020B0400000000000000" pitchFamily="50" charset="-128"/>
              </a:rPr>
              <a:t>CAPEX</a:t>
            </a:r>
            <a:r>
              <a:rPr lang="ja-JP" altLang="en-US" sz="1400" dirty="0">
                <a:latin typeface="BIZ UDPゴシック" panose="020B0400000000000000" pitchFamily="50" charset="-128"/>
                <a:ea typeface="BIZ UDPゴシック" panose="020B0400000000000000" pitchFamily="50" charset="-128"/>
              </a:rPr>
              <a:t>が増加する</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元自動車部品メーカー先進技術担当マネージャー</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57" name="グループ化 56">
            <a:extLst>
              <a:ext uri="{FF2B5EF4-FFF2-40B4-BE49-F238E27FC236}">
                <a16:creationId xmlns:a16="http://schemas.microsoft.com/office/drawing/2014/main" id="{5AFB5849-D801-7ACC-3960-87E4AA3D9CA5}"/>
              </a:ext>
            </a:extLst>
          </p:cNvPr>
          <p:cNvGrpSpPr/>
          <p:nvPr/>
        </p:nvGrpSpPr>
        <p:grpSpPr>
          <a:xfrm>
            <a:off x="9731051" y="4502288"/>
            <a:ext cx="325282" cy="310112"/>
            <a:chOff x="9318713" y="1577029"/>
            <a:chExt cx="325282" cy="310112"/>
          </a:xfrm>
        </p:grpSpPr>
        <p:sp>
          <p:nvSpPr>
            <p:cNvPr id="58" name="楕円 57">
              <a:extLst>
                <a:ext uri="{FF2B5EF4-FFF2-40B4-BE49-F238E27FC236}">
                  <a16:creationId xmlns:a16="http://schemas.microsoft.com/office/drawing/2014/main" id="{2D9F6FA5-E1E4-2DE6-1552-76A44EF04D1F}"/>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9" name="テキスト ボックス 58">
              <a:extLst>
                <a:ext uri="{FF2B5EF4-FFF2-40B4-BE49-F238E27FC236}">
                  <a16:creationId xmlns:a16="http://schemas.microsoft.com/office/drawing/2014/main" id="{A2A7C492-8440-37EA-D5DE-E061FF6CF374}"/>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66" name="テキスト ボックス 65">
            <a:extLst>
              <a:ext uri="{FF2B5EF4-FFF2-40B4-BE49-F238E27FC236}">
                <a16:creationId xmlns:a16="http://schemas.microsoft.com/office/drawing/2014/main" id="{A991C071-AA4E-C079-F3AE-28408FC8FC76}"/>
              </a:ext>
            </a:extLst>
          </p:cNvPr>
          <p:cNvSpPr txBox="1"/>
          <p:nvPr/>
        </p:nvSpPr>
        <p:spPr>
          <a:xfrm>
            <a:off x="433122" y="5667438"/>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優秀な人材の不足</a:t>
            </a:r>
            <a:endParaRPr lang="en-US" altLang="ja-JP" sz="1400" dirty="0">
              <a:latin typeface="BIZ UDPゴシック" panose="020B0400000000000000" pitchFamily="50" charset="-128"/>
              <a:ea typeface="BIZ UDPゴシック" panose="020B0400000000000000" pitchFamily="50" charset="-128"/>
            </a:endParaRPr>
          </a:p>
        </p:txBody>
      </p:sp>
      <p:sp>
        <p:nvSpPr>
          <p:cNvPr id="67" name="テキスト ボックス 66">
            <a:extLst>
              <a:ext uri="{FF2B5EF4-FFF2-40B4-BE49-F238E27FC236}">
                <a16:creationId xmlns:a16="http://schemas.microsoft.com/office/drawing/2014/main" id="{6AD50B97-9E5E-BE8F-D98D-75156450316F}"/>
              </a:ext>
            </a:extLst>
          </p:cNvPr>
          <p:cNvSpPr txBox="1"/>
          <p:nvPr/>
        </p:nvSpPr>
        <p:spPr>
          <a:xfrm>
            <a:off x="2990954" y="5667438"/>
            <a:ext cx="5404900" cy="646331"/>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kumimoji="1" lang="ja-JP" altLang="en-US" sz="1400" dirty="0">
                <a:latin typeface="BIZ UDPゴシック" panose="020B0400000000000000" pitchFamily="50" charset="-128"/>
                <a:ea typeface="BIZ UDPゴシック" panose="020B0400000000000000" pitchFamily="50" charset="-128"/>
              </a:rPr>
              <a:t>新規立地先に製品製造を行える人材プールが必要</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日本には洋上風力発電慮の設備建設・維持のできる人材が少ない。人材育成制度も途上の印象</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68" name="グループ化 67">
            <a:extLst>
              <a:ext uri="{FF2B5EF4-FFF2-40B4-BE49-F238E27FC236}">
                <a16:creationId xmlns:a16="http://schemas.microsoft.com/office/drawing/2014/main" id="{A8EDFA80-BB80-FB4F-7C01-D96C278AE8E6}"/>
              </a:ext>
            </a:extLst>
          </p:cNvPr>
          <p:cNvGrpSpPr/>
          <p:nvPr/>
        </p:nvGrpSpPr>
        <p:grpSpPr>
          <a:xfrm>
            <a:off x="8973311" y="5787755"/>
            <a:ext cx="325282" cy="310112"/>
            <a:chOff x="9318713" y="1577029"/>
            <a:chExt cx="325282" cy="310112"/>
          </a:xfrm>
        </p:grpSpPr>
        <p:sp>
          <p:nvSpPr>
            <p:cNvPr id="69" name="楕円 68">
              <a:extLst>
                <a:ext uri="{FF2B5EF4-FFF2-40B4-BE49-F238E27FC236}">
                  <a16:creationId xmlns:a16="http://schemas.microsoft.com/office/drawing/2014/main" id="{24B1FEEF-E331-78D7-1858-C960D95BF347}"/>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0" name="テキスト ボックス 69">
              <a:extLst>
                <a:ext uri="{FF2B5EF4-FFF2-40B4-BE49-F238E27FC236}">
                  <a16:creationId xmlns:a16="http://schemas.microsoft.com/office/drawing/2014/main" id="{EB59B6D4-B532-138C-482D-6F3072C9E49D}"/>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Tree>
    <p:extLst>
      <p:ext uri="{BB962C8B-B14F-4D97-AF65-F5344CB8AC3E}">
        <p14:creationId xmlns:p14="http://schemas.microsoft.com/office/powerpoint/2010/main" val="15156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47DC-0E9C-AC7E-F0CF-69DB716988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AE9471-9B52-BB49-FA68-FEA99D2E17B0}"/>
              </a:ext>
            </a:extLst>
          </p:cNvPr>
          <p:cNvSpPr>
            <a:spLocks noGrp="1"/>
          </p:cNvSpPr>
          <p:nvPr>
            <p:ph type="title"/>
          </p:nvPr>
        </p:nvSpPr>
        <p:spPr/>
        <p:txBody>
          <a:bodyPr/>
          <a:lstStyle/>
          <a:p>
            <a:r>
              <a:rPr kumimoji="1" lang="ja-JP" altLang="en-US" dirty="0"/>
              <a:t>サプライチェーン構造</a:t>
            </a:r>
          </a:p>
        </p:txBody>
      </p:sp>
      <p:sp>
        <p:nvSpPr>
          <p:cNvPr id="3" name="フッター プレースホルダー 2">
            <a:extLst>
              <a:ext uri="{FF2B5EF4-FFF2-40B4-BE49-F238E27FC236}">
                <a16:creationId xmlns:a16="http://schemas.microsoft.com/office/drawing/2014/main" id="{8590E889-AC7E-D82F-2EC3-19DFF70E25E9}"/>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233E7A39-6C64-3EE8-867D-89659698E08B}"/>
              </a:ext>
            </a:extLst>
          </p:cNvPr>
          <p:cNvSpPr>
            <a:spLocks noGrp="1"/>
          </p:cNvSpPr>
          <p:nvPr>
            <p:ph type="sldNum" sz="quarter" idx="12"/>
          </p:nvPr>
        </p:nvSpPr>
        <p:spPr/>
        <p:txBody>
          <a:bodyPr/>
          <a:lstStyle/>
          <a:p>
            <a:fld id="{DCB5AA93-092B-49A1-87A7-3C88D5F38AD7}" type="slidenum">
              <a:rPr lang="ja-JP" altLang="en-US" smtClean="0"/>
              <a:pPr/>
              <a:t>21</a:t>
            </a:fld>
            <a:endParaRPr lang="ja-JP" altLang="en-US"/>
          </a:p>
        </p:txBody>
      </p:sp>
      <p:sp>
        <p:nvSpPr>
          <p:cNvPr id="5" name="テキスト プレースホルダー 4">
            <a:extLst>
              <a:ext uri="{FF2B5EF4-FFF2-40B4-BE49-F238E27FC236}">
                <a16:creationId xmlns:a16="http://schemas.microsoft.com/office/drawing/2014/main" id="{DFC88B65-F49B-4987-170C-FAABD0FA4FAE}"/>
              </a:ext>
            </a:extLst>
          </p:cNvPr>
          <p:cNvSpPr>
            <a:spLocks noGrp="1"/>
          </p:cNvSpPr>
          <p:nvPr>
            <p:ph type="body" sz="quarter" idx="13"/>
          </p:nvPr>
        </p:nvSpPr>
        <p:spPr/>
        <p:txBody>
          <a:bodyPr/>
          <a:lstStyle/>
          <a:p>
            <a:r>
              <a:rPr kumimoji="1" lang="ja-JP" altLang="en-US" dirty="0"/>
              <a:t>コンポーネントによって異なるケースもある</a:t>
            </a:r>
          </a:p>
        </p:txBody>
      </p:sp>
      <p:sp>
        <p:nvSpPr>
          <p:cNvPr id="7" name="テキスト ボックス 6">
            <a:extLst>
              <a:ext uri="{FF2B5EF4-FFF2-40B4-BE49-F238E27FC236}">
                <a16:creationId xmlns:a16="http://schemas.microsoft.com/office/drawing/2014/main" id="{4EEDD2A4-D8AF-6E3B-8D02-719BBB15596D}"/>
              </a:ext>
            </a:extLst>
          </p:cNvPr>
          <p:cNvSpPr txBox="1"/>
          <p:nvPr/>
        </p:nvSpPr>
        <p:spPr>
          <a:xfrm>
            <a:off x="568855" y="1721167"/>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最終消費地</a:t>
            </a:r>
          </a:p>
        </p:txBody>
      </p:sp>
      <p:sp>
        <p:nvSpPr>
          <p:cNvPr id="9" name="テキスト ボックス 8">
            <a:extLst>
              <a:ext uri="{FF2B5EF4-FFF2-40B4-BE49-F238E27FC236}">
                <a16:creationId xmlns:a16="http://schemas.microsoft.com/office/drawing/2014/main" id="{64E6F490-5212-E281-9295-6184F0521543}"/>
              </a:ext>
            </a:extLst>
          </p:cNvPr>
          <p:cNvSpPr txBox="1"/>
          <p:nvPr/>
        </p:nvSpPr>
        <p:spPr>
          <a:xfrm>
            <a:off x="5748929" y="1728937"/>
            <a:ext cx="1574806" cy="215444"/>
          </a:xfrm>
          <a:prstGeom prst="rect">
            <a:avLst/>
          </a:prstGeom>
          <a:noFill/>
        </p:spPr>
        <p:txBody>
          <a:bodyPr wrap="squar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モデル区分</a:t>
            </a:r>
          </a:p>
        </p:txBody>
      </p:sp>
      <p:sp>
        <p:nvSpPr>
          <p:cNvPr id="10" name="正方形/長方形 9">
            <a:extLst>
              <a:ext uri="{FF2B5EF4-FFF2-40B4-BE49-F238E27FC236}">
                <a16:creationId xmlns:a16="http://schemas.microsoft.com/office/drawing/2014/main" id="{585545C7-33F2-E49E-7945-1A1A0C85E49A}"/>
              </a:ext>
            </a:extLst>
          </p:cNvPr>
          <p:cNvSpPr/>
          <p:nvPr/>
        </p:nvSpPr>
        <p:spPr>
          <a:xfrm>
            <a:off x="470043" y="2194188"/>
            <a:ext cx="1299491" cy="410067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bg1"/>
                </a:solidFill>
                <a:latin typeface="BIZ UDPゴシック" panose="020B0400000000000000" pitchFamily="50" charset="-128"/>
                <a:ea typeface="BIZ UDPゴシック" panose="020B0400000000000000" pitchFamily="50" charset="-128"/>
              </a:rPr>
              <a:t>A</a:t>
            </a:r>
            <a:r>
              <a:rPr lang="ja-JP" altLang="en-US" sz="1400" dirty="0">
                <a:solidFill>
                  <a:schemeClr val="bg1"/>
                </a:solidFill>
                <a:latin typeface="BIZ UDPゴシック" panose="020B0400000000000000" pitchFamily="50" charset="-128"/>
                <a:ea typeface="BIZ UDPゴシック" panose="020B0400000000000000" pitchFamily="50" charset="-128"/>
              </a:rPr>
              <a:t>国</a:t>
            </a:r>
          </a:p>
        </p:txBody>
      </p:sp>
      <p:sp>
        <p:nvSpPr>
          <p:cNvPr id="13" name="テキスト ボックス 12">
            <a:extLst>
              <a:ext uri="{FF2B5EF4-FFF2-40B4-BE49-F238E27FC236}">
                <a16:creationId xmlns:a16="http://schemas.microsoft.com/office/drawing/2014/main" id="{F326A63F-0C4C-895B-9820-CC7929C5A019}"/>
              </a:ext>
            </a:extLst>
          </p:cNvPr>
          <p:cNvSpPr txBox="1"/>
          <p:nvPr/>
        </p:nvSpPr>
        <p:spPr>
          <a:xfrm>
            <a:off x="5748929" y="2194523"/>
            <a:ext cx="5381813" cy="430887"/>
          </a:xfrm>
          <a:prstGeom prst="rect">
            <a:avLst/>
          </a:prstGeom>
          <a:noFill/>
        </p:spPr>
        <p:txBody>
          <a:bodyPr wrap="square" lIns="0" tIns="0" rIns="0" bIns="0" rtlCol="0">
            <a:spAutoFit/>
          </a:bodyPr>
          <a:lstStyle/>
          <a:p>
            <a:pPr marL="342900" indent="-342900">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地産地消モデル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調達・生産・消費が、域内で完結するモデル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自動車車両など</a:t>
            </a:r>
            <a:r>
              <a:rPr lang="en-US" altLang="ja-JP" sz="1400" dirty="0">
                <a:latin typeface="BIZ UDPゴシック" panose="020B0400000000000000" pitchFamily="50" charset="-128"/>
                <a:ea typeface="BIZ UDPゴシック" panose="020B0400000000000000" pitchFamily="50" charset="-128"/>
              </a:rPr>
              <a:t>)</a:t>
            </a:r>
          </a:p>
        </p:txBody>
      </p:sp>
      <p:cxnSp>
        <p:nvCxnSpPr>
          <p:cNvPr id="15" name="直線コネクタ 14">
            <a:extLst>
              <a:ext uri="{FF2B5EF4-FFF2-40B4-BE49-F238E27FC236}">
                <a16:creationId xmlns:a16="http://schemas.microsoft.com/office/drawing/2014/main" id="{FF9108E5-C8B4-8E55-7D6A-C595DDD32AA6}"/>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E3B92303-5F66-4EB0-B973-46586757E13B}"/>
              </a:ext>
              <a:ext uri="{C183D7F6-B498-43B3-948B-1728B52AA6E4}">
                <adec:decorative xmlns:adec="http://schemas.microsoft.com/office/drawing/2017/decorative" val="1"/>
              </a:ext>
            </a:extLst>
          </p:cNvPr>
          <p:cNvCxnSpPr>
            <a:cxnSpLocks/>
          </p:cNvCxnSpPr>
          <p:nvPr/>
        </p:nvCxnSpPr>
        <p:spPr>
          <a:xfrm>
            <a:off x="5748929" y="1998107"/>
            <a:ext cx="538181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4" name="テキスト ボックス 23">
            <a:extLst>
              <a:ext uri="{FF2B5EF4-FFF2-40B4-BE49-F238E27FC236}">
                <a16:creationId xmlns:a16="http://schemas.microsoft.com/office/drawing/2014/main" id="{8E332222-E3DE-D544-695D-4C5AFC4EF025}"/>
              </a:ext>
            </a:extLst>
          </p:cNvPr>
          <p:cNvSpPr txBox="1"/>
          <p:nvPr/>
        </p:nvSpPr>
        <p:spPr>
          <a:xfrm>
            <a:off x="5748929" y="3279184"/>
            <a:ext cx="5381813" cy="430887"/>
          </a:xfrm>
          <a:prstGeom prst="rect">
            <a:avLst/>
          </a:prstGeom>
          <a:noFill/>
        </p:spPr>
        <p:txBody>
          <a:bodyPr wrap="square" lIns="0" tIns="0" rIns="0" bIns="0" rtlCol="0">
            <a:spAutoFit/>
          </a:bodyPr>
          <a:lstStyle/>
          <a:p>
            <a:pPr marL="342900" indent="-342900">
              <a:buFont typeface="+mj-ea"/>
              <a:buAutoNum type="circleNumDbPlain" startAt="2"/>
            </a:pPr>
            <a:r>
              <a:rPr lang="ja-JP" altLang="en-US" sz="1400" dirty="0">
                <a:latin typeface="BIZ UDPゴシック" panose="020B0400000000000000" pitchFamily="50" charset="-128"/>
                <a:ea typeface="BIZ UDPゴシック" panose="020B0400000000000000" pitchFamily="50" charset="-128"/>
              </a:rPr>
              <a:t>消費地生産モデル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生産をエンドマーケットに寄せているモデル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建設機械など</a:t>
            </a:r>
            <a:r>
              <a:rPr lang="en-US" altLang="ja-JP" sz="1400" dirty="0">
                <a:latin typeface="BIZ UDPゴシック" panose="020B0400000000000000" pitchFamily="50" charset="-128"/>
                <a:ea typeface="BIZ UDPゴシック" panose="020B0400000000000000" pitchFamily="50" charset="-128"/>
              </a:rPr>
              <a:t>)</a:t>
            </a:r>
          </a:p>
        </p:txBody>
      </p:sp>
      <p:sp>
        <p:nvSpPr>
          <p:cNvPr id="30" name="テキスト ボックス 29">
            <a:extLst>
              <a:ext uri="{FF2B5EF4-FFF2-40B4-BE49-F238E27FC236}">
                <a16:creationId xmlns:a16="http://schemas.microsoft.com/office/drawing/2014/main" id="{DFD4B803-A293-2F56-389A-1AD951B367D4}"/>
              </a:ext>
            </a:extLst>
          </p:cNvPr>
          <p:cNvSpPr txBox="1"/>
          <p:nvPr/>
        </p:nvSpPr>
        <p:spPr>
          <a:xfrm>
            <a:off x="5748929" y="4636362"/>
            <a:ext cx="5381813" cy="430887"/>
          </a:xfrm>
          <a:prstGeom prst="rect">
            <a:avLst/>
          </a:prstGeom>
          <a:noFill/>
        </p:spPr>
        <p:txBody>
          <a:bodyPr wrap="square" lIns="0" tIns="0" rIns="0" bIns="0" rtlCol="0">
            <a:spAutoFit/>
          </a:bodyPr>
          <a:lstStyle/>
          <a:p>
            <a:pPr marL="342900" indent="-342900">
              <a:buFont typeface="+mj-ea"/>
              <a:buAutoNum type="circleNumDbPlain" startAt="3"/>
            </a:pPr>
            <a:r>
              <a:rPr lang="ja-JP" altLang="en-US" sz="1400" dirty="0">
                <a:latin typeface="BIZ UDPゴシック" panose="020B0400000000000000" pitchFamily="50" charset="-128"/>
                <a:ea typeface="BIZ UDPゴシック" panose="020B0400000000000000" pitchFamily="50" charset="-128"/>
              </a:rPr>
              <a:t>調達・生産集約モデル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調達と生産が同地域に集約化されたモデル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半導体など</a:t>
            </a:r>
            <a:r>
              <a:rPr lang="en-US" altLang="ja-JP" sz="1400" dirty="0">
                <a:latin typeface="BIZ UDPゴシック" panose="020B0400000000000000" pitchFamily="50" charset="-128"/>
                <a:ea typeface="BIZ UDPゴシック" panose="020B0400000000000000" pitchFamily="50" charset="-128"/>
              </a:rPr>
              <a:t>)</a:t>
            </a:r>
          </a:p>
        </p:txBody>
      </p:sp>
      <p:sp>
        <p:nvSpPr>
          <p:cNvPr id="33" name="テキスト ボックス 32">
            <a:extLst>
              <a:ext uri="{FF2B5EF4-FFF2-40B4-BE49-F238E27FC236}">
                <a16:creationId xmlns:a16="http://schemas.microsoft.com/office/drawing/2014/main" id="{0986DC8A-31CB-F100-8E42-B581BF9DE279}"/>
              </a:ext>
            </a:extLst>
          </p:cNvPr>
          <p:cNvSpPr txBox="1"/>
          <p:nvPr/>
        </p:nvSpPr>
        <p:spPr>
          <a:xfrm>
            <a:off x="5748929" y="5892943"/>
            <a:ext cx="5381813" cy="430887"/>
          </a:xfrm>
          <a:prstGeom prst="rect">
            <a:avLst/>
          </a:prstGeom>
          <a:noFill/>
        </p:spPr>
        <p:txBody>
          <a:bodyPr wrap="square" lIns="0" tIns="0" rIns="0" bIns="0" rtlCol="0">
            <a:spAutoFit/>
          </a:bodyPr>
          <a:lstStyle/>
          <a:p>
            <a:pPr marL="342900" indent="-342900">
              <a:buFont typeface="+mj-ea"/>
              <a:buAutoNum type="circleNumDbPlain" startAt="4"/>
            </a:pPr>
            <a:r>
              <a:rPr lang="ja-JP" altLang="en-US" sz="1400" dirty="0">
                <a:latin typeface="BIZ UDPゴシック" panose="020B0400000000000000" pitchFamily="50" charset="-128"/>
                <a:ea typeface="BIZ UDPゴシック" panose="020B0400000000000000" pitchFamily="50" charset="-128"/>
              </a:rPr>
              <a:t>グローバル分散モデル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機能別にグローバルで分業化されたモデル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鉱山機械など </a:t>
            </a:r>
            <a:r>
              <a:rPr lang="en-US" altLang="ja-JP" sz="1400" dirty="0">
                <a:latin typeface="BIZ UDPゴシック" panose="020B0400000000000000" pitchFamily="50" charset="-128"/>
                <a:ea typeface="BIZ UDPゴシック" panose="020B0400000000000000" pitchFamily="50" charset="-128"/>
              </a:rPr>
              <a:t>)</a:t>
            </a:r>
          </a:p>
        </p:txBody>
      </p:sp>
      <p:sp>
        <p:nvSpPr>
          <p:cNvPr id="11" name="テキスト ボックス 10">
            <a:extLst>
              <a:ext uri="{FF2B5EF4-FFF2-40B4-BE49-F238E27FC236}">
                <a16:creationId xmlns:a16="http://schemas.microsoft.com/office/drawing/2014/main" id="{FA26AC6F-D434-3D20-0147-E67FCD0B3F28}"/>
              </a:ext>
            </a:extLst>
          </p:cNvPr>
          <p:cNvSpPr txBox="1"/>
          <p:nvPr/>
        </p:nvSpPr>
        <p:spPr>
          <a:xfrm>
            <a:off x="2403854" y="1721167"/>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生産地</a:t>
            </a:r>
          </a:p>
        </p:txBody>
      </p:sp>
      <p:sp>
        <p:nvSpPr>
          <p:cNvPr id="14" name="正方形/長方形 13">
            <a:extLst>
              <a:ext uri="{FF2B5EF4-FFF2-40B4-BE49-F238E27FC236}">
                <a16:creationId xmlns:a16="http://schemas.microsoft.com/office/drawing/2014/main" id="{6608D82F-7169-8619-E468-D1A9737CD923}"/>
              </a:ext>
            </a:extLst>
          </p:cNvPr>
          <p:cNvSpPr/>
          <p:nvPr/>
        </p:nvSpPr>
        <p:spPr>
          <a:xfrm>
            <a:off x="2305042" y="2194188"/>
            <a:ext cx="1299491" cy="216999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6" name="直線コネクタ 15">
            <a:extLst>
              <a:ext uri="{FF2B5EF4-FFF2-40B4-BE49-F238E27FC236}">
                <a16:creationId xmlns:a16="http://schemas.microsoft.com/office/drawing/2014/main" id="{94CC783A-25C2-7F69-E091-560A89046BAE}"/>
              </a:ext>
              <a:ext uri="{C183D7F6-B498-43B3-948B-1728B52AA6E4}">
                <adec:decorative xmlns:adec="http://schemas.microsoft.com/office/drawing/2017/decorative" val="1"/>
              </a:ext>
            </a:extLst>
          </p:cNvPr>
          <p:cNvCxnSpPr>
            <a:cxnSpLocks/>
          </p:cNvCxnSpPr>
          <p:nvPr/>
        </p:nvCxnSpPr>
        <p:spPr>
          <a:xfrm>
            <a:off x="2305042"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457833EF-23FD-4C0F-3000-0AE2B1B9DF43}"/>
              </a:ext>
            </a:extLst>
          </p:cNvPr>
          <p:cNvSpPr/>
          <p:nvPr/>
        </p:nvSpPr>
        <p:spPr>
          <a:xfrm>
            <a:off x="2305042" y="4636362"/>
            <a:ext cx="1299491" cy="165849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FB4390A9-4A2D-9792-2C75-9869E536FE7C}"/>
              </a:ext>
            </a:extLst>
          </p:cNvPr>
          <p:cNvSpPr txBox="1"/>
          <p:nvPr/>
        </p:nvSpPr>
        <p:spPr>
          <a:xfrm>
            <a:off x="4202070" y="1721167"/>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調達地</a:t>
            </a:r>
          </a:p>
        </p:txBody>
      </p:sp>
      <p:sp>
        <p:nvSpPr>
          <p:cNvPr id="21" name="正方形/長方形 20">
            <a:extLst>
              <a:ext uri="{FF2B5EF4-FFF2-40B4-BE49-F238E27FC236}">
                <a16:creationId xmlns:a16="http://schemas.microsoft.com/office/drawing/2014/main" id="{16A1D1C8-6E75-25CF-315E-D55125A14819}"/>
              </a:ext>
            </a:extLst>
          </p:cNvPr>
          <p:cNvSpPr/>
          <p:nvPr/>
        </p:nvSpPr>
        <p:spPr>
          <a:xfrm>
            <a:off x="4103258" y="2194188"/>
            <a:ext cx="1299491" cy="82286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34" name="直線コネクタ 33">
            <a:extLst>
              <a:ext uri="{FF2B5EF4-FFF2-40B4-BE49-F238E27FC236}">
                <a16:creationId xmlns:a16="http://schemas.microsoft.com/office/drawing/2014/main" id="{B1E476D6-41CC-2490-DE16-89487DE02DE2}"/>
              </a:ext>
              <a:ext uri="{C183D7F6-B498-43B3-948B-1728B52AA6E4}">
                <adec:decorative xmlns:adec="http://schemas.microsoft.com/office/drawing/2017/decorative" val="1"/>
              </a:ext>
            </a:extLst>
          </p:cNvPr>
          <p:cNvCxnSpPr>
            <a:cxnSpLocks/>
          </p:cNvCxnSpPr>
          <p:nvPr/>
        </p:nvCxnSpPr>
        <p:spPr>
          <a:xfrm>
            <a:off x="4103258"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35" name="正方形/長方形 34">
            <a:extLst>
              <a:ext uri="{FF2B5EF4-FFF2-40B4-BE49-F238E27FC236}">
                <a16:creationId xmlns:a16="http://schemas.microsoft.com/office/drawing/2014/main" id="{5C34064D-459E-A48B-FEBC-92932279A5D9}"/>
              </a:ext>
            </a:extLst>
          </p:cNvPr>
          <p:cNvSpPr/>
          <p:nvPr/>
        </p:nvSpPr>
        <p:spPr>
          <a:xfrm>
            <a:off x="4103258" y="4636362"/>
            <a:ext cx="1299491" cy="98439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6" name="正方形/長方形 35">
            <a:extLst>
              <a:ext uri="{FF2B5EF4-FFF2-40B4-BE49-F238E27FC236}">
                <a16:creationId xmlns:a16="http://schemas.microsoft.com/office/drawing/2014/main" id="{4011F6F0-5172-579E-5EB6-39A450AACD13}"/>
              </a:ext>
            </a:extLst>
          </p:cNvPr>
          <p:cNvSpPr/>
          <p:nvPr/>
        </p:nvSpPr>
        <p:spPr>
          <a:xfrm>
            <a:off x="4103258" y="3283527"/>
            <a:ext cx="1299491" cy="108065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正方形/長方形 36">
            <a:extLst>
              <a:ext uri="{FF2B5EF4-FFF2-40B4-BE49-F238E27FC236}">
                <a16:creationId xmlns:a16="http://schemas.microsoft.com/office/drawing/2014/main" id="{35B21BB9-6ABD-8761-BF6B-F8611AAA2B4D}"/>
              </a:ext>
            </a:extLst>
          </p:cNvPr>
          <p:cNvSpPr/>
          <p:nvPr/>
        </p:nvSpPr>
        <p:spPr>
          <a:xfrm>
            <a:off x="4103258" y="5892943"/>
            <a:ext cx="1299491" cy="40191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40" name="直線コネクタ 39">
            <a:extLst>
              <a:ext uri="{FF2B5EF4-FFF2-40B4-BE49-F238E27FC236}">
                <a16:creationId xmlns:a16="http://schemas.microsoft.com/office/drawing/2014/main" id="{35E863B1-6FA5-4A31-8C3D-4DEA0114F88F}"/>
              </a:ext>
            </a:extLst>
          </p:cNvPr>
          <p:cNvCxnSpPr>
            <a:cxnSpLocks/>
          </p:cNvCxnSpPr>
          <p:nvPr/>
        </p:nvCxnSpPr>
        <p:spPr>
          <a:xfrm>
            <a:off x="1769534" y="4490472"/>
            <a:ext cx="9023241" cy="213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4E295FC7-2760-0105-BB62-66F7B50A7148}"/>
              </a:ext>
            </a:extLst>
          </p:cNvPr>
          <p:cNvCxnSpPr>
            <a:cxnSpLocks/>
          </p:cNvCxnSpPr>
          <p:nvPr/>
        </p:nvCxnSpPr>
        <p:spPr>
          <a:xfrm>
            <a:off x="3604533" y="3164537"/>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62A48A6A-0C07-EEDB-FA5C-45BB6FC290AE}"/>
              </a:ext>
            </a:extLst>
          </p:cNvPr>
          <p:cNvCxnSpPr>
            <a:cxnSpLocks/>
          </p:cNvCxnSpPr>
          <p:nvPr/>
        </p:nvCxnSpPr>
        <p:spPr>
          <a:xfrm>
            <a:off x="3604533" y="5741483"/>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37762CCD-35A7-12D4-EB4E-BFFBCFA8AF8C}"/>
              </a:ext>
            </a:extLst>
          </p:cNvPr>
          <p:cNvCxnSpPr>
            <a:cxnSpLocks/>
            <a:endCxn id="14" idx="1"/>
          </p:cNvCxnSpPr>
          <p:nvPr/>
        </p:nvCxnSpPr>
        <p:spPr>
          <a:xfrm>
            <a:off x="1769534" y="3279184"/>
            <a:ext cx="535508"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矢印コネクタ 50">
            <a:extLst>
              <a:ext uri="{FF2B5EF4-FFF2-40B4-BE49-F238E27FC236}">
                <a16:creationId xmlns:a16="http://schemas.microsoft.com/office/drawing/2014/main" id="{8CB158E5-5555-B4D0-3BEC-113CC13F9279}"/>
              </a:ext>
            </a:extLst>
          </p:cNvPr>
          <p:cNvCxnSpPr>
            <a:cxnSpLocks/>
            <a:endCxn id="17" idx="1"/>
          </p:cNvCxnSpPr>
          <p:nvPr/>
        </p:nvCxnSpPr>
        <p:spPr>
          <a:xfrm>
            <a:off x="1769534" y="5465609"/>
            <a:ext cx="535508" cy="1"/>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直線矢印コネクタ 53">
            <a:extLst>
              <a:ext uri="{FF2B5EF4-FFF2-40B4-BE49-F238E27FC236}">
                <a16:creationId xmlns:a16="http://schemas.microsoft.com/office/drawing/2014/main" id="{9C421CCE-8376-24EB-21F8-D5AB532894BB}"/>
              </a:ext>
            </a:extLst>
          </p:cNvPr>
          <p:cNvCxnSpPr>
            <a:cxnSpLocks/>
            <a:endCxn id="21" idx="1"/>
          </p:cNvCxnSpPr>
          <p:nvPr/>
        </p:nvCxnSpPr>
        <p:spPr>
          <a:xfrm>
            <a:off x="3604533" y="2605622"/>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7" name="直線矢印コネクタ 56">
            <a:extLst>
              <a:ext uri="{FF2B5EF4-FFF2-40B4-BE49-F238E27FC236}">
                <a16:creationId xmlns:a16="http://schemas.microsoft.com/office/drawing/2014/main" id="{B00E1E98-D0BF-C2C8-EB6F-50A99894A425}"/>
              </a:ext>
            </a:extLst>
          </p:cNvPr>
          <p:cNvCxnSpPr>
            <a:cxnSpLocks/>
            <a:endCxn id="36" idx="1"/>
          </p:cNvCxnSpPr>
          <p:nvPr/>
        </p:nvCxnSpPr>
        <p:spPr>
          <a:xfrm>
            <a:off x="3604533" y="3823854"/>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直線矢印コネクタ 59">
            <a:extLst>
              <a:ext uri="{FF2B5EF4-FFF2-40B4-BE49-F238E27FC236}">
                <a16:creationId xmlns:a16="http://schemas.microsoft.com/office/drawing/2014/main" id="{1A45009A-CDD9-DE57-37FF-1BE4A5919CDF}"/>
              </a:ext>
            </a:extLst>
          </p:cNvPr>
          <p:cNvCxnSpPr>
            <a:cxnSpLocks/>
            <a:endCxn id="35" idx="1"/>
          </p:cNvCxnSpPr>
          <p:nvPr/>
        </p:nvCxnSpPr>
        <p:spPr>
          <a:xfrm>
            <a:off x="3604533" y="5128562"/>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4" name="直線矢印コネクタ 63">
            <a:extLst>
              <a:ext uri="{FF2B5EF4-FFF2-40B4-BE49-F238E27FC236}">
                <a16:creationId xmlns:a16="http://schemas.microsoft.com/office/drawing/2014/main" id="{12D3C711-34B4-9389-ADE2-AE0628461073}"/>
              </a:ext>
            </a:extLst>
          </p:cNvPr>
          <p:cNvCxnSpPr>
            <a:cxnSpLocks/>
            <a:endCxn id="37" idx="1"/>
          </p:cNvCxnSpPr>
          <p:nvPr/>
        </p:nvCxnSpPr>
        <p:spPr>
          <a:xfrm>
            <a:off x="3612406" y="6093900"/>
            <a:ext cx="490852"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1" name="直角三角形 70">
            <a:extLst>
              <a:ext uri="{FF2B5EF4-FFF2-40B4-BE49-F238E27FC236}">
                <a16:creationId xmlns:a16="http://schemas.microsoft.com/office/drawing/2014/main" id="{D1C2BFD5-23A9-5363-13E5-ECB24730109D}"/>
              </a:ext>
            </a:extLst>
          </p:cNvPr>
          <p:cNvSpPr/>
          <p:nvPr/>
        </p:nvSpPr>
        <p:spPr>
          <a:xfrm rot="10800000">
            <a:off x="11363498" y="1998107"/>
            <a:ext cx="420518" cy="4325722"/>
          </a:xfrm>
          <a:prstGeom prst="r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2" name="テキスト ボックス 71">
            <a:extLst>
              <a:ext uri="{FF2B5EF4-FFF2-40B4-BE49-F238E27FC236}">
                <a16:creationId xmlns:a16="http://schemas.microsoft.com/office/drawing/2014/main" id="{4F8C62F5-A022-C688-E55D-1E3708441CCB}"/>
              </a:ext>
            </a:extLst>
          </p:cNvPr>
          <p:cNvSpPr txBox="1"/>
          <p:nvPr/>
        </p:nvSpPr>
        <p:spPr>
          <a:xfrm>
            <a:off x="11336822" y="1754308"/>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依存</a:t>
            </a:r>
          </a:p>
        </p:txBody>
      </p:sp>
      <p:sp>
        <p:nvSpPr>
          <p:cNvPr id="73" name="テキスト ボックス 72">
            <a:extLst>
              <a:ext uri="{FF2B5EF4-FFF2-40B4-BE49-F238E27FC236}">
                <a16:creationId xmlns:a16="http://schemas.microsoft.com/office/drawing/2014/main" id="{0217542E-0CF8-CCA1-350E-02F1CBDF6001}"/>
              </a:ext>
            </a:extLst>
          </p:cNvPr>
          <p:cNvSpPr txBox="1"/>
          <p:nvPr/>
        </p:nvSpPr>
        <p:spPr>
          <a:xfrm>
            <a:off x="11336821" y="218112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分散</a:t>
            </a:r>
          </a:p>
        </p:txBody>
      </p:sp>
      <p:sp>
        <p:nvSpPr>
          <p:cNvPr id="74" name="テキスト ボックス 73">
            <a:extLst>
              <a:ext uri="{FF2B5EF4-FFF2-40B4-BE49-F238E27FC236}">
                <a16:creationId xmlns:a16="http://schemas.microsoft.com/office/drawing/2014/main" id="{96AA8732-99A4-5D63-3BA3-87BFD297EDEF}"/>
              </a:ext>
            </a:extLst>
          </p:cNvPr>
          <p:cNvSpPr txBox="1"/>
          <p:nvPr/>
        </p:nvSpPr>
        <p:spPr>
          <a:xfrm>
            <a:off x="11336820" y="6000664"/>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集約</a:t>
            </a:r>
          </a:p>
        </p:txBody>
      </p:sp>
    </p:spTree>
    <p:extLst>
      <p:ext uri="{BB962C8B-B14F-4D97-AF65-F5344CB8AC3E}">
        <p14:creationId xmlns:p14="http://schemas.microsoft.com/office/powerpoint/2010/main" val="566276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79AA65-F1BB-3FD4-9E23-7501D504CC7B}"/>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6C3657DF-4F4B-AE5A-3AA0-73FA52A56664}"/>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DA9A5BE5-10BE-2B01-F1DC-24EBA6834FB7}"/>
              </a:ext>
            </a:extLst>
          </p:cNvPr>
          <p:cNvSpPr>
            <a:spLocks noGrp="1"/>
          </p:cNvSpPr>
          <p:nvPr>
            <p:ph type="sldNum" sz="quarter" idx="12"/>
          </p:nvPr>
        </p:nvSpPr>
        <p:spPr/>
        <p:txBody>
          <a:bodyPr/>
          <a:lstStyle/>
          <a:p>
            <a:fld id="{DCB5AA93-092B-49A1-87A7-3C88D5F38AD7}" type="slidenum">
              <a:rPr lang="ja-JP" altLang="en-US" smtClean="0"/>
              <a:pPr/>
              <a:t>22</a:t>
            </a:fld>
            <a:endParaRPr lang="ja-JP" altLang="en-US"/>
          </a:p>
        </p:txBody>
      </p:sp>
      <p:sp>
        <p:nvSpPr>
          <p:cNvPr id="5" name="テキスト プレースホルダー 4">
            <a:extLst>
              <a:ext uri="{FF2B5EF4-FFF2-40B4-BE49-F238E27FC236}">
                <a16:creationId xmlns:a16="http://schemas.microsoft.com/office/drawing/2014/main" id="{4F38FDD9-60FD-3F08-0491-8ED9B5A4C00F}"/>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7" name="テキスト ボックス 6">
            <a:extLst>
              <a:ext uri="{FF2B5EF4-FFF2-40B4-BE49-F238E27FC236}">
                <a16:creationId xmlns:a16="http://schemas.microsoft.com/office/drawing/2014/main" id="{D5EA51AD-0F62-B39D-BE44-8D3A382720C9}"/>
              </a:ext>
            </a:extLst>
          </p:cNvPr>
          <p:cNvSpPr txBox="1"/>
          <p:nvPr/>
        </p:nvSpPr>
        <p:spPr>
          <a:xfrm>
            <a:off x="568855" y="1721167"/>
            <a:ext cx="1149354"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フレームワーク</a:t>
            </a:r>
          </a:p>
        </p:txBody>
      </p:sp>
      <p:sp>
        <p:nvSpPr>
          <p:cNvPr id="8" name="テキスト ボックス 7">
            <a:extLst>
              <a:ext uri="{FF2B5EF4-FFF2-40B4-BE49-F238E27FC236}">
                <a16:creationId xmlns:a16="http://schemas.microsoft.com/office/drawing/2014/main" id="{B781187A-3044-CC92-12B4-2F486429B9E0}"/>
              </a:ext>
            </a:extLst>
          </p:cNvPr>
          <p:cNvSpPr txBox="1"/>
          <p:nvPr/>
        </p:nvSpPr>
        <p:spPr>
          <a:xfrm>
            <a:off x="4277261" y="172116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9" name="テキスト ボックス 8">
            <a:extLst>
              <a:ext uri="{FF2B5EF4-FFF2-40B4-BE49-F238E27FC236}">
                <a16:creationId xmlns:a16="http://schemas.microsoft.com/office/drawing/2014/main" id="{C2843CB7-E8FC-4705-48B6-B05EED30CCA7}"/>
              </a:ext>
            </a:extLst>
          </p:cNvPr>
          <p:cNvSpPr txBox="1"/>
          <p:nvPr/>
        </p:nvSpPr>
        <p:spPr>
          <a:xfrm>
            <a:off x="9162526" y="1712674"/>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注意点</a:t>
            </a:r>
          </a:p>
        </p:txBody>
      </p:sp>
      <p:sp>
        <p:nvSpPr>
          <p:cNvPr id="10" name="正方形/長方形 9">
            <a:extLst>
              <a:ext uri="{FF2B5EF4-FFF2-40B4-BE49-F238E27FC236}">
                <a16:creationId xmlns:a16="http://schemas.microsoft.com/office/drawing/2014/main" id="{CBA4599F-764A-189D-4871-82FFB18DD5B1}"/>
              </a:ext>
            </a:extLst>
          </p:cNvPr>
          <p:cNvSpPr/>
          <p:nvPr/>
        </p:nvSpPr>
        <p:spPr>
          <a:xfrm>
            <a:off x="470043" y="219418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57E1A3E8-C648-5503-A637-780CCDB119EE}"/>
              </a:ext>
            </a:extLst>
          </p:cNvPr>
          <p:cNvSpPr txBox="1"/>
          <p:nvPr/>
        </p:nvSpPr>
        <p:spPr>
          <a:xfrm>
            <a:off x="1952732" y="2194183"/>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p>
        </p:txBody>
      </p:sp>
      <p:sp>
        <p:nvSpPr>
          <p:cNvPr id="13" name="テキスト ボックス 12">
            <a:extLst>
              <a:ext uri="{FF2B5EF4-FFF2-40B4-BE49-F238E27FC236}">
                <a16:creationId xmlns:a16="http://schemas.microsoft.com/office/drawing/2014/main" id="{5756AAFD-0A68-F340-B19D-DA33782BF76C}"/>
              </a:ext>
            </a:extLst>
          </p:cNvPr>
          <p:cNvSpPr txBox="1"/>
          <p:nvPr/>
        </p:nvSpPr>
        <p:spPr>
          <a:xfrm>
            <a:off x="7118425" y="2194183"/>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p:txBody>
      </p:sp>
      <p:cxnSp>
        <p:nvCxnSpPr>
          <p:cNvPr id="15" name="直線コネクタ 14">
            <a:extLst>
              <a:ext uri="{FF2B5EF4-FFF2-40B4-BE49-F238E27FC236}">
                <a16:creationId xmlns:a16="http://schemas.microsoft.com/office/drawing/2014/main" id="{EAB506A6-2FE6-7B78-0E77-ECBACE0C18EC}"/>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1781C7BE-FEEB-DE33-3B02-100FA63292F6}"/>
              </a:ext>
              <a:ext uri="{C183D7F6-B498-43B3-948B-1728B52AA6E4}">
                <adec:decorative xmlns:adec="http://schemas.microsoft.com/office/drawing/2017/decorative" val="1"/>
              </a:ext>
            </a:extLst>
          </p:cNvPr>
          <p:cNvCxnSpPr>
            <a:cxnSpLocks/>
          </p:cNvCxnSpPr>
          <p:nvPr/>
        </p:nvCxnSpPr>
        <p:spPr>
          <a:xfrm>
            <a:off x="1951710" y="1998107"/>
            <a:ext cx="498249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18C5010-0ACB-F9A8-3154-367395B8A7DB}"/>
              </a:ext>
              <a:ext uri="{C183D7F6-B498-43B3-948B-1728B52AA6E4}">
                <adec:decorative xmlns:adec="http://schemas.microsoft.com/office/drawing/2017/decorative" val="1"/>
              </a:ext>
            </a:extLst>
          </p:cNvPr>
          <p:cNvCxnSpPr>
            <a:cxnSpLocks/>
          </p:cNvCxnSpPr>
          <p:nvPr/>
        </p:nvCxnSpPr>
        <p:spPr>
          <a:xfrm>
            <a:off x="7118425" y="1998107"/>
            <a:ext cx="46655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22BB7241-6A4E-DF9D-5C86-F8D187034111}"/>
              </a:ext>
            </a:extLst>
          </p:cNvPr>
          <p:cNvSpPr/>
          <p:nvPr/>
        </p:nvSpPr>
        <p:spPr>
          <a:xfrm>
            <a:off x="470043" y="301705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ロジック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ツリー</a:t>
            </a:r>
          </a:p>
        </p:txBody>
      </p:sp>
      <p:sp>
        <p:nvSpPr>
          <p:cNvPr id="23" name="テキスト ボックス 22">
            <a:extLst>
              <a:ext uri="{FF2B5EF4-FFF2-40B4-BE49-F238E27FC236}">
                <a16:creationId xmlns:a16="http://schemas.microsoft.com/office/drawing/2014/main" id="{8F474FEB-C7F1-E617-0C8B-62321F6F770C}"/>
              </a:ext>
            </a:extLst>
          </p:cNvPr>
          <p:cNvSpPr txBox="1"/>
          <p:nvPr/>
        </p:nvSpPr>
        <p:spPr>
          <a:xfrm>
            <a:off x="1951710" y="3017056"/>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sp>
        <p:nvSpPr>
          <p:cNvPr id="24" name="テキスト ボックス 23">
            <a:extLst>
              <a:ext uri="{FF2B5EF4-FFF2-40B4-BE49-F238E27FC236}">
                <a16:creationId xmlns:a16="http://schemas.microsoft.com/office/drawing/2014/main" id="{CEE2F8F8-14DD-095A-934F-26F41E95CE99}"/>
              </a:ext>
            </a:extLst>
          </p:cNvPr>
          <p:cNvSpPr txBox="1"/>
          <p:nvPr/>
        </p:nvSpPr>
        <p:spPr>
          <a:xfrm>
            <a:off x="7118425" y="3017056"/>
            <a:ext cx="4665591"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p:txBody>
      </p:sp>
      <p:sp>
        <p:nvSpPr>
          <p:cNvPr id="25" name="正方形/長方形 24">
            <a:extLst>
              <a:ext uri="{FF2B5EF4-FFF2-40B4-BE49-F238E27FC236}">
                <a16:creationId xmlns:a16="http://schemas.microsoft.com/office/drawing/2014/main" id="{C720ACBA-92C1-C91A-96F1-219B75ECE36E}"/>
              </a:ext>
            </a:extLst>
          </p:cNvPr>
          <p:cNvSpPr/>
          <p:nvPr/>
        </p:nvSpPr>
        <p:spPr>
          <a:xfrm>
            <a:off x="470045" y="3816269"/>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9A4627AA-66A8-6B77-6C66-CBF11914498C}"/>
              </a:ext>
            </a:extLst>
          </p:cNvPr>
          <p:cNvSpPr txBox="1"/>
          <p:nvPr/>
        </p:nvSpPr>
        <p:spPr>
          <a:xfrm>
            <a:off x="1951711" y="3816268"/>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p>
        </p:txBody>
      </p:sp>
      <p:sp>
        <p:nvSpPr>
          <p:cNvPr id="27" name="テキスト ボックス 26">
            <a:extLst>
              <a:ext uri="{FF2B5EF4-FFF2-40B4-BE49-F238E27FC236}">
                <a16:creationId xmlns:a16="http://schemas.microsoft.com/office/drawing/2014/main" id="{A9531372-DB01-7B64-2E4D-857FFE579A66}"/>
              </a:ext>
            </a:extLst>
          </p:cNvPr>
          <p:cNvSpPr txBox="1"/>
          <p:nvPr/>
        </p:nvSpPr>
        <p:spPr>
          <a:xfrm>
            <a:off x="7118425" y="3816264"/>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p>
        </p:txBody>
      </p:sp>
      <p:sp>
        <p:nvSpPr>
          <p:cNvPr id="28" name="正方形/長方形 27">
            <a:extLst>
              <a:ext uri="{FF2B5EF4-FFF2-40B4-BE49-F238E27FC236}">
                <a16:creationId xmlns:a16="http://schemas.microsoft.com/office/drawing/2014/main" id="{B8701491-F578-EFEB-2B31-8A41E2D69BE7}"/>
              </a:ext>
            </a:extLst>
          </p:cNvPr>
          <p:cNvSpPr/>
          <p:nvPr/>
        </p:nvSpPr>
        <p:spPr>
          <a:xfrm>
            <a:off x="470045" y="4636366"/>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PDCA</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E9C21715-78D9-EA3F-097F-A4B4AE414EB2}"/>
              </a:ext>
            </a:extLst>
          </p:cNvPr>
          <p:cNvSpPr txBox="1"/>
          <p:nvPr/>
        </p:nvSpPr>
        <p:spPr>
          <a:xfrm>
            <a:off x="1951711" y="4636365"/>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p>
        </p:txBody>
      </p:sp>
      <p:sp>
        <p:nvSpPr>
          <p:cNvPr id="30" name="テキスト ボックス 29">
            <a:extLst>
              <a:ext uri="{FF2B5EF4-FFF2-40B4-BE49-F238E27FC236}">
                <a16:creationId xmlns:a16="http://schemas.microsoft.com/office/drawing/2014/main" id="{71AEB7CC-38BF-F3A8-44CF-0EDD6B09D66F}"/>
              </a:ext>
            </a:extLst>
          </p:cNvPr>
          <p:cNvSpPr txBox="1"/>
          <p:nvPr/>
        </p:nvSpPr>
        <p:spPr>
          <a:xfrm>
            <a:off x="7118425" y="4636363"/>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p:txBody>
      </p:sp>
      <p:sp>
        <p:nvSpPr>
          <p:cNvPr id="31" name="正方形/長方形 30">
            <a:extLst>
              <a:ext uri="{FF2B5EF4-FFF2-40B4-BE49-F238E27FC236}">
                <a16:creationId xmlns:a16="http://schemas.microsoft.com/office/drawing/2014/main" id="{D1BF2968-19BE-A472-2A44-AF0F116C3BC4}"/>
              </a:ext>
            </a:extLst>
          </p:cNvPr>
          <p:cNvSpPr/>
          <p:nvPr/>
        </p:nvSpPr>
        <p:spPr>
          <a:xfrm>
            <a:off x="470045" y="5405320"/>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Top Down/</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Bottom up</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0FF13581-7727-028C-7F5E-14178FCBD04B}"/>
              </a:ext>
            </a:extLst>
          </p:cNvPr>
          <p:cNvSpPr txBox="1"/>
          <p:nvPr/>
        </p:nvSpPr>
        <p:spPr>
          <a:xfrm>
            <a:off x="1951711" y="5405317"/>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p:txBody>
      </p:sp>
      <p:sp>
        <p:nvSpPr>
          <p:cNvPr id="33" name="テキスト ボックス 32">
            <a:extLst>
              <a:ext uri="{FF2B5EF4-FFF2-40B4-BE49-F238E27FC236}">
                <a16:creationId xmlns:a16="http://schemas.microsoft.com/office/drawing/2014/main" id="{41AD3689-CBD9-2139-01C6-C83DF4ADB306}"/>
              </a:ext>
            </a:extLst>
          </p:cNvPr>
          <p:cNvSpPr txBox="1"/>
          <p:nvPr/>
        </p:nvSpPr>
        <p:spPr>
          <a:xfrm>
            <a:off x="7118425" y="5405317"/>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p:txBody>
      </p:sp>
    </p:spTree>
    <p:extLst>
      <p:ext uri="{BB962C8B-B14F-4D97-AF65-F5344CB8AC3E}">
        <p14:creationId xmlns:p14="http://schemas.microsoft.com/office/powerpoint/2010/main" val="4154801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C314-8C17-55E9-7414-DBC784A6B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D6E197-5111-E436-324A-1742CD652F09}"/>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08F07CCA-E12A-3572-A9BD-083614A79D9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6B8C5AF4-8C3A-CF13-7B4F-80F1367B0EAF}"/>
              </a:ext>
            </a:extLst>
          </p:cNvPr>
          <p:cNvSpPr>
            <a:spLocks noGrp="1"/>
          </p:cNvSpPr>
          <p:nvPr>
            <p:ph type="sldNum" sz="quarter" idx="12"/>
          </p:nvPr>
        </p:nvSpPr>
        <p:spPr/>
        <p:txBody>
          <a:bodyPr/>
          <a:lstStyle/>
          <a:p>
            <a:fld id="{DCB5AA93-092B-49A1-87A7-3C88D5F38AD7}" type="slidenum">
              <a:rPr lang="ja-JP" altLang="en-US" smtClean="0"/>
              <a:pPr/>
              <a:t>23</a:t>
            </a:fld>
            <a:endParaRPr lang="ja-JP" altLang="en-US"/>
          </a:p>
        </p:txBody>
      </p:sp>
      <p:sp>
        <p:nvSpPr>
          <p:cNvPr id="5" name="テキスト プレースホルダー 4">
            <a:extLst>
              <a:ext uri="{FF2B5EF4-FFF2-40B4-BE49-F238E27FC236}">
                <a16:creationId xmlns:a16="http://schemas.microsoft.com/office/drawing/2014/main" id="{4852CEC5-9BBA-F1C0-3E13-F58CFB544BA4}"/>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8" name="テキスト ボックス 7">
            <a:extLst>
              <a:ext uri="{FF2B5EF4-FFF2-40B4-BE49-F238E27FC236}">
                <a16:creationId xmlns:a16="http://schemas.microsoft.com/office/drawing/2014/main" id="{09FED4B1-606C-2918-0520-0893F0499E78}"/>
              </a:ext>
            </a:extLst>
          </p:cNvPr>
          <p:cNvSpPr txBox="1"/>
          <p:nvPr/>
        </p:nvSpPr>
        <p:spPr>
          <a:xfrm>
            <a:off x="4840241" y="1507755"/>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10" name="正方形/長方形 9">
            <a:extLst>
              <a:ext uri="{FF2B5EF4-FFF2-40B4-BE49-F238E27FC236}">
                <a16:creationId xmlns:a16="http://schemas.microsoft.com/office/drawing/2014/main" id="{89E5F961-87C8-60CC-CEE7-32ED363A8FD9}"/>
              </a:ext>
            </a:extLst>
          </p:cNvPr>
          <p:cNvSpPr/>
          <p:nvPr/>
        </p:nvSpPr>
        <p:spPr>
          <a:xfrm>
            <a:off x="351802" y="1828889"/>
            <a:ext cx="2194329" cy="214822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BB7E9B6-633A-07F2-A23C-420303CE6A98}"/>
              </a:ext>
            </a:extLst>
          </p:cNvPr>
          <p:cNvSpPr txBox="1"/>
          <p:nvPr/>
        </p:nvSpPr>
        <p:spPr>
          <a:xfrm>
            <a:off x="3224048" y="1828890"/>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endParaRPr lang="en-US" altLang="ja-JP" sz="1400" dirty="0">
              <a:latin typeface="BIZ UDPゴシック" panose="020B0400000000000000" pitchFamily="50" charset="-128"/>
              <a:ea typeface="BIZ UDPゴシック" panose="020B0400000000000000" pitchFamily="50" charset="-128"/>
            </a:endParaRPr>
          </a:p>
          <a:p>
            <a:pPr marL="449263" lvl="1" indent="-268288">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cxnSp>
        <p:nvCxnSpPr>
          <p:cNvPr id="18" name="直線コネクタ 17">
            <a:extLst>
              <a:ext uri="{FF2B5EF4-FFF2-40B4-BE49-F238E27FC236}">
                <a16:creationId xmlns:a16="http://schemas.microsoft.com/office/drawing/2014/main" id="{9C3E747F-BC9E-A568-C850-A88B7D684B7C}"/>
              </a:ext>
              <a:ext uri="{C183D7F6-B498-43B3-948B-1728B52AA6E4}">
                <adec:decorative xmlns:adec="http://schemas.microsoft.com/office/drawing/2017/decorative" val="1"/>
              </a:ext>
            </a:extLst>
          </p:cNvPr>
          <p:cNvCxnSpPr>
            <a:cxnSpLocks/>
          </p:cNvCxnSpPr>
          <p:nvPr/>
        </p:nvCxnSpPr>
        <p:spPr>
          <a:xfrm>
            <a:off x="3224047" y="1734296"/>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624FE59D-B25C-9332-B9EF-02F3783A363B}"/>
              </a:ext>
            </a:extLst>
          </p:cNvPr>
          <p:cNvSpPr/>
          <p:nvPr/>
        </p:nvSpPr>
        <p:spPr>
          <a:xfrm>
            <a:off x="351802" y="4146330"/>
            <a:ext cx="2194329" cy="214822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652C42D8-AFDF-64F3-F00E-4BB4737C63D9}"/>
              </a:ext>
            </a:extLst>
          </p:cNvPr>
          <p:cNvSpPr txBox="1"/>
          <p:nvPr/>
        </p:nvSpPr>
        <p:spPr>
          <a:xfrm>
            <a:off x="7559566" y="1828890"/>
            <a:ext cx="3591462" cy="1292662"/>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a:p>
            <a:pPr marL="449263" lvl="1" indent="-268288">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indent="-276181">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a:p>
            <a:pPr indent="-276181">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EB72DFDF-77B8-6EE2-34B1-55A0F9AC728A}"/>
              </a:ext>
              <a:ext uri="{C183D7F6-B498-43B3-948B-1728B52AA6E4}">
                <adec:decorative xmlns:adec="http://schemas.microsoft.com/office/drawing/2017/decorative" val="1"/>
              </a:ext>
            </a:extLst>
          </p:cNvPr>
          <p:cNvCxnSpPr>
            <a:cxnSpLocks/>
          </p:cNvCxnSpPr>
          <p:nvPr/>
        </p:nvCxnSpPr>
        <p:spPr>
          <a:xfrm>
            <a:off x="7543800" y="1734296"/>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EFD8DDA9-0C10-4B6A-8037-A6E7C46CEA35}"/>
              </a:ext>
            </a:extLst>
          </p:cNvPr>
          <p:cNvSpPr txBox="1"/>
          <p:nvPr/>
        </p:nvSpPr>
        <p:spPr>
          <a:xfrm>
            <a:off x="9159994" y="1507755"/>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21" name="テキスト ボックス 20">
            <a:extLst>
              <a:ext uri="{FF2B5EF4-FFF2-40B4-BE49-F238E27FC236}">
                <a16:creationId xmlns:a16="http://schemas.microsoft.com/office/drawing/2014/main" id="{2D114B0E-14D9-0D55-AE52-ABF270B739C2}"/>
              </a:ext>
            </a:extLst>
          </p:cNvPr>
          <p:cNvSpPr txBox="1"/>
          <p:nvPr/>
        </p:nvSpPr>
        <p:spPr>
          <a:xfrm>
            <a:off x="3208282" y="4146330"/>
            <a:ext cx="3591462" cy="1723549"/>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664794A3-5446-4C34-2B57-59DF88214BAA}"/>
              </a:ext>
            </a:extLst>
          </p:cNvPr>
          <p:cNvSpPr txBox="1"/>
          <p:nvPr/>
        </p:nvSpPr>
        <p:spPr>
          <a:xfrm>
            <a:off x="7543800" y="4146330"/>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40578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1EDD-2064-B758-9723-6CBCB09867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5DBA4B-9818-7BCD-CF5F-94896D02F050}"/>
              </a:ext>
            </a:extLst>
          </p:cNvPr>
          <p:cNvSpPr>
            <a:spLocks noGrp="1"/>
          </p:cNvSpPr>
          <p:nvPr>
            <p:ph type="title"/>
          </p:nvPr>
        </p:nvSpPr>
        <p:spPr/>
        <p:txBody>
          <a:bodyPr/>
          <a:lstStyle/>
          <a:p>
            <a:r>
              <a:rPr kumimoji="1" lang="ja-JP" altLang="en-US" dirty="0"/>
              <a:t>各国企業における事業機会と連携の課題</a:t>
            </a:r>
          </a:p>
        </p:txBody>
      </p:sp>
      <p:sp>
        <p:nvSpPr>
          <p:cNvPr id="3" name="フッター プレースホルダー 2">
            <a:extLst>
              <a:ext uri="{FF2B5EF4-FFF2-40B4-BE49-F238E27FC236}">
                <a16:creationId xmlns:a16="http://schemas.microsoft.com/office/drawing/2014/main" id="{882882ED-042D-1A69-EEDD-39F7EE67FC1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E3B09A5-50A0-F40B-7A2F-2C219384A819}"/>
              </a:ext>
            </a:extLst>
          </p:cNvPr>
          <p:cNvSpPr>
            <a:spLocks noGrp="1"/>
          </p:cNvSpPr>
          <p:nvPr>
            <p:ph type="sldNum" sz="quarter" idx="12"/>
          </p:nvPr>
        </p:nvSpPr>
        <p:spPr/>
        <p:txBody>
          <a:bodyPr/>
          <a:lstStyle/>
          <a:p>
            <a:fld id="{DCB5AA93-092B-49A1-87A7-3C88D5F38AD7}" type="slidenum">
              <a:rPr lang="ja-JP" altLang="en-US" smtClean="0"/>
              <a:pPr/>
              <a:t>24</a:t>
            </a:fld>
            <a:endParaRPr lang="ja-JP" altLang="en-US"/>
          </a:p>
        </p:txBody>
      </p:sp>
      <p:sp>
        <p:nvSpPr>
          <p:cNvPr id="11" name="テキスト ボックス 10">
            <a:extLst>
              <a:ext uri="{FF2B5EF4-FFF2-40B4-BE49-F238E27FC236}">
                <a16:creationId xmlns:a16="http://schemas.microsoft.com/office/drawing/2014/main" id="{310F8D1F-52C9-70C7-25C2-E3D6449280D3}"/>
              </a:ext>
            </a:extLst>
          </p:cNvPr>
          <p:cNvSpPr txBox="1"/>
          <p:nvPr/>
        </p:nvSpPr>
        <p:spPr>
          <a:xfrm>
            <a:off x="1387218" y="1188900"/>
            <a:ext cx="201497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デジタルケイパビリティの強化</a:t>
            </a:r>
            <a:endParaRPr lang="en-US" altLang="ja-JP" sz="1200" dirty="0">
              <a:latin typeface="BIZ UDPゴシック" panose="020B0400000000000000" pitchFamily="50" charset="-128"/>
              <a:ea typeface="BIZ UDPゴシック" panose="020B0400000000000000" pitchFamily="50" charset="-128"/>
            </a:endParaRPr>
          </a:p>
        </p:txBody>
      </p:sp>
      <p:cxnSp>
        <p:nvCxnSpPr>
          <p:cNvPr id="16" name="直線コネクタ 15">
            <a:extLst>
              <a:ext uri="{FF2B5EF4-FFF2-40B4-BE49-F238E27FC236}">
                <a16:creationId xmlns:a16="http://schemas.microsoft.com/office/drawing/2014/main" id="{A9999E49-D555-98E7-A1EE-BF191E2DFB89}"/>
              </a:ext>
              <a:ext uri="{C183D7F6-B498-43B3-948B-1728B52AA6E4}">
                <adec:decorative xmlns:adec="http://schemas.microsoft.com/office/drawing/2017/decorative" val="1"/>
              </a:ext>
            </a:extLst>
          </p:cNvPr>
          <p:cNvCxnSpPr>
            <a:cxnSpLocks/>
          </p:cNvCxnSpPr>
          <p:nvPr/>
        </p:nvCxnSpPr>
        <p:spPr>
          <a:xfrm flipV="1">
            <a:off x="1344481" y="1367551"/>
            <a:ext cx="10439535"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CFFC2224-7846-63D9-51B3-08D0D0BBC3ED}"/>
              </a:ext>
            </a:extLst>
          </p:cNvPr>
          <p:cNvSpPr txBox="1"/>
          <p:nvPr/>
        </p:nvSpPr>
        <p:spPr>
          <a:xfrm>
            <a:off x="282470" y="2193409"/>
            <a:ext cx="1073089"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各国企業の</a:t>
            </a:r>
            <a:endParaRPr lang="en-US" altLang="ja-JP" sz="1200" dirty="0">
              <a:latin typeface="BIZ UDPゴシック" panose="020B0400000000000000" pitchFamily="50" charset="-128"/>
              <a:ea typeface="BIZ UDPゴシック" panose="020B0400000000000000" pitchFamily="50" charset="-128"/>
            </a:endParaRPr>
          </a:p>
          <a:p>
            <a:pPr algn="l"/>
            <a:r>
              <a:rPr lang="ja-JP" altLang="en-US" sz="1200" dirty="0">
                <a:latin typeface="BIZ UDPゴシック" panose="020B0400000000000000" pitchFamily="50" charset="-128"/>
                <a:ea typeface="BIZ UDPゴシック" panose="020B0400000000000000" pitchFamily="50" charset="-128"/>
              </a:rPr>
              <a:t>戦略方向性</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7C054BE1-33E0-7FA8-9E62-8E641BC20F0C}"/>
              </a:ext>
            </a:extLst>
          </p:cNvPr>
          <p:cNvSpPr txBox="1"/>
          <p:nvPr/>
        </p:nvSpPr>
        <p:spPr>
          <a:xfrm>
            <a:off x="282470" y="3660434"/>
            <a:ext cx="1073088"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見た事業機会</a:t>
            </a:r>
          </a:p>
        </p:txBody>
      </p:sp>
      <p:sp>
        <p:nvSpPr>
          <p:cNvPr id="22" name="テキスト ボックス 21">
            <a:extLst>
              <a:ext uri="{FF2B5EF4-FFF2-40B4-BE49-F238E27FC236}">
                <a16:creationId xmlns:a16="http://schemas.microsoft.com/office/drawing/2014/main" id="{A5563B06-318E-1B38-C24E-F6D8CB7F8D91}"/>
              </a:ext>
            </a:extLst>
          </p:cNvPr>
          <p:cNvSpPr txBox="1"/>
          <p:nvPr/>
        </p:nvSpPr>
        <p:spPr>
          <a:xfrm>
            <a:off x="282470" y="5127459"/>
            <a:ext cx="1073088" cy="553998"/>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見た連携の</a:t>
            </a:r>
            <a:endParaRPr kumimoji="1"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課題</a:t>
            </a:r>
          </a:p>
        </p:txBody>
      </p:sp>
      <p:sp>
        <p:nvSpPr>
          <p:cNvPr id="23" name="テキスト ボックス 22">
            <a:extLst>
              <a:ext uri="{FF2B5EF4-FFF2-40B4-BE49-F238E27FC236}">
                <a16:creationId xmlns:a16="http://schemas.microsoft.com/office/drawing/2014/main" id="{F3D6B38F-6D60-01E4-2BAE-841CB41407CD}"/>
              </a:ext>
            </a:extLst>
          </p:cNvPr>
          <p:cNvSpPr txBox="1"/>
          <p:nvPr/>
        </p:nvSpPr>
        <p:spPr>
          <a:xfrm>
            <a:off x="4075593" y="1182885"/>
            <a:ext cx="204863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サプライチェーン分散化の支援</a:t>
            </a:r>
            <a:endParaRPr lang="en-US" altLang="ja-JP" sz="12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D6F39B35-4BC4-F32E-0485-0D23686579DA}"/>
              </a:ext>
            </a:extLst>
          </p:cNvPr>
          <p:cNvSpPr txBox="1"/>
          <p:nvPr/>
        </p:nvSpPr>
        <p:spPr>
          <a:xfrm>
            <a:off x="1387218" y="1446703"/>
            <a:ext cx="11493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サービス</a:t>
            </a:r>
            <a:endParaRPr lang="en-US" altLang="ja-JP" sz="12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CA13AA76-CDF0-766A-6907-4C9A9CA57EC3}"/>
              </a:ext>
            </a:extLst>
          </p:cNvPr>
          <p:cNvSpPr txBox="1"/>
          <p:nvPr/>
        </p:nvSpPr>
        <p:spPr>
          <a:xfrm>
            <a:off x="1387218" y="215237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高付加価値化</a:t>
            </a:r>
            <a:r>
              <a:rPr lang="en-US" altLang="ja-JP" sz="1200" dirty="0">
                <a:solidFill>
                  <a:schemeClr val="accent1"/>
                </a:solidFill>
                <a:latin typeface="BIZ UDPゴシック" panose="020B0400000000000000" pitchFamily="50" charset="-128"/>
                <a:ea typeface="BIZ UDPゴシック" panose="020B0400000000000000" pitchFamily="50" charset="-128"/>
              </a:rPr>
              <a:t> / </a:t>
            </a:r>
            <a:r>
              <a:rPr lang="ja-JP" altLang="en-US" sz="1200" dirty="0">
                <a:solidFill>
                  <a:schemeClr val="accent1"/>
                </a:solidFill>
                <a:latin typeface="BIZ UDPゴシック" panose="020B0400000000000000" pitchFamily="50" charset="-128"/>
                <a:ea typeface="BIZ UDPゴシック" panose="020B0400000000000000" pitchFamily="50" charset="-128"/>
              </a:rPr>
              <a:t>売上の分散化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バリューチェーン上流への進出による付加価値の向上や、特定国・顧客への依存度の低減に注力</a:t>
            </a:r>
            <a:endParaRPr lang="en-US" altLang="ja-JP" sz="1200" dirty="0">
              <a:latin typeface="BIZ UDPゴシック" panose="020B0400000000000000" pitchFamily="50" charset="-128"/>
              <a:ea typeface="BIZ UDPゴシック" panose="020B0400000000000000" pitchFamily="50" charset="-128"/>
            </a:endParaRPr>
          </a:p>
          <a:p>
            <a:pPr marL="342900" indent="-342900">
              <a:buFont typeface="+mj-ea"/>
              <a:buAutoNum type="circleNumDbPlain"/>
            </a:pPr>
            <a:endParaRPr lang="en-US" altLang="ja-JP" sz="12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6838973B-FA7D-6902-77CB-9A7F122C7B8F}"/>
              </a:ext>
            </a:extLst>
          </p:cNvPr>
          <p:cNvSpPr txBox="1"/>
          <p:nvPr/>
        </p:nvSpPr>
        <p:spPr>
          <a:xfrm>
            <a:off x="4075593" y="1446703"/>
            <a:ext cx="12375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C8976FD-B08A-572B-0C42-9C03BF2D89E2}"/>
              </a:ext>
            </a:extLst>
          </p:cNvPr>
          <p:cNvSpPr txBox="1"/>
          <p:nvPr/>
        </p:nvSpPr>
        <p:spPr>
          <a:xfrm>
            <a:off x="6763968" y="1446703"/>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90761BA6-EC62-997D-D91E-74B0FFB83748}"/>
              </a:ext>
            </a:extLst>
          </p:cNvPr>
          <p:cNvSpPr txBox="1"/>
          <p:nvPr/>
        </p:nvSpPr>
        <p:spPr>
          <a:xfrm>
            <a:off x="6763968" y="2152379"/>
            <a:ext cx="2520904" cy="1107996"/>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顧客基盤の多様化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市場成長が鈍化する中、バリューチェーンのポジションアップを志向</a:t>
            </a:r>
            <a:endParaRPr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EV</a:t>
            </a:r>
            <a:r>
              <a:rPr lang="ja-JP" altLang="en-US" sz="1200" dirty="0">
                <a:latin typeface="BIZ UDPゴシック" panose="020B0400000000000000" pitchFamily="50" charset="-128"/>
                <a:ea typeface="BIZ UDPゴシック" panose="020B0400000000000000" pitchFamily="50" charset="-128"/>
              </a:rPr>
              <a:t>等で対等してきている中華系</a:t>
            </a:r>
            <a:r>
              <a:rPr lang="en-US" altLang="ja-JP" sz="1200" dirty="0">
                <a:latin typeface="BIZ UDPゴシック" panose="020B0400000000000000" pitchFamily="50" charset="-128"/>
                <a:ea typeface="BIZ UDPゴシック" panose="020B0400000000000000" pitchFamily="50" charset="-128"/>
              </a:rPr>
              <a:t>OEM</a:t>
            </a:r>
            <a:r>
              <a:rPr lang="ja-JP" altLang="en-US" sz="1200" dirty="0">
                <a:latin typeface="BIZ UDPゴシック" panose="020B0400000000000000" pitchFamily="50" charset="-128"/>
                <a:ea typeface="BIZ UDPゴシック" panose="020B0400000000000000" pitchFamily="50" charset="-128"/>
              </a:rPr>
              <a:t>とも連携強化し、取り込みの多角化を検討</a:t>
            </a:r>
            <a:endParaRPr lang="en-US" altLang="ja-JP" sz="1200" dirty="0">
              <a:latin typeface="BIZ UDPゴシック" panose="020B0400000000000000" pitchFamily="50" charset="-128"/>
              <a:ea typeface="BIZ UDPゴシック" panose="020B0400000000000000" pitchFamily="50" charset="-128"/>
            </a:endParaRPr>
          </a:p>
        </p:txBody>
      </p:sp>
      <p:cxnSp>
        <p:nvCxnSpPr>
          <p:cNvPr id="32" name="直線コネクタ 31">
            <a:extLst>
              <a:ext uri="{FF2B5EF4-FFF2-40B4-BE49-F238E27FC236}">
                <a16:creationId xmlns:a16="http://schemas.microsoft.com/office/drawing/2014/main" id="{24CD37A7-CB1F-0635-AAB9-C582E9C0D2F8}"/>
              </a:ext>
              <a:ext uri="{C183D7F6-B498-43B3-948B-1728B52AA6E4}">
                <adec:decorative xmlns:adec="http://schemas.microsoft.com/office/drawing/2017/decorative" val="1"/>
              </a:ext>
            </a:extLst>
          </p:cNvPr>
          <p:cNvCxnSpPr>
            <a:cxnSpLocks/>
          </p:cNvCxnSpPr>
          <p:nvPr/>
        </p:nvCxnSpPr>
        <p:spPr>
          <a:xfrm flipV="1">
            <a:off x="1344482" y="1631369"/>
            <a:ext cx="10439534"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1B6FD8D2-1362-D28D-554C-B0AB88DD075E}"/>
              </a:ext>
            </a:extLst>
          </p:cNvPr>
          <p:cNvSpPr txBox="1"/>
          <p:nvPr/>
        </p:nvSpPr>
        <p:spPr>
          <a:xfrm>
            <a:off x="9452342" y="1446703"/>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5184BCD8-D841-B099-BDBE-F8E7C2EAD4F5}"/>
              </a:ext>
            </a:extLst>
          </p:cNvPr>
          <p:cNvSpPr txBox="1"/>
          <p:nvPr/>
        </p:nvSpPr>
        <p:spPr>
          <a:xfrm>
            <a:off x="9452342" y="215237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スケール拡大</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高付加価値化</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顧客基盤の多様化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組立の価値減少に伴い、スケール化によるコスト削減と、上流工程進出による付加価値向上を狙う</a:t>
            </a:r>
            <a:endParaRPr lang="en-US" altLang="ja-JP" sz="1200" dirty="0">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CBED3742-824A-A38F-D242-D561320082B2}"/>
              </a:ext>
            </a:extLst>
          </p:cNvPr>
          <p:cNvSpPr txBox="1"/>
          <p:nvPr/>
        </p:nvSpPr>
        <p:spPr>
          <a:xfrm>
            <a:off x="4075593" y="215237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国内市場の生産・販売拡大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国内市場の成長に合わせ、自社の生産・供給を増加し、成長を取り込みたい</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AC06D8F5-BC31-EABD-D0CF-1CA42600C445}"/>
              </a:ext>
            </a:extLst>
          </p:cNvPr>
          <p:cNvSpPr txBox="1"/>
          <p:nvPr/>
        </p:nvSpPr>
        <p:spPr>
          <a:xfrm>
            <a:off x="1387218"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日本市場における売上拡大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日系企業へのアプローチ・売上を拡大したい </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特に</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開発のアウトソース、先端デジタル技術のインプリ等</a:t>
            </a:r>
            <a:r>
              <a:rPr lang="en-US" altLang="ja-JP" sz="1200" dirty="0">
                <a:latin typeface="BIZ UDPゴシック" panose="020B0400000000000000" pitchFamily="50" charset="-128"/>
                <a:ea typeface="BIZ UDPゴシック" panose="020B0400000000000000" pitchFamily="50" charset="-128"/>
              </a:rPr>
              <a:t>)</a:t>
            </a:r>
          </a:p>
        </p:txBody>
      </p:sp>
      <p:sp>
        <p:nvSpPr>
          <p:cNvPr id="67" name="テキスト ボックス 66">
            <a:extLst>
              <a:ext uri="{FF2B5EF4-FFF2-40B4-BE49-F238E27FC236}">
                <a16:creationId xmlns:a16="http://schemas.microsoft.com/office/drawing/2014/main" id="{33947AC8-8810-1CCB-069F-57AF233AE17E}"/>
              </a:ext>
            </a:extLst>
          </p:cNvPr>
          <p:cNvSpPr txBox="1"/>
          <p:nvPr/>
        </p:nvSpPr>
        <p:spPr>
          <a:xfrm>
            <a:off x="9452342"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日本企業からの技術取得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solidFill>
                  <a:schemeClr val="accent1"/>
                </a:solidFill>
                <a:latin typeface="BIZ UDPゴシック" panose="020B0400000000000000" pitchFamily="50" charset="-128"/>
                <a:ea typeface="BIZ UDPゴシック" panose="020B0400000000000000" pitchFamily="50" charset="-128"/>
              </a:rPr>
              <a:t>設計や調達までバリューチェーンを広げるうえで、高付加価値工程を含めた製造技術・ノウハウを取得したい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25F9C747-A698-E0E7-2FB4-5E6FE07F6B2B}"/>
              </a:ext>
            </a:extLst>
          </p:cNvPr>
          <p:cNvSpPr txBox="1"/>
          <p:nvPr/>
        </p:nvSpPr>
        <p:spPr>
          <a:xfrm>
            <a:off x="4075593" y="3658274"/>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日系企業からの技術・チャネル取得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設計技術の不足、品質のばらつきに対して、日系企業から製造・生産技術を取得したい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834625DF-64F7-51D8-DF9E-EBD0FBBC877A}"/>
              </a:ext>
            </a:extLst>
          </p:cNvPr>
          <p:cNvSpPr txBox="1"/>
          <p:nvPr/>
        </p:nvSpPr>
        <p:spPr>
          <a:xfrm>
            <a:off x="6763967"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日本企業からの技術取得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自律的に仕様変更するための設計・製造技術やバリューチェーン横ぐしでの生産・調達管理のノウハウを取得したい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70" name="テキスト ボックス 69">
            <a:extLst>
              <a:ext uri="{FF2B5EF4-FFF2-40B4-BE49-F238E27FC236}">
                <a16:creationId xmlns:a16="http://schemas.microsoft.com/office/drawing/2014/main" id="{8EA21EF6-ECE0-E6A3-E5FA-F66B38FD680A}"/>
              </a:ext>
            </a:extLst>
          </p:cNvPr>
          <p:cNvSpPr txBox="1"/>
          <p:nvPr/>
        </p:nvSpPr>
        <p:spPr>
          <a:xfrm>
            <a:off x="1387218" y="512745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案件の複雑性・収益性の低さ</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個社側の要望が多く、要望水準も高いため、案件が難易度で利益が出づらい</a:t>
            </a:r>
            <a:endParaRPr lang="en-US" altLang="ja-JP" sz="1200" dirty="0">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5BF946E5-AA94-5BA2-C80A-C40AB6D64BBB}"/>
              </a:ext>
            </a:extLst>
          </p:cNvPr>
          <p:cNvSpPr txBox="1"/>
          <p:nvPr/>
        </p:nvSpPr>
        <p:spPr>
          <a:xfrm>
            <a:off x="9452342" y="512745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高付加価値工程・技術の囲い込み</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
        <p:nvSpPr>
          <p:cNvPr id="76" name="テキスト ボックス 75">
            <a:extLst>
              <a:ext uri="{FF2B5EF4-FFF2-40B4-BE49-F238E27FC236}">
                <a16:creationId xmlns:a16="http://schemas.microsoft.com/office/drawing/2014/main" id="{D3B2177F-FC9D-230D-BBC4-4D5D439A70D0}"/>
              </a:ext>
            </a:extLst>
          </p:cNvPr>
          <p:cNvSpPr txBox="1"/>
          <p:nvPr/>
        </p:nvSpPr>
        <p:spPr>
          <a:xfrm>
            <a:off x="4075593" y="512745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必要以上の品質基準の高さ</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インドでは前提としている耐用期間や原価構造が異なり、国内基準をそのまま適用すると、オーバースペックでコストも見合わない</a:t>
            </a:r>
            <a:endParaRPr lang="en-US" altLang="ja-JP" sz="1200" dirty="0">
              <a:latin typeface="BIZ UDPゴシック" panose="020B0400000000000000" pitchFamily="50" charset="-128"/>
              <a:ea typeface="BIZ UDPゴシック" panose="020B0400000000000000" pitchFamily="50" charset="-128"/>
            </a:endParaRPr>
          </a:p>
        </p:txBody>
      </p:sp>
      <p:sp>
        <p:nvSpPr>
          <p:cNvPr id="77" name="テキスト ボックス 76">
            <a:extLst>
              <a:ext uri="{FF2B5EF4-FFF2-40B4-BE49-F238E27FC236}">
                <a16:creationId xmlns:a16="http://schemas.microsoft.com/office/drawing/2014/main" id="{046A269E-1609-AB72-4618-43B39CD390D9}"/>
              </a:ext>
            </a:extLst>
          </p:cNvPr>
          <p:cNvSpPr txBox="1"/>
          <p:nvPr/>
        </p:nvSpPr>
        <p:spPr>
          <a:xfrm>
            <a:off x="6763967" y="512745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高付加価値工程・技術の囲い込み</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293042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36C4-4630-8134-D198-36AA0FFA7C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D5680-D280-C7BD-17F7-0C7DDA996970}"/>
              </a:ext>
            </a:extLst>
          </p:cNvPr>
          <p:cNvSpPr>
            <a:spLocks noGrp="1"/>
          </p:cNvSpPr>
          <p:nvPr>
            <p:ph type="title"/>
          </p:nvPr>
        </p:nvSpPr>
        <p:spPr/>
        <p:txBody>
          <a:bodyPr/>
          <a:lstStyle/>
          <a:p>
            <a:r>
              <a:rPr kumimoji="1" lang="ja-JP" altLang="en-US" dirty="0"/>
              <a:t>どのようなインセンティブを選択するか、どのような水準とするか、複数の指標によって評価</a:t>
            </a:r>
          </a:p>
        </p:txBody>
      </p:sp>
      <p:sp>
        <p:nvSpPr>
          <p:cNvPr id="3" name="フッター プレースホルダー 2">
            <a:extLst>
              <a:ext uri="{FF2B5EF4-FFF2-40B4-BE49-F238E27FC236}">
                <a16:creationId xmlns:a16="http://schemas.microsoft.com/office/drawing/2014/main" id="{931B98C8-BE43-6904-67D8-CC66DD32AE1B}"/>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297AD376-4AF8-8F9C-2C2D-E23DA1476A88}"/>
              </a:ext>
            </a:extLst>
          </p:cNvPr>
          <p:cNvSpPr>
            <a:spLocks noGrp="1"/>
          </p:cNvSpPr>
          <p:nvPr>
            <p:ph type="sldNum" sz="quarter" idx="12"/>
          </p:nvPr>
        </p:nvSpPr>
        <p:spPr/>
        <p:txBody>
          <a:bodyPr/>
          <a:lstStyle/>
          <a:p>
            <a:fld id="{DCB5AA93-092B-49A1-87A7-3C88D5F38AD7}" type="slidenum">
              <a:rPr lang="ja-JP" altLang="en-US" smtClean="0"/>
              <a:pPr/>
              <a:t>25</a:t>
            </a:fld>
            <a:endParaRPr lang="ja-JP" altLang="en-US"/>
          </a:p>
        </p:txBody>
      </p:sp>
      <p:sp>
        <p:nvSpPr>
          <p:cNvPr id="5" name="テキスト プレースホルダー 4">
            <a:extLst>
              <a:ext uri="{FF2B5EF4-FFF2-40B4-BE49-F238E27FC236}">
                <a16:creationId xmlns:a16="http://schemas.microsoft.com/office/drawing/2014/main" id="{DDEAB822-4452-9A32-257B-606DC79D381B}"/>
              </a:ext>
            </a:extLst>
          </p:cNvPr>
          <p:cNvSpPr>
            <a:spLocks noGrp="1"/>
          </p:cNvSpPr>
          <p:nvPr>
            <p:ph type="body" sz="quarter" idx="13"/>
          </p:nvPr>
        </p:nvSpPr>
        <p:spPr>
          <a:xfrm>
            <a:off x="0" y="914401"/>
            <a:ext cx="12192000" cy="507074"/>
          </a:xfrm>
        </p:spPr>
        <p:txBody>
          <a:bodyPr/>
          <a:lstStyle/>
          <a:p>
            <a:r>
              <a:rPr kumimoji="1" lang="ja-JP" altLang="en-US" dirty="0"/>
              <a:t>インセンティブを評価するための指標 </a:t>
            </a:r>
            <a:r>
              <a:rPr kumimoji="1" lang="en-US" altLang="ja-JP" dirty="0"/>
              <a:t>(</a:t>
            </a:r>
            <a:r>
              <a:rPr kumimoji="1" lang="ja-JP" altLang="en-US" dirty="0"/>
              <a:t>中東某国における実例</a:t>
            </a:r>
            <a:r>
              <a:rPr kumimoji="1" lang="en-US" altLang="ja-JP" dirty="0"/>
              <a:t>)</a:t>
            </a:r>
          </a:p>
        </p:txBody>
      </p:sp>
      <p:sp>
        <p:nvSpPr>
          <p:cNvPr id="6" name="テキスト ボックス 5">
            <a:extLst>
              <a:ext uri="{FF2B5EF4-FFF2-40B4-BE49-F238E27FC236}">
                <a16:creationId xmlns:a16="http://schemas.microsoft.com/office/drawing/2014/main" id="{5573D388-E70C-1BD4-7438-934151118468}"/>
              </a:ext>
            </a:extLst>
          </p:cNvPr>
          <p:cNvSpPr txBox="1"/>
          <p:nvPr/>
        </p:nvSpPr>
        <p:spPr>
          <a:xfrm>
            <a:off x="454436" y="1822376"/>
            <a:ext cx="1624013" cy="215443"/>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政府</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8D6EDA88-E3DC-9556-47EE-AB9B5311C678}"/>
              </a:ext>
            </a:extLst>
          </p:cNvPr>
          <p:cNvCxnSpPr>
            <a:cxnSpLocks/>
          </p:cNvCxnSpPr>
          <p:nvPr/>
        </p:nvCxnSpPr>
        <p:spPr>
          <a:xfrm>
            <a:off x="454436" y="1732085"/>
            <a:ext cx="8864277"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38E92EC-DED4-8DAA-02FF-5FC93724CAD8}"/>
              </a:ext>
            </a:extLst>
          </p:cNvPr>
          <p:cNvSpPr txBox="1"/>
          <p:nvPr/>
        </p:nvSpPr>
        <p:spPr>
          <a:xfrm>
            <a:off x="454437" y="1516641"/>
            <a:ext cx="1624012"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ステークホルダー</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FF69CA7E-A1BB-2B84-F4F1-36F9989173AE}"/>
              </a:ext>
            </a:extLst>
          </p:cNvPr>
          <p:cNvSpPr txBox="1"/>
          <p:nvPr/>
        </p:nvSpPr>
        <p:spPr>
          <a:xfrm>
            <a:off x="2353932" y="1516640"/>
            <a:ext cx="1134005"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切り口</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83F8507A-966A-EBD5-403D-451699576E98}"/>
              </a:ext>
            </a:extLst>
          </p:cNvPr>
          <p:cNvSpPr txBox="1"/>
          <p:nvPr/>
        </p:nvSpPr>
        <p:spPr>
          <a:xfrm>
            <a:off x="3837830" y="1822376"/>
            <a:ext cx="4315573" cy="430887"/>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インセンティブコストの現在価値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インセンティブコストの名目価値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76C43455-8CB4-9C56-DE49-13C7A028894A}"/>
              </a:ext>
            </a:extLst>
          </p:cNvPr>
          <p:cNvSpPr txBox="1"/>
          <p:nvPr/>
        </p:nvSpPr>
        <p:spPr>
          <a:xfrm>
            <a:off x="2353933" y="182237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政府のコスト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4C2E23AA-132C-CAC9-1C25-6F836F6985FF}"/>
              </a:ext>
            </a:extLst>
          </p:cNvPr>
          <p:cNvSpPr txBox="1"/>
          <p:nvPr/>
        </p:nvSpPr>
        <p:spPr>
          <a:xfrm>
            <a:off x="9806636" y="3202317"/>
            <a:ext cx="1889808" cy="2154436"/>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予測正味現在価値割合への限界効果</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en-US" altLang="ja-JP" sz="1400" dirty="0">
                <a:latin typeface="BIZ UDPゴシック" panose="020B0400000000000000" pitchFamily="50" charset="-128"/>
                <a:ea typeface="BIZ UDPゴシック" panose="020B0400000000000000" pitchFamily="50" charset="-128"/>
              </a:rPr>
              <a:t>=</a:t>
            </a: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株主資本正味現在価値</a:t>
            </a:r>
            <a:endParaRPr kumimoji="1" lang="en-US" altLang="ja-JP" sz="1400" dirty="0">
              <a:latin typeface="BIZ UDPゴシック" panose="020B0400000000000000" pitchFamily="50" charset="-128"/>
              <a:ea typeface="BIZ UDPゴシック" panose="020B0400000000000000" pitchFamily="50" charset="-128"/>
            </a:endParaRPr>
          </a:p>
          <a:p>
            <a:pPr algn="l"/>
            <a:r>
              <a:rPr lang="en-US" altLang="ja-JP" sz="1400" dirty="0">
                <a:latin typeface="BIZ UDPゴシック" panose="020B0400000000000000" pitchFamily="50" charset="-128"/>
                <a:ea typeface="BIZ UDPゴシック" panose="020B0400000000000000" pitchFamily="50" charset="-128"/>
              </a:rPr>
              <a:t>-----------------------</a:t>
            </a:r>
          </a:p>
          <a:p>
            <a:pPr algn="l"/>
            <a:r>
              <a:rPr kumimoji="1" lang="ja-JP" altLang="en-US" sz="1400" dirty="0">
                <a:latin typeface="BIZ UDPゴシック" panose="020B0400000000000000" pitchFamily="50" charset="-128"/>
                <a:ea typeface="BIZ UDPゴシック" panose="020B0400000000000000" pitchFamily="50" charset="-128"/>
              </a:rPr>
              <a:t>インセンティブコストの現在価値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E66FFE2E-E7AA-E981-F467-E1C6B94DABB8}"/>
              </a:ext>
            </a:extLst>
          </p:cNvPr>
          <p:cNvSpPr txBox="1"/>
          <p:nvPr/>
        </p:nvSpPr>
        <p:spPr>
          <a:xfrm>
            <a:off x="3837830" y="1516640"/>
            <a:ext cx="74748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判断指標</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38F69F7B-7A57-CC4E-7D4D-4CB9748C4C1A}"/>
              </a:ext>
            </a:extLst>
          </p:cNvPr>
          <p:cNvSpPr txBox="1"/>
          <p:nvPr/>
        </p:nvSpPr>
        <p:spPr>
          <a:xfrm>
            <a:off x="3837830" y="2350116"/>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投資家への現金流出額の現金価値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75122DD-3618-5800-F3A7-8363F5A46220}"/>
              </a:ext>
            </a:extLst>
          </p:cNvPr>
          <p:cNvSpPr txBox="1"/>
          <p:nvPr/>
        </p:nvSpPr>
        <p:spPr>
          <a:xfrm>
            <a:off x="2353933" y="235011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キャッシュ</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65671134-21F7-CE5B-5B19-FB4A6D60FE2E}"/>
              </a:ext>
            </a:extLst>
          </p:cNvPr>
          <p:cNvSpPr txBox="1"/>
          <p:nvPr/>
        </p:nvSpPr>
        <p:spPr>
          <a:xfrm>
            <a:off x="3837830" y="3094595"/>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インセンティブに対する繰延収益の割合</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繰延インセンティブの現在価値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繰延インセンティブの名目価値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B680871E-379F-B34B-25CD-AC7ED36B7F80}"/>
              </a:ext>
            </a:extLst>
          </p:cNvPr>
          <p:cNvSpPr txBox="1"/>
          <p:nvPr/>
        </p:nvSpPr>
        <p:spPr>
          <a:xfrm>
            <a:off x="2353933" y="3094595"/>
            <a:ext cx="1134005"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繰延収益</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47E184C9-8DF6-445B-C132-08FF80893051}"/>
              </a:ext>
            </a:extLst>
          </p:cNvPr>
          <p:cNvSpPr txBox="1"/>
          <p:nvPr/>
        </p:nvSpPr>
        <p:spPr>
          <a:xfrm>
            <a:off x="3837830" y="3839074"/>
            <a:ext cx="4315573" cy="215444"/>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オペレーション開始前のインセンティブ割合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9BE19176-E18F-147A-740E-8D7CC44C0E32}"/>
              </a:ext>
            </a:extLst>
          </p:cNvPr>
          <p:cNvSpPr txBox="1"/>
          <p:nvPr/>
        </p:nvSpPr>
        <p:spPr>
          <a:xfrm>
            <a:off x="2353933" y="3839074"/>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タイミング</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D7602040-2D53-6587-A2A5-F4ED1C608A96}"/>
              </a:ext>
            </a:extLst>
          </p:cNvPr>
          <p:cNvSpPr txBox="1"/>
          <p:nvPr/>
        </p:nvSpPr>
        <p:spPr>
          <a:xfrm>
            <a:off x="454436" y="4312653"/>
            <a:ext cx="1624013" cy="215443"/>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投資家</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57D8570D-9183-9C18-47B7-85BA10D00A9E}"/>
              </a:ext>
            </a:extLst>
          </p:cNvPr>
          <p:cNvSpPr txBox="1"/>
          <p:nvPr/>
        </p:nvSpPr>
        <p:spPr>
          <a:xfrm>
            <a:off x="3837830" y="4312653"/>
            <a:ext cx="4315573" cy="861774"/>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プロジェクトの内部収益率</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株主資本の内部収益率</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プロジェクト正味収益率</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株主資本正味現在価値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50775631-5DE2-920B-7B71-310AEF910DA6}"/>
              </a:ext>
            </a:extLst>
          </p:cNvPr>
          <p:cNvSpPr txBox="1"/>
          <p:nvPr/>
        </p:nvSpPr>
        <p:spPr>
          <a:xfrm>
            <a:off x="2353933" y="4312653"/>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収益性</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42" name="直線コネクタ 41">
            <a:extLst>
              <a:ext uri="{FF2B5EF4-FFF2-40B4-BE49-F238E27FC236}">
                <a16:creationId xmlns:a16="http://schemas.microsoft.com/office/drawing/2014/main" id="{86A405B5-E85A-6863-A54D-9CE18BA6CF69}"/>
              </a:ext>
            </a:extLst>
          </p:cNvPr>
          <p:cNvCxnSpPr>
            <a:cxnSpLocks/>
          </p:cNvCxnSpPr>
          <p:nvPr/>
        </p:nvCxnSpPr>
        <p:spPr>
          <a:xfrm>
            <a:off x="407988" y="4226258"/>
            <a:ext cx="8910725"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94025BFC-BFA8-7D4C-E5B5-9E3F34E33B93}"/>
              </a:ext>
            </a:extLst>
          </p:cNvPr>
          <p:cNvCxnSpPr>
            <a:cxnSpLocks/>
          </p:cNvCxnSpPr>
          <p:nvPr/>
        </p:nvCxnSpPr>
        <p:spPr>
          <a:xfrm flipV="1">
            <a:off x="9481354" y="1857238"/>
            <a:ext cx="0" cy="427216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0" name="グループ化 49">
            <a:extLst>
              <a:ext uri="{FF2B5EF4-FFF2-40B4-BE49-F238E27FC236}">
                <a16:creationId xmlns:a16="http://schemas.microsoft.com/office/drawing/2014/main" id="{D2C8E7A4-5E27-DFFE-DBA0-1B6628CE6CD1}"/>
              </a:ext>
            </a:extLst>
          </p:cNvPr>
          <p:cNvGrpSpPr/>
          <p:nvPr/>
        </p:nvGrpSpPr>
        <p:grpSpPr>
          <a:xfrm>
            <a:off x="9318713" y="3839613"/>
            <a:ext cx="325282" cy="310112"/>
            <a:chOff x="9855582" y="1257300"/>
            <a:chExt cx="325282" cy="310112"/>
          </a:xfrm>
        </p:grpSpPr>
        <p:sp>
          <p:nvSpPr>
            <p:cNvPr id="51" name="楕円 50">
              <a:extLst>
                <a:ext uri="{FF2B5EF4-FFF2-40B4-BE49-F238E27FC236}">
                  <a16:creationId xmlns:a16="http://schemas.microsoft.com/office/drawing/2014/main" id="{DB5E6DFE-BE95-A172-FB20-7DE607B333C3}"/>
                </a:ext>
              </a:extLst>
            </p:cNvPr>
            <p:cNvSpPr/>
            <p:nvPr/>
          </p:nvSpPr>
          <p:spPr>
            <a:xfrm>
              <a:off x="9855582" y="125730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C1F1DB4-2B28-82FE-55A2-DD033A68AFF9}"/>
                </a:ext>
              </a:extLst>
            </p:cNvPr>
            <p:cNvSpPr txBox="1"/>
            <p:nvPr/>
          </p:nvSpPr>
          <p:spPr>
            <a:xfrm>
              <a:off x="9946088" y="1322065"/>
              <a:ext cx="150682" cy="215444"/>
            </a:xfrm>
            <a:prstGeom prst="rect">
              <a:avLst/>
            </a:prstGeom>
            <a:noFill/>
          </p:spPr>
          <p:txBody>
            <a:bodyPr wrap="none" lIns="0" tIns="0" rIns="0" bIns="0" rtlCol="0" anchor="t" anchorCtr="0">
              <a:spAutoFit/>
            </a:bodyPr>
            <a:lstStyle/>
            <a:p>
              <a:pPr algn="l"/>
              <a:r>
                <a:rPr kumimoji="1" lang="en-US" altLang="ja-JP" sz="1400">
                  <a:solidFill>
                    <a:schemeClr val="bg1">
                      <a:lumMod val="50000"/>
                    </a:schemeClr>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endParaRPr>
            </a:p>
          </p:txBody>
        </p:sp>
      </p:grpSp>
      <p:sp>
        <p:nvSpPr>
          <p:cNvPr id="57" name="テキスト ボックス 56">
            <a:extLst>
              <a:ext uri="{FF2B5EF4-FFF2-40B4-BE49-F238E27FC236}">
                <a16:creationId xmlns:a16="http://schemas.microsoft.com/office/drawing/2014/main" id="{A14C6690-E960-9B47-0631-0D1E02B6044B}"/>
              </a:ext>
            </a:extLst>
          </p:cNvPr>
          <p:cNvSpPr txBox="1"/>
          <p:nvPr/>
        </p:nvSpPr>
        <p:spPr>
          <a:xfrm>
            <a:off x="3837830" y="5329846"/>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投資家への現金流出額の現金価値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58" name="テキスト ボックス 57">
            <a:extLst>
              <a:ext uri="{FF2B5EF4-FFF2-40B4-BE49-F238E27FC236}">
                <a16:creationId xmlns:a16="http://schemas.microsoft.com/office/drawing/2014/main" id="{8731144E-12D3-2F69-A0BF-15583FE3831F}"/>
              </a:ext>
            </a:extLst>
          </p:cNvPr>
          <p:cNvSpPr txBox="1"/>
          <p:nvPr/>
        </p:nvSpPr>
        <p:spPr>
          <a:xfrm>
            <a:off x="2353933" y="532984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キャッシュ</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45808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09FD31-77B2-6763-424E-61B9702303BD}"/>
              </a:ext>
            </a:extLst>
          </p:cNvPr>
          <p:cNvSpPr>
            <a:spLocks noGrp="1"/>
          </p:cNvSpPr>
          <p:nvPr>
            <p:ph type="title"/>
          </p:nvPr>
        </p:nvSpPr>
        <p:spPr/>
        <p:txBody>
          <a:bodyPr/>
          <a:lstStyle/>
          <a:p>
            <a:r>
              <a:rPr kumimoji="1" lang="ja-JP" altLang="en-US" dirty="0"/>
              <a:t>心理的安全性を作るリーダーの具体的行動</a:t>
            </a:r>
          </a:p>
        </p:txBody>
      </p:sp>
      <p:sp>
        <p:nvSpPr>
          <p:cNvPr id="3" name="フッター プレースホルダー 2">
            <a:extLst>
              <a:ext uri="{FF2B5EF4-FFF2-40B4-BE49-F238E27FC236}">
                <a16:creationId xmlns:a16="http://schemas.microsoft.com/office/drawing/2014/main" id="{A718D626-540F-FA6E-F6F2-87078624197A}"/>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571D651E-1E8E-0FC0-5C51-7510C713E1E4}"/>
              </a:ext>
            </a:extLst>
          </p:cNvPr>
          <p:cNvSpPr>
            <a:spLocks noGrp="1"/>
          </p:cNvSpPr>
          <p:nvPr>
            <p:ph type="sldNum" sz="quarter" idx="12"/>
          </p:nvPr>
        </p:nvSpPr>
        <p:spPr/>
        <p:txBody>
          <a:bodyPr/>
          <a:lstStyle/>
          <a:p>
            <a:fld id="{DCB5AA93-092B-49A1-87A7-3C88D5F38AD7}" type="slidenum">
              <a:rPr lang="ja-JP" altLang="en-US" smtClean="0"/>
              <a:pPr/>
              <a:t>26</a:t>
            </a:fld>
            <a:endParaRPr lang="ja-JP" altLang="en-US"/>
          </a:p>
        </p:txBody>
      </p:sp>
      <p:sp>
        <p:nvSpPr>
          <p:cNvPr id="5" name="テキスト プレースホルダー 4">
            <a:extLst>
              <a:ext uri="{FF2B5EF4-FFF2-40B4-BE49-F238E27FC236}">
                <a16:creationId xmlns:a16="http://schemas.microsoft.com/office/drawing/2014/main" id="{8BA0DB98-191F-C9D1-E90A-FECE7612FCC4}"/>
              </a:ext>
            </a:extLst>
          </p:cNvPr>
          <p:cNvSpPr>
            <a:spLocks noGrp="1"/>
          </p:cNvSpPr>
          <p:nvPr>
            <p:ph type="body" sz="quarter" idx="13"/>
          </p:nvPr>
        </p:nvSpPr>
        <p:spPr/>
        <p:txBody>
          <a:bodyPr>
            <a:normAutofit fontScale="92500" lnSpcReduction="20000"/>
          </a:bodyPr>
          <a:lstStyle/>
          <a:p>
            <a:r>
              <a:rPr kumimoji="1" lang="ja-JP" altLang="en-US" dirty="0"/>
              <a:t>チームのためにリスクある発言や挑戦をしても、責めたりバカにしたりしない」とチームメンバーが信じられる状態のこと</a:t>
            </a:r>
          </a:p>
        </p:txBody>
      </p:sp>
      <p:sp>
        <p:nvSpPr>
          <p:cNvPr id="6" name="正方形/長方形 5">
            <a:extLst>
              <a:ext uri="{FF2B5EF4-FFF2-40B4-BE49-F238E27FC236}">
                <a16:creationId xmlns:a16="http://schemas.microsoft.com/office/drawing/2014/main" id="{DB4E40DB-441F-E6CE-760D-E237B9A7EDB9}"/>
              </a:ext>
            </a:extLst>
          </p:cNvPr>
          <p:cNvSpPr/>
          <p:nvPr/>
        </p:nvSpPr>
        <p:spPr>
          <a:xfrm>
            <a:off x="407989" y="1765366"/>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完璧な上司をやめる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68288"/>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弱みを開示 </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kumimoji="1" lang="ja-JP" altLang="en-US" sz="1400" dirty="0" err="1">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339B888D-1514-2D14-73C4-83359BFEB67D}"/>
              </a:ext>
            </a:extLst>
          </p:cNvPr>
          <p:cNvSpPr/>
          <p:nvPr/>
        </p:nvSpPr>
        <p:spPr>
          <a:xfrm>
            <a:off x="407988" y="3064317"/>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2"/>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問題を「懸念」に変えるだけ</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68288"/>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発言ハードルを下げる質問 </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kumimoji="1" lang="ja-JP" altLang="en-US" sz="1400" dirty="0" err="1">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0A92E074-9EF2-D990-ACC5-76447C710767}"/>
              </a:ext>
            </a:extLst>
          </p:cNvPr>
          <p:cNvSpPr/>
          <p:nvPr/>
        </p:nvSpPr>
        <p:spPr>
          <a:xfrm>
            <a:off x="407988" y="4155650"/>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3"/>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反論は</a:t>
            </a:r>
            <a:r>
              <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NG</a:t>
            </a: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「なるほど」からはじめる</a:t>
            </a:r>
          </a:p>
        </p:txBody>
      </p:sp>
      <p:sp>
        <p:nvSpPr>
          <p:cNvPr id="9" name="正方形/長方形 8">
            <a:extLst>
              <a:ext uri="{FF2B5EF4-FFF2-40B4-BE49-F238E27FC236}">
                <a16:creationId xmlns:a16="http://schemas.microsoft.com/office/drawing/2014/main" id="{C4703769-18DA-4DB9-B44B-CBDD7A1DF261}"/>
              </a:ext>
            </a:extLst>
          </p:cNvPr>
          <p:cNvSpPr/>
          <p:nvPr/>
        </p:nvSpPr>
        <p:spPr>
          <a:xfrm>
            <a:off x="407988" y="5321604"/>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4"/>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失敗を責めない．挑戦を称える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B97A8E41-A460-91A4-E6B2-CB357C36125A}"/>
              </a:ext>
            </a:extLst>
          </p:cNvPr>
          <p:cNvSpPr txBox="1"/>
          <p:nvPr/>
        </p:nvSpPr>
        <p:spPr>
          <a:xfrm>
            <a:off x="3499943" y="1760717"/>
            <a:ext cx="8347842" cy="738664"/>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「完璧な上司」の前では、部下は完璧な報告しかしない。ミスを隠し、問題を共有しなくなる。</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まずはリーダーが自ら、自分の失敗談や弱みを具体的に話すことから始める。「先週のプレゼン、あそこで言葉に詰まっちゃってさ」「○○の件、完全に俺の判断ミスだった。申し訳ない」</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上司が先に腹を見せることで、部下も「この人には本音を話しても大丈夫だ」という安心感を得る。</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0B76EC0F-BC06-641D-FD4F-25C7B6A7D19A}"/>
              </a:ext>
            </a:extLst>
          </p:cNvPr>
          <p:cNvSpPr txBox="1"/>
          <p:nvPr/>
        </p:nvSpPr>
        <p:spPr>
          <a:xfrm>
            <a:off x="3499944" y="2967335"/>
            <a:ext cx="8284068"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部下は上司が思う以上に「こんな些細な事、言っていいのだろうか</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」と躊躇している。発言の心理的ハードルを極限まで下げることが重要</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NG</a:t>
            </a:r>
            <a:r>
              <a:rPr lang="ja-JP" altLang="en-US" sz="1200" dirty="0">
                <a:latin typeface="BIZ UDPゴシック" panose="020B0400000000000000" pitchFamily="50" charset="-128"/>
                <a:ea typeface="BIZ UDPゴシック" panose="020B0400000000000000" pitchFamily="50" charset="-128"/>
              </a:rPr>
              <a:t>ワード：「何か問題ある？」 → おおごとに聞こえ、報告をためらわせてしまう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OK</a:t>
            </a:r>
            <a:r>
              <a:rPr kumimoji="1" lang="ja-JP" altLang="en-US" sz="1200" dirty="0">
                <a:latin typeface="BIZ UDPゴシック" panose="020B0400000000000000" pitchFamily="50" charset="-128"/>
                <a:ea typeface="BIZ UDPゴシック" panose="020B0400000000000000" pitchFamily="50" charset="-128"/>
              </a:rPr>
              <a:t>ワード：「何か懸念ある？」「ちょっと気になってることない？」「やってて違和感ある部分とか」 → 些細なことでも話してよいというメッセージになる</a:t>
            </a:r>
          </a:p>
        </p:txBody>
      </p:sp>
      <p:sp>
        <p:nvSpPr>
          <p:cNvPr id="12" name="テキスト ボックス 11">
            <a:extLst>
              <a:ext uri="{FF2B5EF4-FFF2-40B4-BE49-F238E27FC236}">
                <a16:creationId xmlns:a16="http://schemas.microsoft.com/office/drawing/2014/main" id="{0B58983C-C73E-1F38-6303-D6B040DDFB22}"/>
              </a:ext>
            </a:extLst>
          </p:cNvPr>
          <p:cNvSpPr txBox="1"/>
          <p:nvPr/>
        </p:nvSpPr>
        <p:spPr>
          <a:xfrm>
            <a:off x="3499944" y="4243334"/>
            <a:ext cx="8284068" cy="553998"/>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どんな的外れに見える意見でも、頭ごなしに否定するのは最悪。「</a:t>
            </a:r>
            <a:r>
              <a:rPr lang="ja-JP" altLang="en-US" sz="1200" dirty="0">
                <a:latin typeface="BIZ UDPゴシック" panose="020B0400000000000000" pitchFamily="50" charset="-128"/>
                <a:ea typeface="BIZ UDPゴシック" panose="020B0400000000000000" pitchFamily="50" charset="-128"/>
              </a:rPr>
              <a:t>発言すると損をする」と部下に学習させてしまう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鉄則は、どんな意見もまず「承認」から入ること。「なるほど、視点があるんだね。話してくれてありがとう」「面白い意見だね。もう少し詳しく教えてくれる？」自分の意見を言うのはそのあと。</a:t>
            </a:r>
          </a:p>
        </p:txBody>
      </p:sp>
      <p:sp>
        <p:nvSpPr>
          <p:cNvPr id="13" name="テキスト ボックス 12">
            <a:extLst>
              <a:ext uri="{FF2B5EF4-FFF2-40B4-BE49-F238E27FC236}">
                <a16:creationId xmlns:a16="http://schemas.microsoft.com/office/drawing/2014/main" id="{47DE5F90-73DE-7854-E43A-5C94855DF276}"/>
              </a:ext>
            </a:extLst>
          </p:cNvPr>
          <p:cNvSpPr txBox="1"/>
          <p:nvPr/>
        </p:nvSpPr>
        <p:spPr>
          <a:xfrm>
            <a:off x="3499943" y="5224622"/>
            <a:ext cx="8284067"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心理的安全性の本質は「対人関係リスク</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無知だと思われる、無能だと思われるなど</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を取れる」こと。つまり安心して挑戦と失敗ができる状態</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部下が新しい挑戦をしたら、結果がどうであれ、まず「ナイスチャレンジ」と行動そのものを称賛する。失敗した場合は、犯人探しではなく原因究明と学びの抽出にフォーカスする。「この失敗から、ぼくたちは何を学べるかな？」「次やるとしたら、どうすればもっと上手くできそう？」この問いかけが重要</a:t>
            </a:r>
            <a:endParaRPr kumimoji="1" lang="ja-JP" altLang="en-US"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11104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89A3-F991-9ABB-BC33-FC8A84C327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EB6A1E-5E70-A5E4-B612-FE05310241E6}"/>
              </a:ext>
            </a:extLst>
          </p:cNvPr>
          <p:cNvSpPr>
            <a:spLocks noGrp="1"/>
          </p:cNvSpPr>
          <p:nvPr>
            <p:ph type="title"/>
          </p:nvPr>
        </p:nvSpPr>
        <p:spPr/>
        <p:txBody>
          <a:bodyPr/>
          <a:lstStyle/>
          <a:p>
            <a:r>
              <a:rPr lang="ja-JP" altLang="en-US" dirty="0"/>
              <a:t>データ越境のヒアリング調査対象企業</a:t>
            </a:r>
            <a:endParaRPr kumimoji="1" lang="ja-JP" altLang="en-US" dirty="0"/>
          </a:p>
        </p:txBody>
      </p:sp>
      <p:sp>
        <p:nvSpPr>
          <p:cNvPr id="3" name="フッター プレースホルダー 2">
            <a:extLst>
              <a:ext uri="{FF2B5EF4-FFF2-40B4-BE49-F238E27FC236}">
                <a16:creationId xmlns:a16="http://schemas.microsoft.com/office/drawing/2014/main" id="{739CFECD-2075-469A-2ED8-3F36DCAA7611}"/>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A686E97D-5778-6D51-E732-97AC818534F2}"/>
              </a:ext>
            </a:extLst>
          </p:cNvPr>
          <p:cNvSpPr>
            <a:spLocks noGrp="1"/>
          </p:cNvSpPr>
          <p:nvPr>
            <p:ph type="sldNum" sz="quarter" idx="12"/>
          </p:nvPr>
        </p:nvSpPr>
        <p:spPr/>
        <p:txBody>
          <a:bodyPr/>
          <a:lstStyle/>
          <a:p>
            <a:fld id="{DCB5AA93-092B-49A1-87A7-3C88D5F38AD7}" type="slidenum">
              <a:rPr lang="ja-JP" altLang="en-US" smtClean="0"/>
              <a:pPr/>
              <a:t>27</a:t>
            </a:fld>
            <a:endParaRPr lang="ja-JP" altLang="en-US"/>
          </a:p>
        </p:txBody>
      </p:sp>
      <p:cxnSp>
        <p:nvCxnSpPr>
          <p:cNvPr id="16" name="直線コネクタ 15">
            <a:extLst>
              <a:ext uri="{FF2B5EF4-FFF2-40B4-BE49-F238E27FC236}">
                <a16:creationId xmlns:a16="http://schemas.microsoft.com/office/drawing/2014/main" id="{8C87CD25-D26A-E5B8-4DEB-2A9731C875F3}"/>
              </a:ext>
              <a:ext uri="{C183D7F6-B498-43B3-948B-1728B52AA6E4}">
                <adec:decorative xmlns:adec="http://schemas.microsoft.com/office/drawing/2017/decorative" val="1"/>
              </a:ext>
            </a:extLst>
          </p:cNvPr>
          <p:cNvCxnSpPr>
            <a:cxnSpLocks/>
          </p:cNvCxnSpPr>
          <p:nvPr/>
        </p:nvCxnSpPr>
        <p:spPr>
          <a:xfrm flipV="1">
            <a:off x="3908122" y="1367551"/>
            <a:ext cx="7875894" cy="2652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E2FE8C80-4779-81A4-B940-78D604C63329}"/>
              </a:ext>
            </a:extLst>
          </p:cNvPr>
          <p:cNvSpPr txBox="1"/>
          <p:nvPr/>
        </p:nvSpPr>
        <p:spPr>
          <a:xfrm>
            <a:off x="4075593" y="1182885"/>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事業運営</a:t>
            </a:r>
            <a:endParaRPr lang="en-US" altLang="ja-JP" sz="1200" b="1"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DE26EF9F-3C56-E0BF-2AD5-AA63AE87B72C}"/>
              </a:ext>
            </a:extLst>
          </p:cNvPr>
          <p:cNvSpPr txBox="1"/>
          <p:nvPr/>
        </p:nvSpPr>
        <p:spPr>
          <a:xfrm>
            <a:off x="1387218" y="1589225"/>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r>
              <a:rPr lang="ja-JP" altLang="en-US" sz="1200" dirty="0">
                <a:solidFill>
                  <a:schemeClr val="accent1"/>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B4551655-4CA0-918E-12DD-9260EC4F0931}"/>
              </a:ext>
            </a:extLst>
          </p:cNvPr>
          <p:cNvSpPr txBox="1"/>
          <p:nvPr/>
        </p:nvSpPr>
        <p:spPr>
          <a:xfrm>
            <a:off x="4075593"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DF8EBE3E-7953-5CDA-33ED-012D9030D144}"/>
              </a:ext>
            </a:extLst>
          </p:cNvPr>
          <p:cNvSpPr txBox="1"/>
          <p:nvPr/>
        </p:nvSpPr>
        <p:spPr>
          <a:xfrm>
            <a:off x="1387218" y="3051496"/>
            <a:ext cx="2520904"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日本市場における売上拡大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1E0C932D-EBB6-79FE-A59F-BEE7CAD9D7EA}"/>
              </a:ext>
            </a:extLst>
          </p:cNvPr>
          <p:cNvSpPr txBox="1"/>
          <p:nvPr/>
        </p:nvSpPr>
        <p:spPr>
          <a:xfrm>
            <a:off x="4075593"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4B56362C-AC59-2D81-0615-2275142A566E}"/>
              </a:ext>
            </a:extLst>
          </p:cNvPr>
          <p:cNvCxnSpPr>
            <a:cxnSpLocks/>
          </p:cNvCxnSpPr>
          <p:nvPr/>
        </p:nvCxnSpPr>
        <p:spPr>
          <a:xfrm>
            <a:off x="282469" y="2913315"/>
            <a:ext cx="11501547" cy="9339"/>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9C6C79CF-EB5E-DF11-3E25-39E6CDFFADE6}"/>
              </a:ext>
            </a:extLst>
          </p:cNvPr>
          <p:cNvSpPr/>
          <p:nvPr/>
        </p:nvSpPr>
        <p:spPr>
          <a:xfrm>
            <a:off x="282470" y="1589225"/>
            <a:ext cx="565427" cy="123570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欧州型</a:t>
            </a:r>
          </a:p>
        </p:txBody>
      </p:sp>
      <p:sp>
        <p:nvSpPr>
          <p:cNvPr id="7" name="正方形/長方形 6">
            <a:extLst>
              <a:ext uri="{FF2B5EF4-FFF2-40B4-BE49-F238E27FC236}">
                <a16:creationId xmlns:a16="http://schemas.microsoft.com/office/drawing/2014/main" id="{5F8F725F-F826-0282-F6D5-3817732DFCEC}"/>
              </a:ext>
            </a:extLst>
          </p:cNvPr>
          <p:cNvSpPr/>
          <p:nvPr/>
        </p:nvSpPr>
        <p:spPr>
          <a:xfrm>
            <a:off x="282470" y="3028763"/>
            <a:ext cx="565427" cy="38503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中国型</a:t>
            </a:r>
          </a:p>
        </p:txBody>
      </p:sp>
      <p:sp>
        <p:nvSpPr>
          <p:cNvPr id="9" name="テキスト ボックス 8">
            <a:extLst>
              <a:ext uri="{FF2B5EF4-FFF2-40B4-BE49-F238E27FC236}">
                <a16:creationId xmlns:a16="http://schemas.microsoft.com/office/drawing/2014/main" id="{5AC9C7A5-6D9A-0DE9-D235-AC2FE4CCE58C}"/>
              </a:ext>
            </a:extLst>
          </p:cNvPr>
          <p:cNvSpPr txBox="1"/>
          <p:nvPr/>
        </p:nvSpPr>
        <p:spPr>
          <a:xfrm>
            <a:off x="1387218" y="2295585"/>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563886D-C198-17A9-457D-5F1664E0B468}"/>
              </a:ext>
            </a:extLst>
          </p:cNvPr>
          <p:cNvSpPr txBox="1"/>
          <p:nvPr/>
        </p:nvSpPr>
        <p:spPr>
          <a:xfrm>
            <a:off x="1387218" y="2634568"/>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米国</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4760FB55-4F00-42C0-4417-064067DE3868}"/>
              </a:ext>
            </a:extLst>
          </p:cNvPr>
          <p:cNvSpPr txBox="1"/>
          <p:nvPr/>
        </p:nvSpPr>
        <p:spPr>
          <a:xfrm>
            <a:off x="4075593"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14" name="テキスト ボックス 13">
            <a:extLst>
              <a:ext uri="{FF2B5EF4-FFF2-40B4-BE49-F238E27FC236}">
                <a16:creationId xmlns:a16="http://schemas.microsoft.com/office/drawing/2014/main" id="{71690C88-7756-B28E-2FF6-948E2830D718}"/>
              </a:ext>
            </a:extLst>
          </p:cNvPr>
          <p:cNvSpPr txBox="1"/>
          <p:nvPr/>
        </p:nvSpPr>
        <p:spPr>
          <a:xfrm>
            <a:off x="6763967" y="1198274"/>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研究開発</a:t>
            </a:r>
            <a:endParaRPr lang="en-US" altLang="ja-JP" sz="12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CFF28AFA-2BB0-6413-1FBD-034EC57CF9C1}"/>
              </a:ext>
            </a:extLst>
          </p:cNvPr>
          <p:cNvSpPr txBox="1"/>
          <p:nvPr/>
        </p:nvSpPr>
        <p:spPr>
          <a:xfrm>
            <a:off x="9452341" y="1190580"/>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社内運営</a:t>
            </a:r>
            <a:endParaRPr lang="en-US" altLang="ja-JP" sz="1200" b="1" dirty="0">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14D2CD78-84FA-2B1B-C24F-B9CC760212AF}"/>
              </a:ext>
            </a:extLst>
          </p:cNvPr>
          <p:cNvCxnSpPr>
            <a:cxnSpLocks/>
          </p:cNvCxnSpPr>
          <p:nvPr/>
        </p:nvCxnSpPr>
        <p:spPr>
          <a:xfrm>
            <a:off x="1387218" y="2173241"/>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88D60FF3-7D78-835F-EFBF-51A5B017F521}"/>
              </a:ext>
            </a:extLst>
          </p:cNvPr>
          <p:cNvCxnSpPr>
            <a:cxnSpLocks/>
          </p:cNvCxnSpPr>
          <p:nvPr/>
        </p:nvCxnSpPr>
        <p:spPr>
          <a:xfrm>
            <a:off x="1387218" y="2564086"/>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9AE87FD6-B478-E1FD-8CF8-9BB6ECC72B78}"/>
              </a:ext>
            </a:extLst>
          </p:cNvPr>
          <p:cNvCxnSpPr>
            <a:cxnSpLocks/>
          </p:cNvCxnSpPr>
          <p:nvPr/>
        </p:nvCxnSpPr>
        <p:spPr>
          <a:xfrm flipV="1">
            <a:off x="282469" y="3553987"/>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7BB15B3A-B4FE-A36C-A92E-52383B3902E2}"/>
              </a:ext>
            </a:extLst>
          </p:cNvPr>
          <p:cNvSpPr txBox="1"/>
          <p:nvPr/>
        </p:nvSpPr>
        <p:spPr>
          <a:xfrm>
            <a:off x="1387218" y="3760758"/>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r>
              <a:rPr lang="ja-JP" altLang="en-US" sz="1200" dirty="0">
                <a:solidFill>
                  <a:schemeClr val="accent1"/>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433C612B-4CB9-6CC6-462D-369A3AD1E228}"/>
              </a:ext>
            </a:extLst>
          </p:cNvPr>
          <p:cNvSpPr txBox="1"/>
          <p:nvPr/>
        </p:nvSpPr>
        <p:spPr>
          <a:xfrm>
            <a:off x="4075593"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33" name="直線コネクタ 32">
            <a:extLst>
              <a:ext uri="{FF2B5EF4-FFF2-40B4-BE49-F238E27FC236}">
                <a16:creationId xmlns:a16="http://schemas.microsoft.com/office/drawing/2014/main" id="{2DE073EB-1A85-2898-7F4F-04C9CC24ADB3}"/>
              </a:ext>
            </a:extLst>
          </p:cNvPr>
          <p:cNvCxnSpPr>
            <a:cxnSpLocks/>
          </p:cNvCxnSpPr>
          <p:nvPr/>
        </p:nvCxnSpPr>
        <p:spPr>
          <a:xfrm>
            <a:off x="1387218" y="4344774"/>
            <a:ext cx="10317102" cy="24431"/>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5E3E0931-9A66-4A71-0613-53F9193F938C}"/>
              </a:ext>
            </a:extLst>
          </p:cNvPr>
          <p:cNvCxnSpPr>
            <a:cxnSpLocks/>
          </p:cNvCxnSpPr>
          <p:nvPr/>
        </p:nvCxnSpPr>
        <p:spPr>
          <a:xfrm>
            <a:off x="1387218" y="6974158"/>
            <a:ext cx="9023241" cy="213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5" name="正方形/長方形 44">
            <a:extLst>
              <a:ext uri="{FF2B5EF4-FFF2-40B4-BE49-F238E27FC236}">
                <a16:creationId xmlns:a16="http://schemas.microsoft.com/office/drawing/2014/main" id="{A608D251-F782-1474-5E86-99612C785F7A}"/>
              </a:ext>
            </a:extLst>
          </p:cNvPr>
          <p:cNvSpPr/>
          <p:nvPr/>
        </p:nvSpPr>
        <p:spPr>
          <a:xfrm>
            <a:off x="282470" y="3760758"/>
            <a:ext cx="565427" cy="93329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米国型</a:t>
            </a:r>
          </a:p>
        </p:txBody>
      </p:sp>
      <p:sp>
        <p:nvSpPr>
          <p:cNvPr id="49" name="テキスト ボックス 48">
            <a:extLst>
              <a:ext uri="{FF2B5EF4-FFF2-40B4-BE49-F238E27FC236}">
                <a16:creationId xmlns:a16="http://schemas.microsoft.com/office/drawing/2014/main" id="{A19892BA-DFC6-2901-3182-1AE72BA9AECC}"/>
              </a:ext>
            </a:extLst>
          </p:cNvPr>
          <p:cNvSpPr txBox="1"/>
          <p:nvPr/>
        </p:nvSpPr>
        <p:spPr>
          <a:xfrm>
            <a:off x="4075593"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C2BE4271-9012-609E-1F8D-CD451B65D52D}"/>
              </a:ext>
            </a:extLst>
          </p:cNvPr>
          <p:cNvSpPr txBox="1"/>
          <p:nvPr/>
        </p:nvSpPr>
        <p:spPr>
          <a:xfrm>
            <a:off x="1387218" y="4509391"/>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74" name="テキスト ボックス 73">
            <a:extLst>
              <a:ext uri="{FF2B5EF4-FFF2-40B4-BE49-F238E27FC236}">
                <a16:creationId xmlns:a16="http://schemas.microsoft.com/office/drawing/2014/main" id="{E7674631-33D6-1674-BD4A-36AE8FA07109}"/>
              </a:ext>
            </a:extLst>
          </p:cNvPr>
          <p:cNvSpPr txBox="1"/>
          <p:nvPr/>
        </p:nvSpPr>
        <p:spPr>
          <a:xfrm>
            <a:off x="6763967"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制約会社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自動車部品メーカー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78" name="テキスト ボックス 77">
            <a:extLst>
              <a:ext uri="{FF2B5EF4-FFF2-40B4-BE49-F238E27FC236}">
                <a16:creationId xmlns:a16="http://schemas.microsoft.com/office/drawing/2014/main" id="{49CC585F-9EA1-F2B3-23B6-FDBA964D49F2}"/>
              </a:ext>
            </a:extLst>
          </p:cNvPr>
          <p:cNvSpPr txBox="1"/>
          <p:nvPr/>
        </p:nvSpPr>
        <p:spPr>
          <a:xfrm>
            <a:off x="6763967"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79" name="テキスト ボックス 78">
            <a:extLst>
              <a:ext uri="{FF2B5EF4-FFF2-40B4-BE49-F238E27FC236}">
                <a16:creationId xmlns:a16="http://schemas.microsoft.com/office/drawing/2014/main" id="{A919B137-0ED2-C3A2-77B3-B5D1DD51F08F}"/>
              </a:ext>
            </a:extLst>
          </p:cNvPr>
          <p:cNvSpPr txBox="1"/>
          <p:nvPr/>
        </p:nvSpPr>
        <p:spPr>
          <a:xfrm>
            <a:off x="6763967"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80" name="テキスト ボックス 79">
            <a:extLst>
              <a:ext uri="{FF2B5EF4-FFF2-40B4-BE49-F238E27FC236}">
                <a16:creationId xmlns:a16="http://schemas.microsoft.com/office/drawing/2014/main" id="{B39F79AF-30FB-3CAC-4573-47B298B4EBFF}"/>
              </a:ext>
            </a:extLst>
          </p:cNvPr>
          <p:cNvSpPr txBox="1"/>
          <p:nvPr/>
        </p:nvSpPr>
        <p:spPr>
          <a:xfrm>
            <a:off x="6763967"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1" name="テキスト ボックス 80">
            <a:extLst>
              <a:ext uri="{FF2B5EF4-FFF2-40B4-BE49-F238E27FC236}">
                <a16:creationId xmlns:a16="http://schemas.microsoft.com/office/drawing/2014/main" id="{7BA0C8E9-D001-3EF2-16CF-D08DB743D3CC}"/>
              </a:ext>
            </a:extLst>
          </p:cNvPr>
          <p:cNvSpPr txBox="1"/>
          <p:nvPr/>
        </p:nvSpPr>
        <p:spPr>
          <a:xfrm>
            <a:off x="6763967"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7" name="テキスト ボックス 86">
            <a:extLst>
              <a:ext uri="{FF2B5EF4-FFF2-40B4-BE49-F238E27FC236}">
                <a16:creationId xmlns:a16="http://schemas.microsoft.com/office/drawing/2014/main" id="{90440A6F-E80C-3A80-56AA-3BC8FA7BBF1C}"/>
              </a:ext>
            </a:extLst>
          </p:cNvPr>
          <p:cNvSpPr txBox="1"/>
          <p:nvPr/>
        </p:nvSpPr>
        <p:spPr>
          <a:xfrm>
            <a:off x="9452341"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8" name="テキスト ボックス 87">
            <a:extLst>
              <a:ext uri="{FF2B5EF4-FFF2-40B4-BE49-F238E27FC236}">
                <a16:creationId xmlns:a16="http://schemas.microsoft.com/office/drawing/2014/main" id="{3BBC3C96-9B65-3E9B-CEAF-EB7E61AEE8A1}"/>
              </a:ext>
            </a:extLst>
          </p:cNvPr>
          <p:cNvSpPr txBox="1"/>
          <p:nvPr/>
        </p:nvSpPr>
        <p:spPr>
          <a:xfrm>
            <a:off x="9452341"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9" name="テキスト ボックス 88">
            <a:extLst>
              <a:ext uri="{FF2B5EF4-FFF2-40B4-BE49-F238E27FC236}">
                <a16:creationId xmlns:a16="http://schemas.microsoft.com/office/drawing/2014/main" id="{B86C0969-B696-16E1-5F12-AB4521EB7F10}"/>
              </a:ext>
            </a:extLst>
          </p:cNvPr>
          <p:cNvSpPr txBox="1"/>
          <p:nvPr/>
        </p:nvSpPr>
        <p:spPr>
          <a:xfrm>
            <a:off x="9452341"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90" name="テキスト ボックス 89">
            <a:extLst>
              <a:ext uri="{FF2B5EF4-FFF2-40B4-BE49-F238E27FC236}">
                <a16:creationId xmlns:a16="http://schemas.microsoft.com/office/drawing/2014/main" id="{404E9D2D-43F5-5EEA-C839-4DCA578ACB4D}"/>
              </a:ext>
            </a:extLst>
          </p:cNvPr>
          <p:cNvSpPr txBox="1"/>
          <p:nvPr/>
        </p:nvSpPr>
        <p:spPr>
          <a:xfrm>
            <a:off x="9452341"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1" name="テキスト ボックス 90">
            <a:extLst>
              <a:ext uri="{FF2B5EF4-FFF2-40B4-BE49-F238E27FC236}">
                <a16:creationId xmlns:a16="http://schemas.microsoft.com/office/drawing/2014/main" id="{783A24E7-29B6-97EB-4DC6-AAD19B5C5B2A}"/>
              </a:ext>
            </a:extLst>
          </p:cNvPr>
          <p:cNvSpPr txBox="1"/>
          <p:nvPr/>
        </p:nvSpPr>
        <p:spPr>
          <a:xfrm>
            <a:off x="9452341"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2" name="テキスト ボックス 91">
            <a:extLst>
              <a:ext uri="{FF2B5EF4-FFF2-40B4-BE49-F238E27FC236}">
                <a16:creationId xmlns:a16="http://schemas.microsoft.com/office/drawing/2014/main" id="{BC6E63A3-7F92-4692-6D59-327A9B80F11E}"/>
              </a:ext>
            </a:extLst>
          </p:cNvPr>
          <p:cNvSpPr txBox="1"/>
          <p:nvPr/>
        </p:nvSpPr>
        <p:spPr>
          <a:xfrm>
            <a:off x="4075593"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3" name="テキスト ボックス 92">
            <a:extLst>
              <a:ext uri="{FF2B5EF4-FFF2-40B4-BE49-F238E27FC236}">
                <a16:creationId xmlns:a16="http://schemas.microsoft.com/office/drawing/2014/main" id="{F8A75737-4AD4-6DC0-675B-E8B9FD5F7ED0}"/>
              </a:ext>
            </a:extLst>
          </p:cNvPr>
          <p:cNvSpPr txBox="1"/>
          <p:nvPr/>
        </p:nvSpPr>
        <p:spPr>
          <a:xfrm>
            <a:off x="6763967"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94" name="テキスト ボックス 93">
            <a:extLst>
              <a:ext uri="{FF2B5EF4-FFF2-40B4-BE49-F238E27FC236}">
                <a16:creationId xmlns:a16="http://schemas.microsoft.com/office/drawing/2014/main" id="{CC67D7EB-ED63-2068-1CAE-0B299BD65A41}"/>
              </a:ext>
            </a:extLst>
          </p:cNvPr>
          <p:cNvSpPr txBox="1"/>
          <p:nvPr/>
        </p:nvSpPr>
        <p:spPr>
          <a:xfrm>
            <a:off x="9452341"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95" name="直線コネクタ 94">
            <a:extLst>
              <a:ext uri="{FF2B5EF4-FFF2-40B4-BE49-F238E27FC236}">
                <a16:creationId xmlns:a16="http://schemas.microsoft.com/office/drawing/2014/main" id="{24DD1E68-7A25-95E3-37A9-49202318D6CF}"/>
              </a:ext>
            </a:extLst>
          </p:cNvPr>
          <p:cNvCxnSpPr>
            <a:cxnSpLocks/>
          </p:cNvCxnSpPr>
          <p:nvPr/>
        </p:nvCxnSpPr>
        <p:spPr>
          <a:xfrm flipV="1">
            <a:off x="282469" y="4843192"/>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7" name="テキスト ボックス 96">
            <a:extLst>
              <a:ext uri="{FF2B5EF4-FFF2-40B4-BE49-F238E27FC236}">
                <a16:creationId xmlns:a16="http://schemas.microsoft.com/office/drawing/2014/main" id="{987ECEA4-4951-7886-7492-AD2EAB9EEF24}"/>
              </a:ext>
            </a:extLst>
          </p:cNvPr>
          <p:cNvSpPr txBox="1"/>
          <p:nvPr/>
        </p:nvSpPr>
        <p:spPr>
          <a:xfrm>
            <a:off x="4075593" y="5049963"/>
            <a:ext cx="2358458" cy="369332"/>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ネットワーク機器メーカー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クラウドベンダー</a:t>
            </a:r>
            <a:endParaRPr lang="en-US" altLang="ja-JP" sz="1200" dirty="0">
              <a:latin typeface="BIZ UDPゴシック" panose="020B0400000000000000" pitchFamily="50" charset="-128"/>
              <a:ea typeface="BIZ UDPゴシック" panose="020B0400000000000000" pitchFamily="50" charset="-128"/>
            </a:endParaRPr>
          </a:p>
        </p:txBody>
      </p:sp>
      <p:sp>
        <p:nvSpPr>
          <p:cNvPr id="99" name="正方形/長方形 98">
            <a:extLst>
              <a:ext uri="{FF2B5EF4-FFF2-40B4-BE49-F238E27FC236}">
                <a16:creationId xmlns:a16="http://schemas.microsoft.com/office/drawing/2014/main" id="{342DFAC3-6523-88CC-FAEE-F0E385273D26}"/>
              </a:ext>
            </a:extLst>
          </p:cNvPr>
          <p:cNvSpPr/>
          <p:nvPr/>
        </p:nvSpPr>
        <p:spPr>
          <a:xfrm>
            <a:off x="282470" y="5049963"/>
            <a:ext cx="3295736" cy="67109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グローバル統一基準で管理</a:t>
            </a:r>
          </a:p>
        </p:txBody>
      </p:sp>
      <p:sp>
        <p:nvSpPr>
          <p:cNvPr id="102" name="テキスト ボックス 101">
            <a:extLst>
              <a:ext uri="{FF2B5EF4-FFF2-40B4-BE49-F238E27FC236}">
                <a16:creationId xmlns:a16="http://schemas.microsoft.com/office/drawing/2014/main" id="{6C54688A-EA1C-DFB6-5361-2EF77037F3D4}"/>
              </a:ext>
            </a:extLst>
          </p:cNvPr>
          <p:cNvSpPr txBox="1"/>
          <p:nvPr/>
        </p:nvSpPr>
        <p:spPr>
          <a:xfrm>
            <a:off x="6763967" y="504996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104" name="テキスト ボックス 103">
            <a:extLst>
              <a:ext uri="{FF2B5EF4-FFF2-40B4-BE49-F238E27FC236}">
                <a16:creationId xmlns:a16="http://schemas.microsoft.com/office/drawing/2014/main" id="{EABA4D0C-84AC-6490-0965-60AD70DE2E3B}"/>
              </a:ext>
            </a:extLst>
          </p:cNvPr>
          <p:cNvSpPr txBox="1"/>
          <p:nvPr/>
        </p:nvSpPr>
        <p:spPr>
          <a:xfrm>
            <a:off x="9452341" y="504996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59431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666D6-70C3-E07A-35C1-71ABA272A0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7FC298-A966-DE05-AD66-7F387DD56B60}"/>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30CC02AA-7824-F2AA-C592-CCE90C964849}"/>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B5BEFEA2-CBDD-F401-0D2A-3C5A2675D7D2}"/>
              </a:ext>
            </a:extLst>
          </p:cNvPr>
          <p:cNvSpPr>
            <a:spLocks noGrp="1"/>
          </p:cNvSpPr>
          <p:nvPr>
            <p:ph type="sldNum" sz="quarter" idx="12"/>
          </p:nvPr>
        </p:nvSpPr>
        <p:spPr/>
        <p:txBody>
          <a:bodyPr/>
          <a:lstStyle/>
          <a:p>
            <a:fld id="{DCB5AA93-092B-49A1-87A7-3C88D5F38AD7}" type="slidenum">
              <a:rPr lang="ja-JP" altLang="en-US" smtClean="0"/>
              <a:pPr/>
              <a:t>28</a:t>
            </a:fld>
            <a:endParaRPr lang="ja-JP" altLang="en-US" dirty="0"/>
          </a:p>
        </p:txBody>
      </p:sp>
      <p:sp>
        <p:nvSpPr>
          <p:cNvPr id="5" name="テキスト プレースホルダー 4">
            <a:extLst>
              <a:ext uri="{FF2B5EF4-FFF2-40B4-BE49-F238E27FC236}">
                <a16:creationId xmlns:a16="http://schemas.microsoft.com/office/drawing/2014/main" id="{FEFB9F16-27EA-C5C0-0EB0-9B9532D97065}"/>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7" name="テキスト ボックス 6">
            <a:extLst>
              <a:ext uri="{FF2B5EF4-FFF2-40B4-BE49-F238E27FC236}">
                <a16:creationId xmlns:a16="http://schemas.microsoft.com/office/drawing/2014/main" id="{1BC6523A-008C-4FAD-5093-725F8DD7475F}"/>
              </a:ext>
            </a:extLst>
          </p:cNvPr>
          <p:cNvSpPr txBox="1"/>
          <p:nvPr/>
        </p:nvSpPr>
        <p:spPr>
          <a:xfrm>
            <a:off x="568855" y="172116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範囲</a:t>
            </a:r>
          </a:p>
        </p:txBody>
      </p:sp>
      <p:sp>
        <p:nvSpPr>
          <p:cNvPr id="8" name="テキスト ボックス 7">
            <a:extLst>
              <a:ext uri="{FF2B5EF4-FFF2-40B4-BE49-F238E27FC236}">
                <a16:creationId xmlns:a16="http://schemas.microsoft.com/office/drawing/2014/main" id="{495FEBA7-37DF-4308-BC23-F50D436BD9B7}"/>
              </a:ext>
            </a:extLst>
          </p:cNvPr>
          <p:cNvSpPr txBox="1"/>
          <p:nvPr/>
        </p:nvSpPr>
        <p:spPr>
          <a:xfrm>
            <a:off x="2638703" y="1751982"/>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データ集計</a:t>
            </a:r>
          </a:p>
        </p:txBody>
      </p:sp>
      <p:sp>
        <p:nvSpPr>
          <p:cNvPr id="10" name="正方形/長方形 9">
            <a:extLst>
              <a:ext uri="{FF2B5EF4-FFF2-40B4-BE49-F238E27FC236}">
                <a16:creationId xmlns:a16="http://schemas.microsoft.com/office/drawing/2014/main" id="{52486A0C-FDDF-43DC-692D-4788A236D6E7}"/>
              </a:ext>
            </a:extLst>
          </p:cNvPr>
          <p:cNvSpPr/>
          <p:nvPr/>
        </p:nvSpPr>
        <p:spPr>
          <a:xfrm>
            <a:off x="470043" y="219418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1</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2C53DE3-88B4-D1A8-39B0-A4B8B603EC80}"/>
              </a:ext>
            </a:extLst>
          </p:cNvPr>
          <p:cNvSpPr txBox="1"/>
          <p:nvPr/>
        </p:nvSpPr>
        <p:spPr>
          <a:xfrm>
            <a:off x="1952222"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15" name="直線コネクタ 14">
            <a:extLst>
              <a:ext uri="{FF2B5EF4-FFF2-40B4-BE49-F238E27FC236}">
                <a16:creationId xmlns:a16="http://schemas.microsoft.com/office/drawing/2014/main" id="{DBEDE569-EBCA-94F2-F52F-FC551F8CEFDC}"/>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A78EC858-128C-C2C0-CFDE-5CAC764E2398}"/>
              </a:ext>
              <a:ext uri="{C183D7F6-B498-43B3-948B-1728B52AA6E4}">
                <adec:decorative xmlns:adec="http://schemas.microsoft.com/office/drawing/2017/decorative" val="1"/>
              </a:ext>
            </a:extLst>
          </p:cNvPr>
          <p:cNvCxnSpPr>
            <a:cxnSpLocks/>
          </p:cNvCxnSpPr>
          <p:nvPr/>
        </p:nvCxnSpPr>
        <p:spPr>
          <a:xfrm>
            <a:off x="1952221"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DD074003-0072-1B57-7A71-8ED4DAD819DF}"/>
              </a:ext>
            </a:extLst>
          </p:cNvPr>
          <p:cNvSpPr/>
          <p:nvPr/>
        </p:nvSpPr>
        <p:spPr>
          <a:xfrm>
            <a:off x="470043" y="335601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2</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0097B269-9B1D-BF79-C91B-DEBC258C931D}"/>
              </a:ext>
            </a:extLst>
          </p:cNvPr>
          <p:cNvSpPr txBox="1"/>
          <p:nvPr/>
        </p:nvSpPr>
        <p:spPr>
          <a:xfrm>
            <a:off x="1952222"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49C23D3E-84FB-24F7-86C7-DD7D1D982824}"/>
              </a:ext>
            </a:extLst>
          </p:cNvPr>
          <p:cNvSpPr/>
          <p:nvPr/>
        </p:nvSpPr>
        <p:spPr>
          <a:xfrm>
            <a:off x="470043" y="451784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593A3593-0850-7B5B-C951-E73B97A11E09}"/>
              </a:ext>
            </a:extLst>
          </p:cNvPr>
          <p:cNvSpPr txBox="1"/>
          <p:nvPr/>
        </p:nvSpPr>
        <p:spPr>
          <a:xfrm>
            <a:off x="1952222"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28" name="正方形/長方形 27">
            <a:extLst>
              <a:ext uri="{FF2B5EF4-FFF2-40B4-BE49-F238E27FC236}">
                <a16:creationId xmlns:a16="http://schemas.microsoft.com/office/drawing/2014/main" id="{AB17C6E8-1C47-F326-C746-B6E261C07A37}"/>
              </a:ext>
            </a:extLst>
          </p:cNvPr>
          <p:cNvSpPr/>
          <p:nvPr/>
        </p:nvSpPr>
        <p:spPr>
          <a:xfrm>
            <a:off x="470043" y="5679677"/>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E5E36216-CA5D-B5C2-CF68-95D36FFEF249}"/>
              </a:ext>
            </a:extLst>
          </p:cNvPr>
          <p:cNvSpPr txBox="1"/>
          <p:nvPr/>
        </p:nvSpPr>
        <p:spPr>
          <a:xfrm>
            <a:off x="1952222" y="5679677"/>
            <a:ext cx="2270644" cy="86177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xxx</a:t>
            </a:r>
            <a:r>
              <a:rPr lang="ja-JP" altLang="en-US" sz="1400" dirty="0">
                <a:latin typeface="BIZ UDPゴシック" panose="020B0400000000000000" pitchFamily="50" charset="-128"/>
                <a:ea typeface="BIZ UDPゴシック" panose="020B0400000000000000" pitchFamily="50" charset="-128"/>
              </a:rPr>
              <a:t>棚卸リストの運用</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E-learning</a:t>
            </a:r>
            <a:r>
              <a:rPr lang="ja-JP" altLang="en-US" sz="1400" dirty="0">
                <a:latin typeface="BIZ UDPゴシック" panose="020B0400000000000000" pitchFamily="50" charset="-128"/>
                <a:ea typeface="BIZ UDPゴシック" panose="020B0400000000000000" pitchFamily="50" charset="-128"/>
              </a:rPr>
              <a:t>など期限もの</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計数データの取りまとめ</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文書校閲</a:t>
            </a:r>
          </a:p>
        </p:txBody>
      </p:sp>
      <p:sp>
        <p:nvSpPr>
          <p:cNvPr id="47" name="テキスト ボックス 46">
            <a:extLst>
              <a:ext uri="{FF2B5EF4-FFF2-40B4-BE49-F238E27FC236}">
                <a16:creationId xmlns:a16="http://schemas.microsoft.com/office/drawing/2014/main" id="{CDA0E816-81E9-9E49-0379-35C7A9C9B5AB}"/>
              </a:ext>
            </a:extLst>
          </p:cNvPr>
          <p:cNvSpPr txBox="1"/>
          <p:nvPr/>
        </p:nvSpPr>
        <p:spPr>
          <a:xfrm>
            <a:off x="5210854" y="1751982"/>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社内申請</a:t>
            </a:r>
          </a:p>
        </p:txBody>
      </p:sp>
      <p:sp>
        <p:nvSpPr>
          <p:cNvPr id="48" name="テキスト ボックス 47">
            <a:extLst>
              <a:ext uri="{FF2B5EF4-FFF2-40B4-BE49-F238E27FC236}">
                <a16:creationId xmlns:a16="http://schemas.microsoft.com/office/drawing/2014/main" id="{835726C7-9BF1-9BD5-B428-35E0EC2F4DC8}"/>
              </a:ext>
            </a:extLst>
          </p:cNvPr>
          <p:cNvSpPr txBox="1"/>
          <p:nvPr/>
        </p:nvSpPr>
        <p:spPr>
          <a:xfrm>
            <a:off x="4524373"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49" name="直線コネクタ 48">
            <a:extLst>
              <a:ext uri="{FF2B5EF4-FFF2-40B4-BE49-F238E27FC236}">
                <a16:creationId xmlns:a16="http://schemas.microsoft.com/office/drawing/2014/main" id="{42515105-2DB3-0AF1-8450-14507C1AC7BB}"/>
              </a:ext>
              <a:ext uri="{C183D7F6-B498-43B3-948B-1728B52AA6E4}">
                <adec:decorative xmlns:adec="http://schemas.microsoft.com/office/drawing/2017/decorative" val="1"/>
              </a:ext>
            </a:extLst>
          </p:cNvPr>
          <p:cNvCxnSpPr>
            <a:cxnSpLocks/>
          </p:cNvCxnSpPr>
          <p:nvPr/>
        </p:nvCxnSpPr>
        <p:spPr>
          <a:xfrm>
            <a:off x="4524372"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0" name="テキスト ボックス 49">
            <a:extLst>
              <a:ext uri="{FF2B5EF4-FFF2-40B4-BE49-F238E27FC236}">
                <a16:creationId xmlns:a16="http://schemas.microsoft.com/office/drawing/2014/main" id="{CF3D7718-08E5-6653-9198-433E12F19B71}"/>
              </a:ext>
            </a:extLst>
          </p:cNvPr>
          <p:cNvSpPr txBox="1"/>
          <p:nvPr/>
        </p:nvSpPr>
        <p:spPr>
          <a:xfrm>
            <a:off x="4524373"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2EC9A7F7-8865-847C-C4B6-7DAB68E15511}"/>
              </a:ext>
            </a:extLst>
          </p:cNvPr>
          <p:cNvSpPr txBox="1"/>
          <p:nvPr/>
        </p:nvSpPr>
        <p:spPr>
          <a:xfrm>
            <a:off x="4524373"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3BEC973-35F8-52A3-939D-8E1C3BA26FE0}"/>
              </a:ext>
            </a:extLst>
          </p:cNvPr>
          <p:cNvSpPr txBox="1"/>
          <p:nvPr/>
        </p:nvSpPr>
        <p:spPr>
          <a:xfrm>
            <a:off x="4524373" y="5679677"/>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購買依頼、支払い申請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公印申請</a:t>
            </a:r>
            <a:endParaRPr lang="en-US" altLang="ja-JP" sz="1400" dirty="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6A9F0495-7CB1-8AC1-8BA2-AC1833B99DF3}"/>
              </a:ext>
            </a:extLst>
          </p:cNvPr>
          <p:cNvSpPr txBox="1"/>
          <p:nvPr/>
        </p:nvSpPr>
        <p:spPr>
          <a:xfrm>
            <a:off x="7849506" y="1751982"/>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会議支援</a:t>
            </a:r>
          </a:p>
        </p:txBody>
      </p:sp>
      <p:sp>
        <p:nvSpPr>
          <p:cNvPr id="54" name="テキスト ボックス 53">
            <a:extLst>
              <a:ext uri="{FF2B5EF4-FFF2-40B4-BE49-F238E27FC236}">
                <a16:creationId xmlns:a16="http://schemas.microsoft.com/office/drawing/2014/main" id="{DAB87054-8250-12FB-2BAE-EB41D1165190}"/>
              </a:ext>
            </a:extLst>
          </p:cNvPr>
          <p:cNvSpPr txBox="1"/>
          <p:nvPr/>
        </p:nvSpPr>
        <p:spPr>
          <a:xfrm>
            <a:off x="7163025"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55" name="直線コネクタ 54">
            <a:extLst>
              <a:ext uri="{FF2B5EF4-FFF2-40B4-BE49-F238E27FC236}">
                <a16:creationId xmlns:a16="http://schemas.microsoft.com/office/drawing/2014/main" id="{481091D1-1EA0-B184-5C54-4C5BD7241245}"/>
              </a:ext>
              <a:ext uri="{C183D7F6-B498-43B3-948B-1728B52AA6E4}">
                <adec:decorative xmlns:adec="http://schemas.microsoft.com/office/drawing/2017/decorative" val="1"/>
              </a:ext>
            </a:extLst>
          </p:cNvPr>
          <p:cNvCxnSpPr>
            <a:cxnSpLocks/>
          </p:cNvCxnSpPr>
          <p:nvPr/>
        </p:nvCxnSpPr>
        <p:spPr>
          <a:xfrm>
            <a:off x="7163024"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835416D9-02EF-D85F-9AA2-A5FBC6E8A00F}"/>
              </a:ext>
            </a:extLst>
          </p:cNvPr>
          <p:cNvSpPr txBox="1"/>
          <p:nvPr/>
        </p:nvSpPr>
        <p:spPr>
          <a:xfrm>
            <a:off x="7163025"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95038FC3-D11A-9A46-1713-A644B88CE41A}"/>
              </a:ext>
            </a:extLst>
          </p:cNvPr>
          <p:cNvSpPr txBox="1"/>
          <p:nvPr/>
        </p:nvSpPr>
        <p:spPr>
          <a:xfrm>
            <a:off x="7163025"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58" name="テキスト ボックス 57">
            <a:extLst>
              <a:ext uri="{FF2B5EF4-FFF2-40B4-BE49-F238E27FC236}">
                <a16:creationId xmlns:a16="http://schemas.microsoft.com/office/drawing/2014/main" id="{EECCCEAE-00C2-D65E-B543-217259AA3836}"/>
              </a:ext>
            </a:extLst>
          </p:cNvPr>
          <p:cNvSpPr txBox="1"/>
          <p:nvPr/>
        </p:nvSpPr>
        <p:spPr>
          <a:xfrm>
            <a:off x="7163025" y="5679677"/>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会議調整</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1on1 </a:t>
            </a:r>
            <a:r>
              <a:rPr lang="ja-JP" altLang="en-US" sz="1400" dirty="0">
                <a:latin typeface="BIZ UDPゴシック" panose="020B0400000000000000" pitchFamily="50" charset="-128"/>
                <a:ea typeface="BIZ UDPゴシック" panose="020B0400000000000000" pitchFamily="50" charset="-128"/>
              </a:rPr>
              <a:t>日程調整・案内送付</a:t>
            </a:r>
          </a:p>
        </p:txBody>
      </p:sp>
      <p:sp>
        <p:nvSpPr>
          <p:cNvPr id="59" name="テキスト ボックス 58">
            <a:extLst>
              <a:ext uri="{FF2B5EF4-FFF2-40B4-BE49-F238E27FC236}">
                <a16:creationId xmlns:a16="http://schemas.microsoft.com/office/drawing/2014/main" id="{30CEF61F-CFC0-0B78-D480-A137B23CF09A}"/>
              </a:ext>
            </a:extLst>
          </p:cNvPr>
          <p:cNvSpPr txBox="1"/>
          <p:nvPr/>
        </p:nvSpPr>
        <p:spPr>
          <a:xfrm>
            <a:off x="10397706" y="1751982"/>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その他</a:t>
            </a:r>
          </a:p>
        </p:txBody>
      </p:sp>
      <p:sp>
        <p:nvSpPr>
          <p:cNvPr id="60" name="テキスト ボックス 59">
            <a:extLst>
              <a:ext uri="{FF2B5EF4-FFF2-40B4-BE49-F238E27FC236}">
                <a16:creationId xmlns:a16="http://schemas.microsoft.com/office/drawing/2014/main" id="{9E6C538F-E97F-6D20-3941-391F55893ADC}"/>
              </a:ext>
            </a:extLst>
          </p:cNvPr>
          <p:cNvSpPr txBox="1"/>
          <p:nvPr/>
        </p:nvSpPr>
        <p:spPr>
          <a:xfrm>
            <a:off x="9711225"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61" name="直線コネクタ 60">
            <a:extLst>
              <a:ext uri="{FF2B5EF4-FFF2-40B4-BE49-F238E27FC236}">
                <a16:creationId xmlns:a16="http://schemas.microsoft.com/office/drawing/2014/main" id="{31A8E7F7-21AE-F509-8766-7CD7EE1CC660}"/>
              </a:ext>
              <a:ext uri="{C183D7F6-B498-43B3-948B-1728B52AA6E4}">
                <adec:decorative xmlns:adec="http://schemas.microsoft.com/office/drawing/2017/decorative" val="1"/>
              </a:ext>
            </a:extLst>
          </p:cNvPr>
          <p:cNvCxnSpPr>
            <a:cxnSpLocks/>
          </p:cNvCxnSpPr>
          <p:nvPr/>
        </p:nvCxnSpPr>
        <p:spPr>
          <a:xfrm>
            <a:off x="9711224"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2" name="テキスト ボックス 61">
            <a:extLst>
              <a:ext uri="{FF2B5EF4-FFF2-40B4-BE49-F238E27FC236}">
                <a16:creationId xmlns:a16="http://schemas.microsoft.com/office/drawing/2014/main" id="{C3FEB717-C903-BB34-4E80-3680B4D56B1A}"/>
              </a:ext>
            </a:extLst>
          </p:cNvPr>
          <p:cNvSpPr txBox="1"/>
          <p:nvPr/>
        </p:nvSpPr>
        <p:spPr>
          <a:xfrm>
            <a:off x="9711225"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63" name="テキスト ボックス 62">
            <a:extLst>
              <a:ext uri="{FF2B5EF4-FFF2-40B4-BE49-F238E27FC236}">
                <a16:creationId xmlns:a16="http://schemas.microsoft.com/office/drawing/2014/main" id="{1171C83B-B174-4F6D-6294-0914A5BAFFFB}"/>
              </a:ext>
            </a:extLst>
          </p:cNvPr>
          <p:cNvSpPr txBox="1"/>
          <p:nvPr/>
        </p:nvSpPr>
        <p:spPr>
          <a:xfrm>
            <a:off x="9711225"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64" name="テキスト ボックス 63">
            <a:extLst>
              <a:ext uri="{FF2B5EF4-FFF2-40B4-BE49-F238E27FC236}">
                <a16:creationId xmlns:a16="http://schemas.microsoft.com/office/drawing/2014/main" id="{19B0240A-F691-3650-07FA-220D90494C7F}"/>
              </a:ext>
            </a:extLst>
          </p:cNvPr>
          <p:cNvSpPr txBox="1"/>
          <p:nvPr/>
        </p:nvSpPr>
        <p:spPr>
          <a:xfrm>
            <a:off x="9711225" y="5679677"/>
            <a:ext cx="2270644" cy="646331"/>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PC</a:t>
            </a:r>
            <a:r>
              <a:rPr lang="ja-JP" altLang="en-US" sz="1400" dirty="0">
                <a:latin typeface="BIZ UDPゴシック" panose="020B0400000000000000" pitchFamily="50" charset="-128"/>
                <a:ea typeface="BIZ UDPゴシック" panose="020B0400000000000000" pitchFamily="50" charset="-128"/>
              </a:rPr>
              <a:t>申請・消耗品購入</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社員受入れ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備品</a:t>
            </a:r>
            <a:r>
              <a:rPr lang="en-US" altLang="ja-JP" sz="1400" dirty="0">
                <a:latin typeface="BIZ UDPゴシック" panose="020B0400000000000000" pitchFamily="50" charset="-128"/>
                <a:ea typeface="BIZ UDPゴシック" panose="020B0400000000000000" pitchFamily="50" charset="-128"/>
              </a:rPr>
              <a:t>)</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周知文書の展開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61237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34BBD-AAA4-BA13-36B4-C8407AFFA0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7F4784-ACEB-271A-456C-1F0A7D71E6CE}"/>
              </a:ext>
            </a:extLst>
          </p:cNvPr>
          <p:cNvSpPr>
            <a:spLocks noGrp="1"/>
          </p:cNvSpPr>
          <p:nvPr>
            <p:ph type="title"/>
          </p:nvPr>
        </p:nvSpPr>
        <p:spPr/>
        <p:txBody>
          <a:bodyPr/>
          <a:lstStyle/>
          <a:p>
            <a:endParaRPr kumimoji="1" lang="ja-JP" altLang="en-US" dirty="0"/>
          </a:p>
        </p:txBody>
      </p:sp>
      <p:sp>
        <p:nvSpPr>
          <p:cNvPr id="3" name="フッター プレースホルダー 2">
            <a:extLst>
              <a:ext uri="{FF2B5EF4-FFF2-40B4-BE49-F238E27FC236}">
                <a16:creationId xmlns:a16="http://schemas.microsoft.com/office/drawing/2014/main" id="{ADF44B51-D60F-C9D6-441D-DF5DC41BCA66}"/>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50BBE75B-97D8-546B-9B51-2AF4301EB14D}"/>
              </a:ext>
            </a:extLst>
          </p:cNvPr>
          <p:cNvSpPr>
            <a:spLocks noGrp="1"/>
          </p:cNvSpPr>
          <p:nvPr>
            <p:ph type="sldNum" sz="quarter" idx="12"/>
          </p:nvPr>
        </p:nvSpPr>
        <p:spPr/>
        <p:txBody>
          <a:bodyPr/>
          <a:lstStyle/>
          <a:p>
            <a:fld id="{DCB5AA93-092B-49A1-87A7-3C88D5F38AD7}" type="slidenum">
              <a:rPr lang="ja-JP" altLang="en-US" smtClean="0"/>
              <a:pPr/>
              <a:t>29</a:t>
            </a:fld>
            <a:endParaRPr lang="ja-JP" altLang="en-US" dirty="0"/>
          </a:p>
        </p:txBody>
      </p:sp>
      <p:sp>
        <p:nvSpPr>
          <p:cNvPr id="5" name="テキスト プレースホルダー 4">
            <a:extLst>
              <a:ext uri="{FF2B5EF4-FFF2-40B4-BE49-F238E27FC236}">
                <a16:creationId xmlns:a16="http://schemas.microsoft.com/office/drawing/2014/main" id="{20410C66-0104-FE55-174E-A15538E9B291}"/>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F332116A-66DF-EE9F-CCD6-618EC337303F}"/>
              </a:ext>
            </a:extLst>
          </p:cNvPr>
          <p:cNvSpPr/>
          <p:nvPr/>
        </p:nvSpPr>
        <p:spPr>
          <a:xfrm>
            <a:off x="770466"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きっと後悔します</a:t>
            </a:r>
          </a:p>
        </p:txBody>
      </p:sp>
      <p:sp>
        <p:nvSpPr>
          <p:cNvPr id="11" name="正方形/長方形 10">
            <a:extLst>
              <a:ext uri="{FF2B5EF4-FFF2-40B4-BE49-F238E27FC236}">
                <a16:creationId xmlns:a16="http://schemas.microsoft.com/office/drawing/2014/main" id="{B68A7DE4-7539-63B7-5898-8773A6ED9464}"/>
              </a:ext>
            </a:extLst>
          </p:cNvPr>
          <p:cNvSpPr/>
          <p:nvPr/>
        </p:nvSpPr>
        <p:spPr>
          <a:xfrm>
            <a:off x="3591277"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冷たい視線</a:t>
            </a:r>
          </a:p>
        </p:txBody>
      </p:sp>
      <p:sp>
        <p:nvSpPr>
          <p:cNvPr id="14" name="正方形/長方形 13">
            <a:extLst>
              <a:ext uri="{FF2B5EF4-FFF2-40B4-BE49-F238E27FC236}">
                <a16:creationId xmlns:a16="http://schemas.microsoft.com/office/drawing/2014/main" id="{98663185-9D27-7F76-0C68-D135910DBCF1}"/>
              </a:ext>
            </a:extLst>
          </p:cNvPr>
          <p:cNvSpPr/>
          <p:nvPr/>
        </p:nvSpPr>
        <p:spPr>
          <a:xfrm>
            <a:off x="6412088"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送っちゃえ</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申し訳なさそうに</a:t>
            </a:r>
          </a:p>
        </p:txBody>
      </p:sp>
      <p:sp>
        <p:nvSpPr>
          <p:cNvPr id="16" name="正方形/長方形 15">
            <a:extLst>
              <a:ext uri="{FF2B5EF4-FFF2-40B4-BE49-F238E27FC236}">
                <a16:creationId xmlns:a16="http://schemas.microsoft.com/office/drawing/2014/main" id="{7D417DD0-94DC-0F7C-3826-EBFA7E2D94CA}"/>
              </a:ext>
            </a:extLst>
          </p:cNvPr>
          <p:cNvSpPr/>
          <p:nvPr/>
        </p:nvSpPr>
        <p:spPr>
          <a:xfrm>
            <a:off x="9232900"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学習しないやつ</a:t>
            </a:r>
            <a:endParaRPr lang="en-US" altLang="ja-JP" sz="1400"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とみなされる</a:t>
            </a:r>
          </a:p>
        </p:txBody>
      </p:sp>
      <p:sp>
        <p:nvSpPr>
          <p:cNvPr id="17" name="四角形: 角を丸くする 16">
            <a:extLst>
              <a:ext uri="{FF2B5EF4-FFF2-40B4-BE49-F238E27FC236}">
                <a16:creationId xmlns:a16="http://schemas.microsoft.com/office/drawing/2014/main" id="{6FC37EA6-A5B0-7EDC-B35C-033CDB67F853}"/>
              </a:ext>
            </a:extLst>
          </p:cNvPr>
          <p:cNvSpPr/>
          <p:nvPr/>
        </p:nvSpPr>
        <p:spPr>
          <a:xfrm>
            <a:off x="770466"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昨日は飲み会</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四角形: 角を丸くする 18">
            <a:extLst>
              <a:ext uri="{FF2B5EF4-FFF2-40B4-BE49-F238E27FC236}">
                <a16:creationId xmlns:a16="http://schemas.microsoft.com/office/drawing/2014/main" id="{728BC288-9F4C-AE69-9618-B4C5617FA406}"/>
              </a:ext>
            </a:extLst>
          </p:cNvPr>
          <p:cNvSpPr/>
          <p:nvPr/>
        </p:nvSpPr>
        <p:spPr>
          <a:xfrm>
            <a:off x="3591277"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その上司とは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親しい？</a:t>
            </a:r>
          </a:p>
        </p:txBody>
      </p:sp>
      <p:sp>
        <p:nvSpPr>
          <p:cNvPr id="21" name="四角形: 角を丸くする 20">
            <a:extLst>
              <a:ext uri="{FF2B5EF4-FFF2-40B4-BE49-F238E27FC236}">
                <a16:creationId xmlns:a16="http://schemas.microsoft.com/office/drawing/2014/main" id="{E5DFB07B-EE24-E178-E25A-77A5AC9B4129}"/>
              </a:ext>
            </a:extLst>
          </p:cNvPr>
          <p:cNvSpPr/>
          <p:nvPr/>
        </p:nvSpPr>
        <p:spPr>
          <a:xfrm>
            <a:off x="6412088"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これまでにメールで遅刻連絡をしたことがある？</a:t>
            </a:r>
          </a:p>
        </p:txBody>
      </p:sp>
      <p:sp>
        <p:nvSpPr>
          <p:cNvPr id="34" name="四角形: 角を丸くする 33">
            <a:extLst>
              <a:ext uri="{FF2B5EF4-FFF2-40B4-BE49-F238E27FC236}">
                <a16:creationId xmlns:a16="http://schemas.microsoft.com/office/drawing/2014/main" id="{0E69D6AD-A9E0-829A-05F5-70A893826118}"/>
              </a:ext>
            </a:extLst>
          </p:cNvPr>
          <p:cNvSpPr/>
          <p:nvPr/>
        </p:nvSpPr>
        <p:spPr>
          <a:xfrm>
            <a:off x="64135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そのときに</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怒られたことは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ある？</a:t>
            </a:r>
          </a:p>
        </p:txBody>
      </p:sp>
      <p:sp>
        <p:nvSpPr>
          <p:cNvPr id="35" name="四角形: 角を丸くする 34">
            <a:extLst>
              <a:ext uri="{FF2B5EF4-FFF2-40B4-BE49-F238E27FC236}">
                <a16:creationId xmlns:a16="http://schemas.microsoft.com/office/drawing/2014/main" id="{BE31A4AE-5964-17BB-561F-A896C71FB66C}"/>
              </a:ext>
            </a:extLst>
          </p:cNvPr>
          <p:cNvSpPr/>
          <p:nvPr/>
        </p:nvSpPr>
        <p:spPr>
          <a:xfrm>
            <a:off x="9232900"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メール以外に連絡手段がない？</a:t>
            </a:r>
          </a:p>
        </p:txBody>
      </p:sp>
      <p:sp>
        <p:nvSpPr>
          <p:cNvPr id="36" name="四角形: 角を丸くする 35">
            <a:extLst>
              <a:ext uri="{FF2B5EF4-FFF2-40B4-BE49-F238E27FC236}">
                <a16:creationId xmlns:a16="http://schemas.microsoft.com/office/drawing/2014/main" id="{A3DDC80C-4C02-8CFE-ADF7-204734608682}"/>
              </a:ext>
            </a:extLst>
          </p:cNvPr>
          <p:cNvSpPr/>
          <p:nvPr/>
        </p:nvSpPr>
        <p:spPr>
          <a:xfrm>
            <a:off x="92329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メールで連絡したことに怒っていた？</a:t>
            </a:r>
          </a:p>
        </p:txBody>
      </p:sp>
      <p:cxnSp>
        <p:nvCxnSpPr>
          <p:cNvPr id="38" name="直線コネクタ 37">
            <a:extLst>
              <a:ext uri="{FF2B5EF4-FFF2-40B4-BE49-F238E27FC236}">
                <a16:creationId xmlns:a16="http://schemas.microsoft.com/office/drawing/2014/main" id="{FC46DEF7-4F69-619E-477F-0BD1A8BA3CA3}"/>
              </a:ext>
              <a:ext uri="{C183D7F6-B498-43B3-948B-1728B52AA6E4}">
                <adec:decorative xmlns:adec="http://schemas.microsoft.com/office/drawing/2017/decorative" val="1"/>
              </a:ext>
            </a:extLst>
          </p:cNvPr>
          <p:cNvCxnSpPr>
            <a:cxnSpLocks/>
            <a:stCxn id="17" idx="2"/>
            <a:endCxn id="6" idx="0"/>
          </p:cNvCxnSpPr>
          <p:nvPr/>
        </p:nvCxnSpPr>
        <p:spPr>
          <a:xfrm>
            <a:off x="1864783"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5273E200-9F4C-9208-88E5-BF8A5095F3B0}"/>
              </a:ext>
              <a:ext uri="{C183D7F6-B498-43B3-948B-1728B52AA6E4}">
                <adec:decorative xmlns:adec="http://schemas.microsoft.com/office/drawing/2017/decorative" val="1"/>
              </a:ext>
            </a:extLst>
          </p:cNvPr>
          <p:cNvCxnSpPr>
            <a:cxnSpLocks/>
            <a:stCxn id="19" idx="2"/>
            <a:endCxn id="11" idx="0"/>
          </p:cNvCxnSpPr>
          <p:nvPr/>
        </p:nvCxnSpPr>
        <p:spPr>
          <a:xfrm>
            <a:off x="4685594"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898DD599-E3C4-58A7-9374-A5C3E52974ED}"/>
              </a:ext>
              <a:ext uri="{C183D7F6-B498-43B3-948B-1728B52AA6E4}">
                <adec:decorative xmlns:adec="http://schemas.microsoft.com/office/drawing/2017/decorative" val="1"/>
              </a:ext>
            </a:extLst>
          </p:cNvPr>
          <p:cNvCxnSpPr>
            <a:cxnSpLocks/>
            <a:endCxn id="34" idx="0"/>
          </p:cNvCxnSpPr>
          <p:nvPr/>
        </p:nvCxnSpPr>
        <p:spPr>
          <a:xfrm>
            <a:off x="7497940" y="3427556"/>
            <a:ext cx="9878" cy="185594"/>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直線コネクタ 45">
            <a:extLst>
              <a:ext uri="{FF2B5EF4-FFF2-40B4-BE49-F238E27FC236}">
                <a16:creationId xmlns:a16="http://schemas.microsoft.com/office/drawing/2014/main" id="{31139981-0E21-83F7-6775-01A13DD1F773}"/>
              </a:ext>
              <a:ext uri="{C183D7F6-B498-43B3-948B-1728B52AA6E4}">
                <adec:decorative xmlns:adec="http://schemas.microsoft.com/office/drawing/2017/decorative" val="1"/>
              </a:ext>
            </a:extLst>
          </p:cNvPr>
          <p:cNvCxnSpPr>
            <a:cxnSpLocks/>
            <a:stCxn id="34" idx="2"/>
            <a:endCxn id="14" idx="0"/>
          </p:cNvCxnSpPr>
          <p:nvPr/>
        </p:nvCxnSpPr>
        <p:spPr>
          <a:xfrm flipH="1">
            <a:off x="7506407" y="4527555"/>
            <a:ext cx="1412" cy="407325"/>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9" name="吹き出し: 角を丸めた四角形 48">
            <a:extLst>
              <a:ext uri="{FF2B5EF4-FFF2-40B4-BE49-F238E27FC236}">
                <a16:creationId xmlns:a16="http://schemas.microsoft.com/office/drawing/2014/main" id="{465EAEFA-813B-8AC0-8D5A-4BED7B0814E0}"/>
              </a:ext>
            </a:extLst>
          </p:cNvPr>
          <p:cNvSpPr/>
          <p:nvPr/>
        </p:nvSpPr>
        <p:spPr>
          <a:xfrm>
            <a:off x="770466" y="1628775"/>
            <a:ext cx="2188634" cy="612648"/>
          </a:xfrm>
          <a:prstGeom prst="wedgeRoundRectCallout">
            <a:avLst>
              <a:gd name="adj1" fmla="val -20833"/>
              <a:gd name="adj2" fmla="val 77702"/>
              <a:gd name="adj3" fmla="val 16667"/>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遅刻の連絡をメールで上司に伝えてよい？</a:t>
            </a:r>
          </a:p>
        </p:txBody>
      </p:sp>
      <p:cxnSp>
        <p:nvCxnSpPr>
          <p:cNvPr id="50" name="直線コネクタ 49">
            <a:extLst>
              <a:ext uri="{FF2B5EF4-FFF2-40B4-BE49-F238E27FC236}">
                <a16:creationId xmlns:a16="http://schemas.microsoft.com/office/drawing/2014/main" id="{E48E348E-C864-D54B-EF51-C68EC8E4B0FB}"/>
              </a:ext>
              <a:ext uri="{C183D7F6-B498-43B3-948B-1728B52AA6E4}">
                <adec:decorative xmlns:adec="http://schemas.microsoft.com/office/drawing/2017/decorative" val="1"/>
              </a:ext>
            </a:extLst>
          </p:cNvPr>
          <p:cNvCxnSpPr>
            <a:cxnSpLocks/>
            <a:stCxn id="17" idx="3"/>
            <a:endCxn id="19" idx="1"/>
          </p:cNvCxnSpPr>
          <p:nvPr/>
        </p:nvCxnSpPr>
        <p:spPr>
          <a:xfrm>
            <a:off x="295910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直線コネクタ 52">
            <a:extLst>
              <a:ext uri="{FF2B5EF4-FFF2-40B4-BE49-F238E27FC236}">
                <a16:creationId xmlns:a16="http://schemas.microsoft.com/office/drawing/2014/main" id="{78A12AB9-9139-16DF-08D6-E5AEE39B34E4}"/>
              </a:ext>
              <a:ext uri="{C183D7F6-B498-43B3-948B-1728B52AA6E4}">
                <adec:decorative xmlns:adec="http://schemas.microsoft.com/office/drawing/2017/decorative" val="1"/>
              </a:ext>
            </a:extLst>
          </p:cNvPr>
          <p:cNvCxnSpPr>
            <a:cxnSpLocks/>
            <a:stCxn id="19" idx="3"/>
            <a:endCxn id="21" idx="1"/>
          </p:cNvCxnSpPr>
          <p:nvPr/>
        </p:nvCxnSpPr>
        <p:spPr>
          <a:xfrm>
            <a:off x="577991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直線コネクタ 55">
            <a:extLst>
              <a:ext uri="{FF2B5EF4-FFF2-40B4-BE49-F238E27FC236}">
                <a16:creationId xmlns:a16="http://schemas.microsoft.com/office/drawing/2014/main" id="{ED87BA84-A4E2-75D4-A3F3-5E657E863714}"/>
              </a:ext>
              <a:ext uri="{C183D7F6-B498-43B3-948B-1728B52AA6E4}">
                <adec:decorative xmlns:adec="http://schemas.microsoft.com/office/drawing/2017/decorative" val="1"/>
              </a:ext>
            </a:extLst>
          </p:cNvPr>
          <p:cNvCxnSpPr>
            <a:cxnSpLocks/>
            <a:stCxn id="21" idx="3"/>
            <a:endCxn id="35" idx="1"/>
          </p:cNvCxnSpPr>
          <p:nvPr/>
        </p:nvCxnSpPr>
        <p:spPr>
          <a:xfrm>
            <a:off x="8600724" y="2952288"/>
            <a:ext cx="632178"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1CCA77F0-0521-95C0-675D-FA352C110D72}"/>
              </a:ext>
              <a:ext uri="{C183D7F6-B498-43B3-948B-1728B52AA6E4}">
                <adec:decorative xmlns:adec="http://schemas.microsoft.com/office/drawing/2017/decorative" val="1"/>
              </a:ext>
            </a:extLst>
          </p:cNvPr>
          <p:cNvCxnSpPr>
            <a:cxnSpLocks/>
            <a:stCxn id="34" idx="3"/>
            <a:endCxn id="36" idx="1"/>
          </p:cNvCxnSpPr>
          <p:nvPr/>
        </p:nvCxnSpPr>
        <p:spPr>
          <a:xfrm>
            <a:off x="8602134" y="4070350"/>
            <a:ext cx="630766"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コネクタ: カギ線 62">
            <a:extLst>
              <a:ext uri="{FF2B5EF4-FFF2-40B4-BE49-F238E27FC236}">
                <a16:creationId xmlns:a16="http://schemas.microsoft.com/office/drawing/2014/main" id="{29CB83A4-98BB-3121-C51C-1F7618357E42}"/>
              </a:ext>
              <a:ext uri="{C183D7F6-B498-43B3-948B-1728B52AA6E4}">
                <adec:decorative xmlns:adec="http://schemas.microsoft.com/office/drawing/2017/decorative" val="1"/>
              </a:ext>
            </a:extLst>
          </p:cNvPr>
          <p:cNvCxnSpPr>
            <a:cxnSpLocks/>
            <a:stCxn id="36" idx="3"/>
            <a:endCxn id="16" idx="0"/>
          </p:cNvCxnSpPr>
          <p:nvPr/>
        </p:nvCxnSpPr>
        <p:spPr>
          <a:xfrm flipH="1">
            <a:off x="10327220" y="4070355"/>
            <a:ext cx="1094317" cy="864525"/>
          </a:xfrm>
          <a:prstGeom prst="bentConnector4">
            <a:avLst>
              <a:gd name="adj1" fmla="val -20890"/>
              <a:gd name="adj2" fmla="val 76442"/>
            </a:avLst>
          </a:prstGeom>
          <a:ln w="28575">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1" name="楕円 70">
            <a:extLst>
              <a:ext uri="{FF2B5EF4-FFF2-40B4-BE49-F238E27FC236}">
                <a16:creationId xmlns:a16="http://schemas.microsoft.com/office/drawing/2014/main" id="{955FD02C-C623-8FF0-A7EC-8B2F36ECEB5B}"/>
              </a:ext>
            </a:extLst>
          </p:cNvPr>
          <p:cNvSpPr/>
          <p:nvPr/>
        </p:nvSpPr>
        <p:spPr>
          <a:xfrm>
            <a:off x="3086102" y="1657144"/>
            <a:ext cx="774700" cy="2779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はい</a:t>
            </a:r>
          </a:p>
        </p:txBody>
      </p:sp>
      <p:sp>
        <p:nvSpPr>
          <p:cNvPr id="72" name="楕円 71">
            <a:extLst>
              <a:ext uri="{FF2B5EF4-FFF2-40B4-BE49-F238E27FC236}">
                <a16:creationId xmlns:a16="http://schemas.microsoft.com/office/drawing/2014/main" id="{8246604D-1867-02FB-495F-88D840B9C6D9}"/>
              </a:ext>
            </a:extLst>
          </p:cNvPr>
          <p:cNvSpPr/>
          <p:nvPr/>
        </p:nvSpPr>
        <p:spPr>
          <a:xfrm>
            <a:off x="3086102" y="1950510"/>
            <a:ext cx="774700" cy="2779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いいえ</a:t>
            </a:r>
          </a:p>
        </p:txBody>
      </p:sp>
      <p:cxnSp>
        <p:nvCxnSpPr>
          <p:cNvPr id="73" name="直線コネクタ 72">
            <a:extLst>
              <a:ext uri="{FF2B5EF4-FFF2-40B4-BE49-F238E27FC236}">
                <a16:creationId xmlns:a16="http://schemas.microsoft.com/office/drawing/2014/main" id="{CA868C34-2005-FAD3-E1F2-8904FA90598A}"/>
              </a:ext>
              <a:ext uri="{C183D7F6-B498-43B3-948B-1728B52AA6E4}">
                <adec:decorative xmlns:adec="http://schemas.microsoft.com/office/drawing/2017/decorative" val="1"/>
              </a:ext>
            </a:extLst>
          </p:cNvPr>
          <p:cNvCxnSpPr>
            <a:cxnSpLocks/>
          </p:cNvCxnSpPr>
          <p:nvPr/>
        </p:nvCxnSpPr>
        <p:spPr>
          <a:xfrm>
            <a:off x="3860800" y="1787654"/>
            <a:ext cx="258234" cy="0"/>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直線コネクタ 78">
            <a:extLst>
              <a:ext uri="{FF2B5EF4-FFF2-40B4-BE49-F238E27FC236}">
                <a16:creationId xmlns:a16="http://schemas.microsoft.com/office/drawing/2014/main" id="{A59100E3-D030-754A-E978-8DA7B41A2800}"/>
              </a:ext>
              <a:ext uri="{C183D7F6-B498-43B3-948B-1728B52AA6E4}">
                <adec:decorative xmlns:adec="http://schemas.microsoft.com/office/drawing/2017/decorative" val="1"/>
              </a:ext>
            </a:extLst>
          </p:cNvPr>
          <p:cNvCxnSpPr>
            <a:cxnSpLocks/>
          </p:cNvCxnSpPr>
          <p:nvPr/>
        </p:nvCxnSpPr>
        <p:spPr>
          <a:xfrm>
            <a:off x="3860800" y="2081019"/>
            <a:ext cx="258234"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0978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FB2AEC-8EE7-2695-CB24-2721FDA449E0}"/>
              </a:ext>
            </a:extLst>
          </p:cNvPr>
          <p:cNvSpPr>
            <a:spLocks noGrp="1"/>
          </p:cNvSpPr>
          <p:nvPr>
            <p:ph type="title"/>
          </p:nvPr>
        </p:nvSpPr>
        <p:spPr/>
        <p:txBody>
          <a:bodyPr/>
          <a:lstStyle/>
          <a:p>
            <a:endParaRPr kumimoji="1" lang="ja-JP" altLang="en-US" dirty="0"/>
          </a:p>
        </p:txBody>
      </p:sp>
      <p:sp>
        <p:nvSpPr>
          <p:cNvPr id="3" name="フッター プレースホルダー 2">
            <a:extLst>
              <a:ext uri="{FF2B5EF4-FFF2-40B4-BE49-F238E27FC236}">
                <a16:creationId xmlns:a16="http://schemas.microsoft.com/office/drawing/2014/main" id="{0E1B0280-CB01-B723-47EE-F118153B656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5919EB3-48F8-EB49-EC15-C7A73A90E4CE}"/>
              </a:ext>
            </a:extLst>
          </p:cNvPr>
          <p:cNvSpPr>
            <a:spLocks noGrp="1"/>
          </p:cNvSpPr>
          <p:nvPr>
            <p:ph type="sldNum" sz="quarter" idx="12"/>
          </p:nvPr>
        </p:nvSpPr>
        <p:spPr/>
        <p:txBody>
          <a:bodyPr/>
          <a:lstStyle/>
          <a:p>
            <a:fld id="{DCB5AA93-092B-49A1-87A7-3C88D5F38AD7}" type="slidenum">
              <a:rPr lang="ja-JP" altLang="en-US" smtClean="0"/>
              <a:pPr/>
              <a:t>30</a:t>
            </a:fld>
            <a:endParaRPr lang="ja-JP" altLang="en-US"/>
          </a:p>
        </p:txBody>
      </p:sp>
      <p:sp>
        <p:nvSpPr>
          <p:cNvPr id="5" name="テキスト プレースホルダー 4">
            <a:extLst>
              <a:ext uri="{FF2B5EF4-FFF2-40B4-BE49-F238E27FC236}">
                <a16:creationId xmlns:a16="http://schemas.microsoft.com/office/drawing/2014/main" id="{090A4614-7A4B-A5AF-5031-7BE34AE302ED}"/>
              </a:ext>
            </a:extLst>
          </p:cNvPr>
          <p:cNvSpPr>
            <a:spLocks noGrp="1"/>
          </p:cNvSpPr>
          <p:nvPr>
            <p:ph type="body" sz="quarter" idx="13"/>
          </p:nvPr>
        </p:nvSpPr>
        <p:spPr/>
        <p:txBody>
          <a:bodyPr/>
          <a:lstStyle/>
          <a:p>
            <a:endParaRPr kumimoji="1" lang="ja-JP" altLang="en-US"/>
          </a:p>
        </p:txBody>
      </p:sp>
      <p:sp>
        <p:nvSpPr>
          <p:cNvPr id="9" name="テキスト ボックス 8">
            <a:extLst>
              <a:ext uri="{FF2B5EF4-FFF2-40B4-BE49-F238E27FC236}">
                <a16:creationId xmlns:a16="http://schemas.microsoft.com/office/drawing/2014/main" id="{1914B6AA-0240-A689-4966-D2DEB559F469}"/>
              </a:ext>
            </a:extLst>
          </p:cNvPr>
          <p:cNvSpPr txBox="1"/>
          <p:nvPr/>
        </p:nvSpPr>
        <p:spPr>
          <a:xfrm>
            <a:off x="592655" y="1628778"/>
            <a:ext cx="215444" cy="4679950"/>
          </a:xfrm>
          <a:prstGeom prst="rect">
            <a:avLst/>
          </a:prstGeom>
          <a:noFill/>
          <a:ln w="57150">
            <a:solidFill>
              <a:schemeClr val="bg1">
                <a:lumMod val="50000"/>
              </a:schemeClr>
            </a:solidFill>
          </a:ln>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利便性の高い金融サービスの実現</a:t>
            </a:r>
          </a:p>
        </p:txBody>
      </p:sp>
      <p:sp>
        <p:nvSpPr>
          <p:cNvPr id="10" name="正方形/長方形 9">
            <a:extLst>
              <a:ext uri="{FF2B5EF4-FFF2-40B4-BE49-F238E27FC236}">
                <a16:creationId xmlns:a16="http://schemas.microsoft.com/office/drawing/2014/main" id="{F16E174C-FE1C-4994-16CB-1E35B1FB7A7D}"/>
              </a:ext>
            </a:extLst>
          </p:cNvPr>
          <p:cNvSpPr/>
          <p:nvPr/>
        </p:nvSpPr>
        <p:spPr>
          <a:xfrm>
            <a:off x="1524003" y="1628777"/>
            <a:ext cx="897467" cy="216058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お金の動きを捉えてビジネスを生む</a:t>
            </a:r>
          </a:p>
        </p:txBody>
      </p:sp>
      <p:sp>
        <p:nvSpPr>
          <p:cNvPr id="11" name="正方形/長方形 10">
            <a:extLst>
              <a:ext uri="{FF2B5EF4-FFF2-40B4-BE49-F238E27FC236}">
                <a16:creationId xmlns:a16="http://schemas.microsoft.com/office/drawing/2014/main" id="{2E95CFC1-B8A0-071D-096E-F029683B20B9}"/>
              </a:ext>
            </a:extLst>
          </p:cNvPr>
          <p:cNvSpPr/>
          <p:nvPr/>
        </p:nvSpPr>
        <p:spPr>
          <a:xfrm>
            <a:off x="1524003" y="4148140"/>
            <a:ext cx="897467" cy="216058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動いたお金がビジネスを拡大する</a:t>
            </a:r>
          </a:p>
        </p:txBody>
      </p:sp>
      <p:sp>
        <p:nvSpPr>
          <p:cNvPr id="12" name="正方形/長方形 11">
            <a:extLst>
              <a:ext uri="{FF2B5EF4-FFF2-40B4-BE49-F238E27FC236}">
                <a16:creationId xmlns:a16="http://schemas.microsoft.com/office/drawing/2014/main" id="{FCFD8773-55B8-6ADC-F2B6-655CCB16EB75}"/>
              </a:ext>
            </a:extLst>
          </p:cNvPr>
          <p:cNvSpPr/>
          <p:nvPr/>
        </p:nvSpPr>
        <p:spPr>
          <a:xfrm>
            <a:off x="2626105" y="1628775"/>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決算トランザクションの動きでニーズを掴む</a:t>
            </a:r>
          </a:p>
        </p:txBody>
      </p:sp>
      <p:sp>
        <p:nvSpPr>
          <p:cNvPr id="13" name="正方形/長方形 12">
            <a:extLst>
              <a:ext uri="{FF2B5EF4-FFF2-40B4-BE49-F238E27FC236}">
                <a16:creationId xmlns:a16="http://schemas.microsoft.com/office/drawing/2014/main" id="{DF556B58-9F39-8D3F-564F-A74A893CA98E}"/>
              </a:ext>
            </a:extLst>
          </p:cNvPr>
          <p:cNvSpPr/>
          <p:nvPr/>
        </p:nvSpPr>
        <p:spPr>
          <a:xfrm>
            <a:off x="2626105" y="3026050"/>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お金を必要とする相手にジャストインタイムでリーチする</a:t>
            </a:r>
          </a:p>
        </p:txBody>
      </p:sp>
      <p:sp>
        <p:nvSpPr>
          <p:cNvPr id="14" name="正方形/長方形 13">
            <a:extLst>
              <a:ext uri="{FF2B5EF4-FFF2-40B4-BE49-F238E27FC236}">
                <a16:creationId xmlns:a16="http://schemas.microsoft.com/office/drawing/2014/main" id="{C37CC258-2078-0FAA-EA5F-D01DD897736D}"/>
              </a:ext>
            </a:extLst>
          </p:cNvPr>
          <p:cNvSpPr/>
          <p:nvPr/>
        </p:nvSpPr>
        <p:spPr>
          <a:xfrm>
            <a:off x="2626105" y="4146672"/>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より多くのお金が融資されることで設備投資が増大する</a:t>
            </a:r>
          </a:p>
        </p:txBody>
      </p:sp>
      <p:sp>
        <p:nvSpPr>
          <p:cNvPr id="15" name="正方形/長方形 14">
            <a:extLst>
              <a:ext uri="{FF2B5EF4-FFF2-40B4-BE49-F238E27FC236}">
                <a16:creationId xmlns:a16="http://schemas.microsoft.com/office/drawing/2014/main" id="{58B2F8F6-EBEE-3452-3A7E-98F3A63696D9}"/>
              </a:ext>
            </a:extLst>
          </p:cNvPr>
          <p:cNvSpPr/>
          <p:nvPr/>
        </p:nvSpPr>
        <p:spPr>
          <a:xfrm>
            <a:off x="2626105" y="5543947"/>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資金調達・決済・運用手法が多様化し，取引コストが低下する</a:t>
            </a:r>
          </a:p>
        </p:txBody>
      </p:sp>
      <p:sp>
        <p:nvSpPr>
          <p:cNvPr id="17" name="テキスト ボックス 16">
            <a:extLst>
              <a:ext uri="{FF2B5EF4-FFF2-40B4-BE49-F238E27FC236}">
                <a16:creationId xmlns:a16="http://schemas.microsoft.com/office/drawing/2014/main" id="{9C915344-3979-C1D8-18E1-01D6A074A70D}"/>
              </a:ext>
            </a:extLst>
          </p:cNvPr>
          <p:cNvSpPr txBox="1"/>
          <p:nvPr/>
        </p:nvSpPr>
        <p:spPr>
          <a:xfrm>
            <a:off x="6798724" y="1628776"/>
            <a:ext cx="215444" cy="2160588"/>
          </a:xfrm>
          <a:prstGeom prst="rect">
            <a:avLst/>
          </a:prstGeom>
          <a:solidFill>
            <a:schemeClr val="accent2">
              <a:lumMod val="40000"/>
              <a:lumOff val="60000"/>
            </a:schemeClr>
          </a:solidFill>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ライフスタイルの変化</a:t>
            </a:r>
          </a:p>
        </p:txBody>
      </p:sp>
      <p:sp>
        <p:nvSpPr>
          <p:cNvPr id="18" name="テキスト ボックス 17">
            <a:extLst>
              <a:ext uri="{FF2B5EF4-FFF2-40B4-BE49-F238E27FC236}">
                <a16:creationId xmlns:a16="http://schemas.microsoft.com/office/drawing/2014/main" id="{20B2D211-51BB-9D08-1D30-6A8BE29B3A5B}"/>
              </a:ext>
            </a:extLst>
          </p:cNvPr>
          <p:cNvSpPr txBox="1"/>
          <p:nvPr/>
        </p:nvSpPr>
        <p:spPr>
          <a:xfrm>
            <a:off x="6798724" y="4146675"/>
            <a:ext cx="215444" cy="2159275"/>
          </a:xfrm>
          <a:prstGeom prst="rect">
            <a:avLst/>
          </a:prstGeom>
          <a:solidFill>
            <a:schemeClr val="accent2">
              <a:lumMod val="40000"/>
              <a:lumOff val="60000"/>
            </a:schemeClr>
          </a:solidFill>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ビジネス環境の変化</a:t>
            </a:r>
          </a:p>
        </p:txBody>
      </p:sp>
      <p:sp>
        <p:nvSpPr>
          <p:cNvPr id="19" name="二等辺三角形 18">
            <a:extLst>
              <a:ext uri="{FF2B5EF4-FFF2-40B4-BE49-F238E27FC236}">
                <a16:creationId xmlns:a16="http://schemas.microsoft.com/office/drawing/2014/main" id="{1BDDEF51-59C6-8391-93A0-9FF28A8E6901}"/>
              </a:ext>
              <a:ext uri="{C183D7F6-B498-43B3-948B-1728B52AA6E4}">
                <adec:decorative xmlns:adec="http://schemas.microsoft.com/office/drawing/2017/decorative" val="1"/>
              </a:ext>
            </a:extLst>
          </p:cNvPr>
          <p:cNvSpPr/>
          <p:nvPr/>
        </p:nvSpPr>
        <p:spPr>
          <a:xfrm rot="5400000">
            <a:off x="3455990" y="3768698"/>
            <a:ext cx="4521200" cy="400110"/>
          </a:xfrm>
          <a:prstGeom prs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42C5E3FF-7E6F-E9A8-1C2B-5E80B3CE95D5}"/>
              </a:ext>
            </a:extLst>
          </p:cNvPr>
          <p:cNvSpPr/>
          <p:nvPr/>
        </p:nvSpPr>
        <p:spPr>
          <a:xfrm>
            <a:off x="7218302" y="1628775"/>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ファイナンシャルプランニングが一般化</a:t>
            </a:r>
          </a:p>
        </p:txBody>
      </p:sp>
      <p:sp>
        <p:nvSpPr>
          <p:cNvPr id="21" name="正方形/長方形 20">
            <a:extLst>
              <a:ext uri="{FF2B5EF4-FFF2-40B4-BE49-F238E27FC236}">
                <a16:creationId xmlns:a16="http://schemas.microsoft.com/office/drawing/2014/main" id="{10FBCE7D-B6B1-A0DE-2544-BB8DC25AE036}"/>
              </a:ext>
            </a:extLst>
          </p:cNvPr>
          <p:cNvSpPr/>
          <p:nvPr/>
        </p:nvSpPr>
        <p:spPr>
          <a:xfrm>
            <a:off x="7218302" y="3033713"/>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電子マネーで決済できる範囲の拡大</a:t>
            </a:r>
          </a:p>
        </p:txBody>
      </p:sp>
      <p:sp>
        <p:nvSpPr>
          <p:cNvPr id="22" name="正方形/長方形 21">
            <a:extLst>
              <a:ext uri="{FF2B5EF4-FFF2-40B4-BE49-F238E27FC236}">
                <a16:creationId xmlns:a16="http://schemas.microsoft.com/office/drawing/2014/main" id="{178C9163-7031-3BE7-11A4-FE9CD6F7706F}"/>
              </a:ext>
            </a:extLst>
          </p:cNvPr>
          <p:cNvSpPr/>
          <p:nvPr/>
        </p:nvSpPr>
        <p:spPr>
          <a:xfrm>
            <a:off x="7218302" y="4149726"/>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ファームバンキングの高度化</a:t>
            </a:r>
          </a:p>
        </p:txBody>
      </p:sp>
      <p:sp>
        <p:nvSpPr>
          <p:cNvPr id="24" name="正方形/長方形 23">
            <a:extLst>
              <a:ext uri="{FF2B5EF4-FFF2-40B4-BE49-F238E27FC236}">
                <a16:creationId xmlns:a16="http://schemas.microsoft.com/office/drawing/2014/main" id="{41809158-0534-D582-FAEB-D8C863B6A6CD}"/>
              </a:ext>
            </a:extLst>
          </p:cNvPr>
          <p:cNvSpPr/>
          <p:nvPr/>
        </p:nvSpPr>
        <p:spPr>
          <a:xfrm>
            <a:off x="7218302" y="5833269"/>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ビジネスプロセスアウトソーシングの浸透</a:t>
            </a:r>
          </a:p>
        </p:txBody>
      </p:sp>
      <p:sp>
        <p:nvSpPr>
          <p:cNvPr id="25" name="正方形/長方形 24">
            <a:extLst>
              <a:ext uri="{FF2B5EF4-FFF2-40B4-BE49-F238E27FC236}">
                <a16:creationId xmlns:a16="http://schemas.microsoft.com/office/drawing/2014/main" id="{E672F240-4796-20D4-FC32-80CFCEB96DC4}"/>
              </a:ext>
            </a:extLst>
          </p:cNvPr>
          <p:cNvSpPr/>
          <p:nvPr/>
        </p:nvSpPr>
        <p:spPr>
          <a:xfrm>
            <a:off x="7218302" y="4965943"/>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機動的投資の割合</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UP</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27" name="直線コネクタ 26">
            <a:extLst>
              <a:ext uri="{FF2B5EF4-FFF2-40B4-BE49-F238E27FC236}">
                <a16:creationId xmlns:a16="http://schemas.microsoft.com/office/drawing/2014/main" id="{6DF07820-61BB-4198-065D-57B758466BE4}"/>
              </a:ext>
              <a:ext uri="{C183D7F6-B498-43B3-948B-1728B52AA6E4}">
                <adec:decorative xmlns:adec="http://schemas.microsoft.com/office/drawing/2017/decorative" val="1"/>
              </a:ext>
            </a:extLst>
          </p:cNvPr>
          <p:cNvCxnSpPr>
            <a:cxnSpLocks/>
            <a:stCxn id="22" idx="2"/>
            <a:endCxn id="25" idx="0"/>
          </p:cNvCxnSpPr>
          <p:nvPr/>
        </p:nvCxnSpPr>
        <p:spPr>
          <a:xfrm>
            <a:off x="8238535" y="4627565"/>
            <a:ext cx="0" cy="338380"/>
          </a:xfrm>
          <a:prstGeom prst="line">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DE4E843-87E1-4940-36D1-6F7373D8AA10}"/>
              </a:ext>
              <a:ext uri="{C183D7F6-B498-43B3-948B-1728B52AA6E4}">
                <adec:decorative xmlns:adec="http://schemas.microsoft.com/office/drawing/2017/decorative" val="1"/>
              </a:ext>
            </a:extLst>
          </p:cNvPr>
          <p:cNvCxnSpPr>
            <a:cxnSpLocks/>
            <a:stCxn id="24" idx="0"/>
            <a:endCxn id="25" idx="2"/>
          </p:cNvCxnSpPr>
          <p:nvPr/>
        </p:nvCxnSpPr>
        <p:spPr>
          <a:xfrm flipV="1">
            <a:off x="8238535" y="5443781"/>
            <a:ext cx="0" cy="389488"/>
          </a:xfrm>
          <a:prstGeom prst="line">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四角形: 角を丸くする 32">
            <a:extLst>
              <a:ext uri="{FF2B5EF4-FFF2-40B4-BE49-F238E27FC236}">
                <a16:creationId xmlns:a16="http://schemas.microsoft.com/office/drawing/2014/main" id="{73DC783A-1762-7304-3784-D680EA68CFD9}"/>
              </a:ext>
            </a:extLst>
          </p:cNvPr>
          <p:cNvSpPr/>
          <p:nvPr/>
        </p:nvSpPr>
        <p:spPr>
          <a:xfrm>
            <a:off x="10024535" y="2660937"/>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【1】</a:t>
            </a: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電子マネー比率</a:t>
            </a:r>
          </a:p>
        </p:txBody>
      </p:sp>
      <p:sp>
        <p:nvSpPr>
          <p:cNvPr id="34" name="四角形: 角を丸くする 33">
            <a:extLst>
              <a:ext uri="{FF2B5EF4-FFF2-40B4-BE49-F238E27FC236}">
                <a16:creationId xmlns:a16="http://schemas.microsoft.com/office/drawing/2014/main" id="{08829AEB-32CA-CBED-4B5B-AF5C1FFDBBB9}"/>
              </a:ext>
            </a:extLst>
          </p:cNvPr>
          <p:cNvSpPr/>
          <p:nvPr/>
        </p:nvSpPr>
        <p:spPr>
          <a:xfrm>
            <a:off x="10024535" y="4149725"/>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【2】</a:t>
            </a: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資金調達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リードタイム</a:t>
            </a:r>
          </a:p>
        </p:txBody>
      </p:sp>
      <p:sp>
        <p:nvSpPr>
          <p:cNvPr id="35" name="四角形: 角を丸くする 34">
            <a:extLst>
              <a:ext uri="{FF2B5EF4-FFF2-40B4-BE49-F238E27FC236}">
                <a16:creationId xmlns:a16="http://schemas.microsoft.com/office/drawing/2014/main" id="{1C49B676-0C8A-F3DC-7172-9207307803AB}"/>
              </a:ext>
            </a:extLst>
          </p:cNvPr>
          <p:cNvSpPr/>
          <p:nvPr/>
        </p:nvSpPr>
        <p:spPr>
          <a:xfrm>
            <a:off x="10024535" y="5543946"/>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BPO</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導入率</a:t>
            </a:r>
          </a:p>
        </p:txBody>
      </p:sp>
      <p:cxnSp>
        <p:nvCxnSpPr>
          <p:cNvPr id="40" name="直線コネクタ 39">
            <a:extLst>
              <a:ext uri="{FF2B5EF4-FFF2-40B4-BE49-F238E27FC236}">
                <a16:creationId xmlns:a16="http://schemas.microsoft.com/office/drawing/2014/main" id="{674C34D6-1E5D-DB79-5728-A357C01A7ADE}"/>
              </a:ext>
              <a:ext uri="{C183D7F6-B498-43B3-948B-1728B52AA6E4}">
                <adec:decorative xmlns:adec="http://schemas.microsoft.com/office/drawing/2017/decorative" val="1"/>
              </a:ext>
            </a:extLst>
          </p:cNvPr>
          <p:cNvCxnSpPr>
            <a:cxnSpLocks/>
            <a:endCxn id="10" idx="1"/>
          </p:cNvCxnSpPr>
          <p:nvPr/>
        </p:nvCxnSpPr>
        <p:spPr>
          <a:xfrm>
            <a:off x="808100" y="2709073"/>
            <a:ext cx="715902" cy="1"/>
          </a:xfrm>
          <a:prstGeom prst="line">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356D2E77-E0B1-51EC-6B42-9A086A25907F}"/>
              </a:ext>
              <a:ext uri="{C183D7F6-B498-43B3-948B-1728B52AA6E4}">
                <adec:decorative xmlns:adec="http://schemas.microsoft.com/office/drawing/2017/decorative" val="1"/>
              </a:ext>
            </a:extLst>
          </p:cNvPr>
          <p:cNvCxnSpPr>
            <a:cxnSpLocks/>
          </p:cNvCxnSpPr>
          <p:nvPr/>
        </p:nvCxnSpPr>
        <p:spPr>
          <a:xfrm>
            <a:off x="808100" y="5204867"/>
            <a:ext cx="715902" cy="1"/>
          </a:xfrm>
          <a:prstGeom prst="line">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7325292"/>
      </p:ext>
    </p:extLst>
  </p:cSld>
  <p:clrMapOvr>
    <a:masterClrMapping/>
  </p:clrMapOvr>
</p:sld>
</file>

<file path=ppt/theme/theme1.xml><?xml version="1.0" encoding="utf-8"?>
<a:theme xmlns:a="http://schemas.openxmlformats.org/drawingml/2006/main" name="Office テーマ">
  <a:themeElements>
    <a:clrScheme name="ユーザー定義 2">
      <a:dk1>
        <a:sysClr val="windowText" lastClr="000000"/>
      </a:dk1>
      <a:lt1>
        <a:sysClr val="window" lastClr="FFFFFF"/>
      </a:lt1>
      <a:dk2>
        <a:srgbClr val="17406D"/>
      </a:dk2>
      <a:lt2>
        <a:srgbClr val="DBEFF9"/>
      </a:lt2>
      <a:accent1>
        <a:srgbClr val="0000FF"/>
      </a:accent1>
      <a:accent2>
        <a:srgbClr val="0096FA"/>
      </a:accent2>
      <a:accent3>
        <a:srgbClr val="0096C8"/>
      </a:accent3>
      <a:accent4>
        <a:srgbClr val="C80000"/>
      </a:accent4>
      <a:accent5>
        <a:srgbClr val="FF9600"/>
      </a:accent5>
      <a:accent6>
        <a:srgbClr val="FFC800"/>
      </a:accent6>
      <a:hlink>
        <a:srgbClr val="59A9F2"/>
      </a:hlink>
      <a:folHlink>
        <a:srgbClr val="BFBFBF"/>
      </a:folHlink>
    </a:clrScheme>
    <a:fontScheme name="Arial-MeiryoUI">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spPr>
      <a:bodyPr lIns="0" tIns="0" rIns="0" bIns="0" rtlCol="0" anchor="t" anchorCtr="0"/>
      <a:lstStyle>
        <a:defPPr algn="l">
          <a:defRPr kumimoji="1" sz="1400" dirty="0" smtClean="0">
            <a:solidFill>
              <a:schemeClr val="tx1"/>
            </a:solidFill>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2">
              <a:lumMod val="60000"/>
              <a:lumOff val="40000"/>
            </a:schemeClr>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nchorCtr="0">
        <a:spAutoFit/>
      </a:bodyPr>
      <a:lstStyle>
        <a:defPPr marL="182563" indent="-182563" algn="l">
          <a:buFont typeface="Arial" panose="020B0604020202020204" pitchFamily="34" charset="0"/>
          <a:buChar char="•"/>
          <a:defRPr kumimoji="1" sz="1400" dirty="0" smtClean="0">
            <a:latin typeface="BIZ UDPゴシック" panose="020B0400000000000000" pitchFamily="50" charset="-128"/>
            <a:ea typeface="BIZ UDPゴシック" panose="020B0400000000000000" pitchFamily="50" charset="-128"/>
          </a:defRPr>
        </a:defPPr>
      </a:lstStyle>
    </a:txDef>
  </a:objectDefaults>
  <a:extraClrSchemeLst/>
  <a:extLst>
    <a:ext uri="{05A4C25C-085E-4340-85A3-A5531E510DB2}">
      <thm15:themeFamily xmlns:thm15="http://schemas.microsoft.com/office/thememl/2012/main" name="プレゼンテーション1" id="{D8B7F87A-2FF0-4110-85F3-D07E1A73FDFD}" vid="{47124C65-9A2E-4C5C-A72F-101C2ED18D7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148</TotalTime>
  <Words>6063</Words>
  <Application>Microsoft Office PowerPoint</Application>
  <PresentationFormat>ワイド画面</PresentationFormat>
  <Paragraphs>1023</Paragraphs>
  <Slides>30</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30</vt:i4>
      </vt:variant>
    </vt:vector>
  </HeadingPairs>
  <TitlesOfParts>
    <vt:vector size="36" baseType="lpstr">
      <vt:lpstr>BIZ UDPゴシック</vt:lpstr>
      <vt:lpstr>メイリオ</vt:lpstr>
      <vt:lpstr>游ゴシック</vt:lpstr>
      <vt:lpstr>Arial</vt:lpstr>
      <vt:lpstr>Wingdings</vt:lpstr>
      <vt:lpstr>Office テーマ</vt:lpstr>
      <vt:lpstr>第4回 システム要件確認会</vt:lpstr>
      <vt:lpstr>浜通り地域の産業集積状況の把握を目的に、福島県の産業実態調査を実施した</vt:lpstr>
      <vt:lpstr>本事業の背景/目的 と 基本方針</vt:lpstr>
      <vt:lpstr>背景・プロジェクト目的</vt:lpstr>
      <vt:lpstr>プロジェクト憲章</vt:lpstr>
      <vt:lpstr>体制 - WBS</vt:lpstr>
      <vt:lpstr>コミュニケーションルール</vt:lpstr>
      <vt:lpstr>責任分担表</vt:lpstr>
      <vt:lpstr>RACIチャート</vt:lpstr>
      <vt:lpstr>成果物構造 - WBS</vt:lpstr>
      <vt:lpstr>動機付け構造 - WBS</vt:lpstr>
      <vt:lpstr>課題ログ</vt:lpstr>
      <vt:lpstr>カスタマージャーニーの作成方法</vt:lpstr>
      <vt:lpstr>新たなライフスタイルを構築した社会イメージ実現に向けた検討ステップ</vt:lpstr>
      <vt:lpstr>進め方の全体像</vt:lpstr>
      <vt:lpstr>M&amp;Aアドバイザリーの主な業務</vt:lpstr>
      <vt:lpstr>昨年度までの課題と対応検討</vt:lpstr>
      <vt:lpstr>示唆</vt:lpstr>
      <vt:lpstr>洋上風力産業の集積事例：需要の予見性、サプライチェーン国内化の推進、 政府による資金支援が集積成功に寄与</vt:lpstr>
      <vt:lpstr>民間企業の産業集積・立地に関して、各産業別に異なる投資阻害要因が存在 これらの解消に寄与しうる政府支援策を検討する必要がある</vt:lpstr>
      <vt:lpstr>サプライチェーン構造</vt:lpstr>
      <vt:lpstr>フレームワーク一覧</vt:lpstr>
      <vt:lpstr>フレームワーク一覧</vt:lpstr>
      <vt:lpstr>各国企業における事業機会と連携の課題</vt:lpstr>
      <vt:lpstr>どのようなインセンティブを選択するか、どのような水準とするか、複数の指標によって評価</vt:lpstr>
      <vt:lpstr>心理的安全性を作るリーダーの具体的行動</vt:lpstr>
      <vt:lpstr>データ越境のヒアリング調査対象企業</vt:lpstr>
      <vt:lpstr>フレームワーク一覧</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Kazu ENDO</dc:creator>
  <cp:lastModifiedBy>Kazu ENDO</cp:lastModifiedBy>
  <cp:revision>1</cp:revision>
  <dcterms:created xsi:type="dcterms:W3CDTF">2025-10-19T05:59:23Z</dcterms:created>
  <dcterms:modified xsi:type="dcterms:W3CDTF">2025-10-19T10:15:39Z</dcterms:modified>
</cp:coreProperties>
</file>