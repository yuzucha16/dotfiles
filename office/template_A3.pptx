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8" r:id="rId2"/>
    <p:sldId id="269" r:id="rId3"/>
  </p:sldIdLst>
  <p:sldSz cx="12801600" cy="9601200" type="A3"/>
  <p:notesSz cx="6858000" cy="9144000"/>
  <p:defaultTextStyle>
    <a:defPPr>
      <a:defRPr lang="ja-JP"/>
    </a:defPPr>
    <a:lvl1pPr marL="0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1pPr>
    <a:lvl2pPr marL="537590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2pPr>
    <a:lvl3pPr marL="1075183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3pPr>
    <a:lvl4pPr marL="1612773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4pPr>
    <a:lvl5pPr marL="2150365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5pPr>
    <a:lvl6pPr marL="2687955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6pPr>
    <a:lvl7pPr marL="3225545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7pPr>
    <a:lvl8pPr marL="3763138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8pPr>
    <a:lvl9pPr marL="4300728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032" userDrawn="1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orient="horz" pos="3342" userDrawn="1">
          <p15:clr>
            <a:srgbClr val="A4A3A4"/>
          </p15:clr>
        </p15:guide>
        <p15:guide id="5" orient="horz" pos="36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1BB"/>
    <a:srgbClr val="99B7CB"/>
    <a:srgbClr val="C1E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E86058-1B17-426E-8565-B80CC77630F3}" v="20" dt="2025-10-10T15:18:29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3" autoAdjust="0"/>
    <p:restoredTop sz="96234" autoAdjust="0"/>
  </p:normalViewPr>
  <p:slideViewPr>
    <p:cSldViewPr snapToGrid="0" showGuides="1">
      <p:cViewPr varScale="1">
        <p:scale>
          <a:sx n="76" d="100"/>
          <a:sy n="76" d="100"/>
        </p:scale>
        <p:origin x="778" y="53"/>
      </p:cViewPr>
      <p:guideLst>
        <p:guide pos="4032"/>
        <p:guide orient="horz"/>
        <p:guide orient="horz" pos="3342"/>
        <p:guide orient="horz" pos="3660"/>
      </p:guideLst>
    </p:cSldViewPr>
  </p:slideViewPr>
  <p:outlineViewPr>
    <p:cViewPr>
      <p:scale>
        <a:sx n="33" d="100"/>
        <a:sy n="33" d="100"/>
      </p:scale>
      <p:origin x="0" y="-412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2755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zu ENDO" userId="394a0fe494bc10a7" providerId="LiveId" clId="{9B94F21E-C83F-4FE9-9F96-8B842C8D39FE}"/>
    <pc:docChg chg="undo custSel addSld modSld">
      <pc:chgData name="Kazu ENDO" userId="394a0fe494bc10a7" providerId="LiveId" clId="{9B94F21E-C83F-4FE9-9F96-8B842C8D39FE}" dt="2025-10-10T15:19:49.675" v="467" actId="20577"/>
      <pc:docMkLst>
        <pc:docMk/>
      </pc:docMkLst>
      <pc:sldChg chg="addSp modSp">
        <pc:chgData name="Kazu ENDO" userId="394a0fe494bc10a7" providerId="LiveId" clId="{9B94F21E-C83F-4FE9-9F96-8B842C8D39FE}" dt="2025-10-10T15:08:09.788" v="1"/>
        <pc:sldMkLst>
          <pc:docMk/>
          <pc:sldMk cId="1722897886" sldId="268"/>
        </pc:sldMkLst>
        <pc:spChg chg="add mod">
          <ac:chgData name="Kazu ENDO" userId="394a0fe494bc10a7" providerId="LiveId" clId="{9B94F21E-C83F-4FE9-9F96-8B842C8D39FE}" dt="2025-10-10T15:08:09.788" v="1"/>
          <ac:spMkLst>
            <pc:docMk/>
            <pc:sldMk cId="1722897886" sldId="268"/>
            <ac:spMk id="5" creationId="{8EE9C64C-D4A9-6F01-3274-405AA560656D}"/>
          </ac:spMkLst>
        </pc:spChg>
      </pc:sldChg>
      <pc:sldChg chg="addSp delSp modSp add mod">
        <pc:chgData name="Kazu ENDO" userId="394a0fe494bc10a7" providerId="LiveId" clId="{9B94F21E-C83F-4FE9-9F96-8B842C8D39FE}" dt="2025-10-10T15:19:49.675" v="467" actId="20577"/>
        <pc:sldMkLst>
          <pc:docMk/>
          <pc:sldMk cId="4166541382" sldId="269"/>
        </pc:sldMkLst>
        <pc:spChg chg="mod">
          <ac:chgData name="Kazu ENDO" userId="394a0fe494bc10a7" providerId="LiveId" clId="{9B94F21E-C83F-4FE9-9F96-8B842C8D39FE}" dt="2025-10-10T15:19:30.670" v="455" actId="20577"/>
          <ac:spMkLst>
            <pc:docMk/>
            <pc:sldMk cId="4166541382" sldId="269"/>
            <ac:spMk id="2" creationId="{DD95FA49-DF0D-031F-CC3F-1E4899C021DD}"/>
          </ac:spMkLst>
        </pc:spChg>
        <pc:spChg chg="add mod">
          <ac:chgData name="Kazu ENDO" userId="394a0fe494bc10a7" providerId="LiveId" clId="{9B94F21E-C83F-4FE9-9F96-8B842C8D39FE}" dt="2025-10-10T15:15:16.436" v="373" actId="14100"/>
          <ac:spMkLst>
            <pc:docMk/>
            <pc:sldMk cId="4166541382" sldId="269"/>
            <ac:spMk id="5" creationId="{B5EA8160-3E21-DFEC-4610-8DF4BEBEF6E3}"/>
          </ac:spMkLst>
        </pc:spChg>
        <pc:spChg chg="add mod">
          <ac:chgData name="Kazu ENDO" userId="394a0fe494bc10a7" providerId="LiveId" clId="{9B94F21E-C83F-4FE9-9F96-8B842C8D39FE}" dt="2025-10-10T15:15:12.298" v="372" actId="1076"/>
          <ac:spMkLst>
            <pc:docMk/>
            <pc:sldMk cId="4166541382" sldId="269"/>
            <ac:spMk id="6" creationId="{671A6668-469C-B606-4078-45F2C6616B83}"/>
          </ac:spMkLst>
        </pc:spChg>
        <pc:spChg chg="add mod">
          <ac:chgData name="Kazu ENDO" userId="394a0fe494bc10a7" providerId="LiveId" clId="{9B94F21E-C83F-4FE9-9F96-8B842C8D39FE}" dt="2025-10-10T15:15:40.067" v="375" actId="1076"/>
          <ac:spMkLst>
            <pc:docMk/>
            <pc:sldMk cId="4166541382" sldId="269"/>
            <ac:spMk id="7" creationId="{11B426EC-4AE7-748C-A000-DF33AB3F8E14}"/>
          </ac:spMkLst>
        </pc:spChg>
        <pc:spChg chg="del">
          <ac:chgData name="Kazu ENDO" userId="394a0fe494bc10a7" providerId="LiveId" clId="{9B94F21E-C83F-4FE9-9F96-8B842C8D39FE}" dt="2025-10-10T15:09:34.213" v="3" actId="478"/>
          <ac:spMkLst>
            <pc:docMk/>
            <pc:sldMk cId="4166541382" sldId="269"/>
            <ac:spMk id="11" creationId="{AA4D2B97-44F4-2E35-89E2-5C7862C9536E}"/>
          </ac:spMkLst>
        </pc:spChg>
        <pc:spChg chg="del">
          <ac:chgData name="Kazu ENDO" userId="394a0fe494bc10a7" providerId="LiveId" clId="{9B94F21E-C83F-4FE9-9F96-8B842C8D39FE}" dt="2025-10-10T15:09:34.213" v="3" actId="478"/>
          <ac:spMkLst>
            <pc:docMk/>
            <pc:sldMk cId="4166541382" sldId="269"/>
            <ac:spMk id="12" creationId="{0BB76BAE-152C-35A2-71EE-5A326515F90D}"/>
          </ac:spMkLst>
        </pc:spChg>
        <pc:spChg chg="del">
          <ac:chgData name="Kazu ENDO" userId="394a0fe494bc10a7" providerId="LiveId" clId="{9B94F21E-C83F-4FE9-9F96-8B842C8D39FE}" dt="2025-10-10T15:09:34.213" v="3" actId="478"/>
          <ac:spMkLst>
            <pc:docMk/>
            <pc:sldMk cId="4166541382" sldId="269"/>
            <ac:spMk id="14" creationId="{19F9C0D0-8A0F-EA7E-812A-17D1A1CD5867}"/>
          </ac:spMkLst>
        </pc:spChg>
        <pc:spChg chg="del">
          <ac:chgData name="Kazu ENDO" userId="394a0fe494bc10a7" providerId="LiveId" clId="{9B94F21E-C83F-4FE9-9F96-8B842C8D39FE}" dt="2025-10-10T15:09:34.213" v="3" actId="478"/>
          <ac:spMkLst>
            <pc:docMk/>
            <pc:sldMk cId="4166541382" sldId="269"/>
            <ac:spMk id="22" creationId="{C66C46B5-971F-B1FF-E127-4BE1E7302D54}"/>
          </ac:spMkLst>
        </pc:spChg>
        <pc:spChg chg="del">
          <ac:chgData name="Kazu ENDO" userId="394a0fe494bc10a7" providerId="LiveId" clId="{9B94F21E-C83F-4FE9-9F96-8B842C8D39FE}" dt="2025-10-10T15:09:35.894" v="4" actId="478"/>
          <ac:spMkLst>
            <pc:docMk/>
            <pc:sldMk cId="4166541382" sldId="269"/>
            <ac:spMk id="25" creationId="{23864075-E3EC-78E2-C659-3F32F045C3E2}"/>
          </ac:spMkLst>
        </pc:spChg>
        <pc:spChg chg="del">
          <ac:chgData name="Kazu ENDO" userId="394a0fe494bc10a7" providerId="LiveId" clId="{9B94F21E-C83F-4FE9-9F96-8B842C8D39FE}" dt="2025-10-10T15:09:37.333" v="5" actId="478"/>
          <ac:spMkLst>
            <pc:docMk/>
            <pc:sldMk cId="4166541382" sldId="269"/>
            <ac:spMk id="27" creationId="{067D3074-391F-C855-99A3-8760FF748D9D}"/>
          </ac:spMkLst>
        </pc:spChg>
        <pc:spChg chg="del">
          <ac:chgData name="Kazu ENDO" userId="394a0fe494bc10a7" providerId="LiveId" clId="{9B94F21E-C83F-4FE9-9F96-8B842C8D39FE}" dt="2025-10-10T15:09:38.016" v="6" actId="478"/>
          <ac:spMkLst>
            <pc:docMk/>
            <pc:sldMk cId="4166541382" sldId="269"/>
            <ac:spMk id="28" creationId="{4C059CE3-3B33-55E2-795C-0BD35F54F046}"/>
          </ac:spMkLst>
        </pc:spChg>
        <pc:spChg chg="del mod">
          <ac:chgData name="Kazu ENDO" userId="394a0fe494bc10a7" providerId="LiveId" clId="{9B94F21E-C83F-4FE9-9F96-8B842C8D39FE}" dt="2025-10-10T15:09:43.421" v="9" actId="478"/>
          <ac:spMkLst>
            <pc:docMk/>
            <pc:sldMk cId="4166541382" sldId="269"/>
            <ac:spMk id="31" creationId="{57ECA6E2-22BD-4013-D336-F4F20985460E}"/>
          </ac:spMkLst>
        </pc:spChg>
        <pc:spChg chg="add mod">
          <ac:chgData name="Kazu ENDO" userId="394a0fe494bc10a7" providerId="LiveId" clId="{9B94F21E-C83F-4FE9-9F96-8B842C8D39FE}" dt="2025-10-10T15:16:01.503" v="378" actId="14100"/>
          <ac:spMkLst>
            <pc:docMk/>
            <pc:sldMk cId="4166541382" sldId="269"/>
            <ac:spMk id="33" creationId="{1B78DB62-EA79-98B7-978B-874BEAF78712}"/>
          </ac:spMkLst>
        </pc:spChg>
        <pc:spChg chg="add mod">
          <ac:chgData name="Kazu ENDO" userId="394a0fe494bc10a7" providerId="LiveId" clId="{9B94F21E-C83F-4FE9-9F96-8B842C8D39FE}" dt="2025-10-10T15:11:42.761" v="88" actId="20577"/>
          <ac:spMkLst>
            <pc:docMk/>
            <pc:sldMk cId="4166541382" sldId="269"/>
            <ac:spMk id="34" creationId="{8454559F-8DDF-B030-01C0-5F27763DB67F}"/>
          </ac:spMkLst>
        </pc:spChg>
        <pc:spChg chg="add mod">
          <ac:chgData name="Kazu ENDO" userId="394a0fe494bc10a7" providerId="LiveId" clId="{9B94F21E-C83F-4FE9-9F96-8B842C8D39FE}" dt="2025-10-10T15:16:39.370" v="382" actId="207"/>
          <ac:spMkLst>
            <pc:docMk/>
            <pc:sldMk cId="4166541382" sldId="269"/>
            <ac:spMk id="35" creationId="{446CB483-A1D4-24B7-F41C-7835DA6C4AD0}"/>
          </ac:spMkLst>
        </pc:spChg>
        <pc:spChg chg="add mod">
          <ac:chgData name="Kazu ENDO" userId="394a0fe494bc10a7" providerId="LiveId" clId="{9B94F21E-C83F-4FE9-9F96-8B842C8D39FE}" dt="2025-10-10T15:15:23.091" v="374" actId="207"/>
          <ac:spMkLst>
            <pc:docMk/>
            <pc:sldMk cId="4166541382" sldId="269"/>
            <ac:spMk id="36" creationId="{A8504FBE-962A-B4A1-66B8-ECDA3478E675}"/>
          </ac:spMkLst>
        </pc:spChg>
        <pc:spChg chg="add mod">
          <ac:chgData name="Kazu ENDO" userId="394a0fe494bc10a7" providerId="LiveId" clId="{9B94F21E-C83F-4FE9-9F96-8B842C8D39FE}" dt="2025-10-10T15:19:05.297" v="426" actId="14100"/>
          <ac:spMkLst>
            <pc:docMk/>
            <pc:sldMk cId="4166541382" sldId="269"/>
            <ac:spMk id="37" creationId="{092FF764-FD9B-AB4C-0B77-470843590024}"/>
          </ac:spMkLst>
        </pc:spChg>
        <pc:spChg chg="add mod">
          <ac:chgData name="Kazu ENDO" userId="394a0fe494bc10a7" providerId="LiveId" clId="{9B94F21E-C83F-4FE9-9F96-8B842C8D39FE}" dt="2025-10-10T15:15:52.584" v="376" actId="1076"/>
          <ac:spMkLst>
            <pc:docMk/>
            <pc:sldMk cId="4166541382" sldId="269"/>
            <ac:spMk id="38" creationId="{9281E6EA-E832-E4BC-DC5F-E17AD2E28C3B}"/>
          </ac:spMkLst>
        </pc:spChg>
        <pc:spChg chg="add mod">
          <ac:chgData name="Kazu ENDO" userId="394a0fe494bc10a7" providerId="LiveId" clId="{9B94F21E-C83F-4FE9-9F96-8B842C8D39FE}" dt="2025-10-10T15:16:24.692" v="380" actId="11"/>
          <ac:spMkLst>
            <pc:docMk/>
            <pc:sldMk cId="4166541382" sldId="269"/>
            <ac:spMk id="39" creationId="{7D22506E-8B20-2FC5-C4B3-6239DB6C9D7C}"/>
          </ac:spMkLst>
        </pc:spChg>
        <pc:spChg chg="add mod">
          <ac:chgData name="Kazu ENDO" userId="394a0fe494bc10a7" providerId="LiveId" clId="{9B94F21E-C83F-4FE9-9F96-8B842C8D39FE}" dt="2025-10-10T15:16:32.379" v="381" actId="571"/>
          <ac:spMkLst>
            <pc:docMk/>
            <pc:sldMk cId="4166541382" sldId="269"/>
            <ac:spMk id="40" creationId="{CC4F540A-1588-79D7-AACF-CCB6FA5B60CA}"/>
          </ac:spMkLst>
        </pc:spChg>
        <pc:spChg chg="add mod">
          <ac:chgData name="Kazu ENDO" userId="394a0fe494bc10a7" providerId="LiveId" clId="{9B94F21E-C83F-4FE9-9F96-8B842C8D39FE}" dt="2025-10-10T15:17:49.078" v="410" actId="20577"/>
          <ac:spMkLst>
            <pc:docMk/>
            <pc:sldMk cId="4166541382" sldId="269"/>
            <ac:spMk id="41" creationId="{F7E5E926-6EA7-5A6F-0B72-F4665D74C519}"/>
          </ac:spMkLst>
        </pc:spChg>
        <pc:spChg chg="add mod">
          <ac:chgData name="Kazu ENDO" userId="394a0fe494bc10a7" providerId="LiveId" clId="{9B94F21E-C83F-4FE9-9F96-8B842C8D39FE}" dt="2025-10-10T15:17:03.710" v="385" actId="1076"/>
          <ac:spMkLst>
            <pc:docMk/>
            <pc:sldMk cId="4166541382" sldId="269"/>
            <ac:spMk id="42" creationId="{E46D93FC-6986-CF97-6E9D-EED646ADAC35}"/>
          </ac:spMkLst>
        </pc:spChg>
        <pc:spChg chg="add mod">
          <ac:chgData name="Kazu ENDO" userId="394a0fe494bc10a7" providerId="LiveId" clId="{9B94F21E-C83F-4FE9-9F96-8B842C8D39FE}" dt="2025-10-10T15:19:42.363" v="458" actId="20577"/>
          <ac:spMkLst>
            <pc:docMk/>
            <pc:sldMk cId="4166541382" sldId="269"/>
            <ac:spMk id="43" creationId="{1E4D0B09-F64F-5EA1-BAB9-6222801B605A}"/>
          </ac:spMkLst>
        </pc:spChg>
        <pc:spChg chg="add mod">
          <ac:chgData name="Kazu ENDO" userId="394a0fe494bc10a7" providerId="LiveId" clId="{9B94F21E-C83F-4FE9-9F96-8B842C8D39FE}" dt="2025-10-10T15:17:03.710" v="385" actId="1076"/>
          <ac:spMkLst>
            <pc:docMk/>
            <pc:sldMk cId="4166541382" sldId="269"/>
            <ac:spMk id="44" creationId="{3320D914-393F-27B3-1714-C29D919223C2}"/>
          </ac:spMkLst>
        </pc:spChg>
        <pc:spChg chg="del">
          <ac:chgData name="Kazu ENDO" userId="394a0fe494bc10a7" providerId="LiveId" clId="{9B94F21E-C83F-4FE9-9F96-8B842C8D39FE}" dt="2025-10-10T15:09:34.213" v="3" actId="478"/>
          <ac:spMkLst>
            <pc:docMk/>
            <pc:sldMk cId="4166541382" sldId="269"/>
            <ac:spMk id="46" creationId="{4DFDDCE1-85EC-CFA5-72DC-7B17B9EADEF0}"/>
          </ac:spMkLst>
        </pc:spChg>
        <pc:spChg chg="add mod">
          <ac:chgData name="Kazu ENDO" userId="394a0fe494bc10a7" providerId="LiveId" clId="{9B94F21E-C83F-4FE9-9F96-8B842C8D39FE}" dt="2025-10-10T15:17:03.710" v="385" actId="1076"/>
          <ac:spMkLst>
            <pc:docMk/>
            <pc:sldMk cId="4166541382" sldId="269"/>
            <ac:spMk id="47" creationId="{D677FD25-3E6B-2399-4602-E6788EFE1BA9}"/>
          </ac:spMkLst>
        </pc:spChg>
        <pc:spChg chg="add mod">
          <ac:chgData name="Kazu ENDO" userId="394a0fe494bc10a7" providerId="LiveId" clId="{9B94F21E-C83F-4FE9-9F96-8B842C8D39FE}" dt="2025-10-10T15:17:03.710" v="385" actId="1076"/>
          <ac:spMkLst>
            <pc:docMk/>
            <pc:sldMk cId="4166541382" sldId="269"/>
            <ac:spMk id="48" creationId="{C350F2DB-4D65-5820-0E8F-FB17B93786AA}"/>
          </ac:spMkLst>
        </pc:spChg>
        <pc:spChg chg="add mod">
          <ac:chgData name="Kazu ENDO" userId="394a0fe494bc10a7" providerId="LiveId" clId="{9B94F21E-C83F-4FE9-9F96-8B842C8D39FE}" dt="2025-10-10T15:18:01.016" v="417" actId="20577"/>
          <ac:spMkLst>
            <pc:docMk/>
            <pc:sldMk cId="4166541382" sldId="269"/>
            <ac:spMk id="49" creationId="{4DA52F9D-7D04-4C45-EE7B-95BAB4D9B0E1}"/>
          </ac:spMkLst>
        </pc:spChg>
        <pc:spChg chg="del">
          <ac:chgData name="Kazu ENDO" userId="394a0fe494bc10a7" providerId="LiveId" clId="{9B94F21E-C83F-4FE9-9F96-8B842C8D39FE}" dt="2025-10-10T15:09:34.213" v="3" actId="478"/>
          <ac:spMkLst>
            <pc:docMk/>
            <pc:sldMk cId="4166541382" sldId="269"/>
            <ac:spMk id="50" creationId="{59E1C3E9-7824-4905-0443-43CBC5FB2CCA}"/>
          </ac:spMkLst>
        </pc:spChg>
        <pc:spChg chg="del">
          <ac:chgData name="Kazu ENDO" userId="394a0fe494bc10a7" providerId="LiveId" clId="{9B94F21E-C83F-4FE9-9F96-8B842C8D39FE}" dt="2025-10-10T15:09:34.213" v="3" actId="478"/>
          <ac:spMkLst>
            <pc:docMk/>
            <pc:sldMk cId="4166541382" sldId="269"/>
            <ac:spMk id="52" creationId="{4DA30D7B-BE0C-0FE0-D5E9-36FE787AF31A}"/>
          </ac:spMkLst>
        </pc:spChg>
        <pc:spChg chg="add mod">
          <ac:chgData name="Kazu ENDO" userId="394a0fe494bc10a7" providerId="LiveId" clId="{9B94F21E-C83F-4FE9-9F96-8B842C8D39FE}" dt="2025-10-10T15:17:13.535" v="387" actId="1076"/>
          <ac:spMkLst>
            <pc:docMk/>
            <pc:sldMk cId="4166541382" sldId="269"/>
            <ac:spMk id="53" creationId="{9A9BB347-24B1-ED2B-3C71-7E464856E08F}"/>
          </ac:spMkLst>
        </pc:spChg>
        <pc:spChg chg="add mod">
          <ac:chgData name="Kazu ENDO" userId="394a0fe494bc10a7" providerId="LiveId" clId="{9B94F21E-C83F-4FE9-9F96-8B842C8D39FE}" dt="2025-10-10T15:19:44.053" v="461" actId="20577"/>
          <ac:spMkLst>
            <pc:docMk/>
            <pc:sldMk cId="4166541382" sldId="269"/>
            <ac:spMk id="54" creationId="{7557E8FF-1341-0C76-ADFF-2E8A6FE6197B}"/>
          </ac:spMkLst>
        </pc:spChg>
        <pc:spChg chg="add mod">
          <ac:chgData name="Kazu ENDO" userId="394a0fe494bc10a7" providerId="LiveId" clId="{9B94F21E-C83F-4FE9-9F96-8B842C8D39FE}" dt="2025-10-10T15:17:13.535" v="387" actId="1076"/>
          <ac:spMkLst>
            <pc:docMk/>
            <pc:sldMk cId="4166541382" sldId="269"/>
            <ac:spMk id="57" creationId="{C2402EB7-44DF-7370-B9A7-B25C9E9ECF48}"/>
          </ac:spMkLst>
        </pc:spChg>
        <pc:spChg chg="add mod">
          <ac:chgData name="Kazu ENDO" userId="394a0fe494bc10a7" providerId="LiveId" clId="{9B94F21E-C83F-4FE9-9F96-8B842C8D39FE}" dt="2025-10-10T15:17:13.535" v="387" actId="1076"/>
          <ac:spMkLst>
            <pc:docMk/>
            <pc:sldMk cId="4166541382" sldId="269"/>
            <ac:spMk id="58" creationId="{AA9DE1A0-AB45-AC46-2114-5C4CF830DABE}"/>
          </ac:spMkLst>
        </pc:spChg>
        <pc:spChg chg="add mod">
          <ac:chgData name="Kazu ENDO" userId="394a0fe494bc10a7" providerId="LiveId" clId="{9B94F21E-C83F-4FE9-9F96-8B842C8D39FE}" dt="2025-10-10T15:17:13.535" v="387" actId="1076"/>
          <ac:spMkLst>
            <pc:docMk/>
            <pc:sldMk cId="4166541382" sldId="269"/>
            <ac:spMk id="59" creationId="{108359C1-B652-91C3-1906-6F501E202463}"/>
          </ac:spMkLst>
        </pc:spChg>
        <pc:spChg chg="del">
          <ac:chgData name="Kazu ENDO" userId="394a0fe494bc10a7" providerId="LiveId" clId="{9B94F21E-C83F-4FE9-9F96-8B842C8D39FE}" dt="2025-10-10T15:09:34.213" v="3" actId="478"/>
          <ac:spMkLst>
            <pc:docMk/>
            <pc:sldMk cId="4166541382" sldId="269"/>
            <ac:spMk id="60" creationId="{5298FA52-0A36-B582-23C8-7E4C51CD33FA}"/>
          </ac:spMkLst>
        </pc:spChg>
        <pc:spChg chg="del">
          <ac:chgData name="Kazu ENDO" userId="394a0fe494bc10a7" providerId="LiveId" clId="{9B94F21E-C83F-4FE9-9F96-8B842C8D39FE}" dt="2025-10-10T15:09:34.213" v="3" actId="478"/>
          <ac:spMkLst>
            <pc:docMk/>
            <pc:sldMk cId="4166541382" sldId="269"/>
            <ac:spMk id="61" creationId="{59C604A2-6E34-05D0-C39B-9FAA37DDD98B}"/>
          </ac:spMkLst>
        </pc:spChg>
        <pc:spChg chg="del mod">
          <ac:chgData name="Kazu ENDO" userId="394a0fe494bc10a7" providerId="LiveId" clId="{9B94F21E-C83F-4FE9-9F96-8B842C8D39FE}" dt="2025-10-10T15:09:47.242" v="11" actId="478"/>
          <ac:spMkLst>
            <pc:docMk/>
            <pc:sldMk cId="4166541382" sldId="269"/>
            <ac:spMk id="62" creationId="{7ACD6991-8790-EC19-0B63-E295EBD7B666}"/>
          </ac:spMkLst>
        </pc:spChg>
        <pc:spChg chg="del">
          <ac:chgData name="Kazu ENDO" userId="394a0fe494bc10a7" providerId="LiveId" clId="{9B94F21E-C83F-4FE9-9F96-8B842C8D39FE}" dt="2025-10-10T15:09:34.213" v="3" actId="478"/>
          <ac:spMkLst>
            <pc:docMk/>
            <pc:sldMk cId="4166541382" sldId="269"/>
            <ac:spMk id="63" creationId="{A99CB0B2-5C84-279B-371A-51ADFDC8E4B1}"/>
          </ac:spMkLst>
        </pc:spChg>
        <pc:spChg chg="add mod">
          <ac:chgData name="Kazu ENDO" userId="394a0fe494bc10a7" providerId="LiveId" clId="{9B94F21E-C83F-4FE9-9F96-8B842C8D39FE}" dt="2025-10-10T15:17:15.006" v="388"/>
          <ac:spMkLst>
            <pc:docMk/>
            <pc:sldMk cId="4166541382" sldId="269"/>
            <ac:spMk id="64" creationId="{96BD008D-3E74-CFBF-D9F6-57164C18A91A}"/>
          </ac:spMkLst>
        </pc:spChg>
        <pc:spChg chg="add mod">
          <ac:chgData name="Kazu ENDO" userId="394a0fe494bc10a7" providerId="LiveId" clId="{9B94F21E-C83F-4FE9-9F96-8B842C8D39FE}" dt="2025-10-10T15:17:15.006" v="388"/>
          <ac:spMkLst>
            <pc:docMk/>
            <pc:sldMk cId="4166541382" sldId="269"/>
            <ac:spMk id="65" creationId="{DFD3DAB6-1EB8-C05F-4DDA-FE27DCD701ED}"/>
          </ac:spMkLst>
        </pc:spChg>
        <pc:spChg chg="add mod">
          <ac:chgData name="Kazu ENDO" userId="394a0fe494bc10a7" providerId="LiveId" clId="{9B94F21E-C83F-4FE9-9F96-8B842C8D39FE}" dt="2025-10-10T15:17:15.006" v="388"/>
          <ac:spMkLst>
            <pc:docMk/>
            <pc:sldMk cId="4166541382" sldId="269"/>
            <ac:spMk id="66" creationId="{8DCCBBE1-AD1C-17EF-9CD8-AF6D23AC7F74}"/>
          </ac:spMkLst>
        </pc:spChg>
        <pc:spChg chg="add mod">
          <ac:chgData name="Kazu ENDO" userId="394a0fe494bc10a7" providerId="LiveId" clId="{9B94F21E-C83F-4FE9-9F96-8B842C8D39FE}" dt="2025-10-10T15:17:15.006" v="388"/>
          <ac:spMkLst>
            <pc:docMk/>
            <pc:sldMk cId="4166541382" sldId="269"/>
            <ac:spMk id="67" creationId="{2E7F97D0-4481-9B4C-5202-14C9C355969E}"/>
          </ac:spMkLst>
        </pc:spChg>
        <pc:spChg chg="add mod">
          <ac:chgData name="Kazu ENDO" userId="394a0fe494bc10a7" providerId="LiveId" clId="{9B94F21E-C83F-4FE9-9F96-8B842C8D39FE}" dt="2025-10-10T15:17:15.006" v="388"/>
          <ac:spMkLst>
            <pc:docMk/>
            <pc:sldMk cId="4166541382" sldId="269"/>
            <ac:spMk id="68" creationId="{46858566-B2A9-6F6F-7A5E-10367027BC11}"/>
          </ac:spMkLst>
        </pc:spChg>
        <pc:spChg chg="add mod">
          <ac:chgData name="Kazu ENDO" userId="394a0fe494bc10a7" providerId="LiveId" clId="{9B94F21E-C83F-4FE9-9F96-8B842C8D39FE}" dt="2025-10-10T15:17:15.006" v="388"/>
          <ac:spMkLst>
            <pc:docMk/>
            <pc:sldMk cId="4166541382" sldId="269"/>
            <ac:spMk id="69" creationId="{FBFF8336-C616-A5B4-DAF2-94977B68F386}"/>
          </ac:spMkLst>
        </pc:spChg>
        <pc:spChg chg="add mod">
          <ac:chgData name="Kazu ENDO" userId="394a0fe494bc10a7" providerId="LiveId" clId="{9B94F21E-C83F-4FE9-9F96-8B842C8D39FE}" dt="2025-10-10T15:18:11.844" v="424" actId="20577"/>
          <ac:spMkLst>
            <pc:docMk/>
            <pc:sldMk cId="4166541382" sldId="269"/>
            <ac:spMk id="70" creationId="{BE445001-B4E9-5966-6DA8-DF63F44397F7}"/>
          </ac:spMkLst>
        </pc:spChg>
        <pc:spChg chg="add mod">
          <ac:chgData name="Kazu ENDO" userId="394a0fe494bc10a7" providerId="LiveId" clId="{9B94F21E-C83F-4FE9-9F96-8B842C8D39FE}" dt="2025-10-10T15:17:24.740" v="390" actId="1076"/>
          <ac:spMkLst>
            <pc:docMk/>
            <pc:sldMk cId="4166541382" sldId="269"/>
            <ac:spMk id="71" creationId="{36CFC49A-6D74-79C3-3212-B8589DF38B48}"/>
          </ac:spMkLst>
        </pc:spChg>
        <pc:spChg chg="add mod">
          <ac:chgData name="Kazu ENDO" userId="394a0fe494bc10a7" providerId="LiveId" clId="{9B94F21E-C83F-4FE9-9F96-8B842C8D39FE}" dt="2025-10-10T15:19:49.675" v="467" actId="20577"/>
          <ac:spMkLst>
            <pc:docMk/>
            <pc:sldMk cId="4166541382" sldId="269"/>
            <ac:spMk id="72" creationId="{1D2CFB1B-AA84-518E-21DA-CF6740D7E68B}"/>
          </ac:spMkLst>
        </pc:spChg>
        <pc:spChg chg="add mod">
          <ac:chgData name="Kazu ENDO" userId="394a0fe494bc10a7" providerId="LiveId" clId="{9B94F21E-C83F-4FE9-9F96-8B842C8D39FE}" dt="2025-10-10T15:17:24.740" v="390" actId="1076"/>
          <ac:spMkLst>
            <pc:docMk/>
            <pc:sldMk cId="4166541382" sldId="269"/>
            <ac:spMk id="73" creationId="{AF15C9E7-0FDE-ADE3-6F0D-549A0C8F34D1}"/>
          </ac:spMkLst>
        </pc:spChg>
        <pc:spChg chg="add mod">
          <ac:chgData name="Kazu ENDO" userId="394a0fe494bc10a7" providerId="LiveId" clId="{9B94F21E-C83F-4FE9-9F96-8B842C8D39FE}" dt="2025-10-10T15:17:24.740" v="390" actId="1076"/>
          <ac:spMkLst>
            <pc:docMk/>
            <pc:sldMk cId="4166541382" sldId="269"/>
            <ac:spMk id="74" creationId="{E7652630-C4AA-6DFB-09E2-AC87585E59EC}"/>
          </ac:spMkLst>
        </pc:spChg>
        <pc:spChg chg="add mod">
          <ac:chgData name="Kazu ENDO" userId="394a0fe494bc10a7" providerId="LiveId" clId="{9B94F21E-C83F-4FE9-9F96-8B842C8D39FE}" dt="2025-10-10T15:17:24.740" v="390" actId="1076"/>
          <ac:spMkLst>
            <pc:docMk/>
            <pc:sldMk cId="4166541382" sldId="269"/>
            <ac:spMk id="75" creationId="{7960114E-ED1A-92A7-0FD2-CDFD94839BE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32820198-B303-F5B4-B84D-123BB9423C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6B78AE9-8FF1-A19A-68CF-15F1E68B2F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11EFB-F628-40F9-BEA8-8B741629A066}" type="datetimeFigureOut">
              <a:rPr kumimoji="1" lang="ja-JP" altLang="en-US" smtClean="0"/>
              <a:t>2025/10/11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1F05596-5F0A-30AE-7814-80452262F1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7ED2970-600E-B043-9C6E-26122FB918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8C93B-B4CB-432E-9311-FACF9FA5C8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69962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714D2-F2A7-4A29-BCB6-C0D2D9AA6AE5}" type="datetimeFigureOut">
              <a:rPr kumimoji="1" lang="ja-JP" altLang="en-US" smtClean="0"/>
              <a:t>2025/10/11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1D408-0708-441E-AE9B-ADAF392E03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34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1pPr>
    <a:lvl2pPr marL="537590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2pPr>
    <a:lvl3pPr marL="1075183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3pPr>
    <a:lvl4pPr marL="1612773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4pPr>
    <a:lvl5pPr marL="2150365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5pPr>
    <a:lvl6pPr marL="2687955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6pPr>
    <a:lvl7pPr marL="3225545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7pPr>
    <a:lvl8pPr marL="3763138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8pPr>
    <a:lvl9pPr marL="4300728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D1D408-0708-441E-AE9B-ADAF392E03F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5211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BF9F7-5DB8-50E6-B195-B7F3155CC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964ED96-09BA-19F8-71F5-4A5EFC150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E0AC53B-7D06-B7A7-DE20-B0C37EF70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96B19A-675A-9FA7-C818-2292824D8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D1D408-0708-441E-AE9B-ADAF392E03F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6354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_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89BD15-688A-D1E3-C6F5-DF5677C05A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00200" y="1571308"/>
            <a:ext cx="9601200" cy="3342640"/>
          </a:xfrm>
        </p:spPr>
        <p:txBody>
          <a:bodyPr anchor="b">
            <a:normAutofit/>
          </a:bodyPr>
          <a:lstStyle>
            <a:lvl1pPr algn="ctr">
              <a:defRPr sz="3200" u="sng"/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0BEFF7B-3EA3-EF87-F707-143A268415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00200" y="5042854"/>
            <a:ext cx="9601200" cy="2318067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3200"/>
            </a:lvl1pPr>
            <a:lvl2pPr marL="457195" indent="0" algn="ctr">
              <a:buNone/>
              <a:defRPr sz="2000"/>
            </a:lvl2pPr>
            <a:lvl3pPr marL="914392" indent="0" algn="ctr">
              <a:buNone/>
              <a:defRPr sz="1800"/>
            </a:lvl3pPr>
            <a:lvl4pPr marL="1371586" indent="0" algn="ctr">
              <a:buNone/>
              <a:defRPr sz="1600"/>
            </a:lvl4pPr>
            <a:lvl5pPr marL="1828781" indent="0" algn="ctr">
              <a:buNone/>
              <a:defRPr sz="1600"/>
            </a:lvl5pPr>
            <a:lvl6pPr marL="2285977" indent="0" algn="ctr">
              <a:buNone/>
              <a:defRPr sz="1600"/>
            </a:lvl6pPr>
            <a:lvl7pPr marL="2743173" indent="0" algn="ctr">
              <a:buNone/>
              <a:defRPr sz="1600"/>
            </a:lvl7pPr>
            <a:lvl8pPr marL="3200368" indent="0" algn="ctr">
              <a:buNone/>
              <a:defRPr sz="1600"/>
            </a:lvl8pPr>
            <a:lvl9pPr marL="3657564" indent="0" algn="ctr">
              <a:buNone/>
              <a:defRPr sz="1600"/>
            </a:lvl9pPr>
          </a:lstStyle>
          <a:p>
            <a:r>
              <a:rPr kumimoji="1" lang="ja-JP" altLang="en-US" dirty="0"/>
              <a:t>年月日</a:t>
            </a:r>
            <a:endParaRPr kumimoji="1" lang="en-US" altLang="ja-JP" dirty="0"/>
          </a:p>
          <a:p>
            <a:r>
              <a:rPr kumimoji="1" lang="ja-JP" altLang="en-US" dirty="0"/>
              <a:t>名前</a:t>
            </a:r>
          </a:p>
        </p:txBody>
      </p:sp>
      <p:sp>
        <p:nvSpPr>
          <p:cNvPr id="10" name="スライド番号プレースホルダー 5">
            <a:extLst>
              <a:ext uri="{FF2B5EF4-FFF2-40B4-BE49-F238E27FC236}">
                <a16:creationId xmlns:a16="http://schemas.microsoft.com/office/drawing/2014/main" id="{A20D74D0-E90E-8B4B-6AB8-6608A40B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4" y="8898899"/>
            <a:ext cx="3332083" cy="51117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DCB5AA93-092B-49A1-87A7-3C88D5F38AD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フッター プレースホルダー 4">
            <a:extLst>
              <a:ext uri="{FF2B5EF4-FFF2-40B4-BE49-F238E27FC236}">
                <a16:creationId xmlns:a16="http://schemas.microsoft.com/office/drawing/2014/main" id="{14E47EF6-31B8-070F-DD52-CE4E5013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391" y="8898899"/>
            <a:ext cx="8132684" cy="511175"/>
          </a:xfrm>
          <a:prstGeom prst="rect">
            <a:avLst/>
          </a:prstGeom>
        </p:spPr>
        <p:txBody>
          <a:bodyPr/>
          <a:lstStyle>
            <a:lvl1pPr algn="l"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プロジェクト</a:t>
            </a:r>
            <a:r>
              <a:rPr lang="en-US" altLang="ja-JP"/>
              <a:t>/</a:t>
            </a:r>
            <a:r>
              <a:rPr lang="ja-JP" altLang="en-US"/>
              <a:t>部署</a:t>
            </a:r>
            <a:r>
              <a:rPr lang="en-US" altLang="ja-JP"/>
              <a:t>/</a:t>
            </a:r>
            <a:r>
              <a:rPr lang="ja-JP" altLang="en-US"/>
              <a:t>書類管理情報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14946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24" userDrawn="1">
          <p15:clr>
            <a:srgbClr val="FBAE40"/>
          </p15:clr>
        </p15:guide>
        <p15:guide id="2" pos="40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概要・目次・結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62B98A-5E0B-335E-C425-E48A1C614D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"/>
            <a:ext cx="12801600" cy="1268522"/>
          </a:xfrm>
        </p:spPr>
        <p:txBody>
          <a:bodyPr anchor="b" anchorCtr="0">
            <a:normAutofit/>
          </a:bodyPr>
          <a:lstStyle>
            <a:lvl1pPr algn="l"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kumimoji="1" lang="ja-JP" altLang="en-US" dirty="0"/>
              <a:t>概要</a:t>
            </a:r>
            <a:r>
              <a:rPr kumimoji="1" lang="en-US" altLang="ja-JP" dirty="0"/>
              <a:t>/</a:t>
            </a:r>
            <a:r>
              <a:rPr kumimoji="1" lang="ja-JP" altLang="en-US" dirty="0"/>
              <a:t>目次</a:t>
            </a:r>
            <a:r>
              <a:rPr kumimoji="1" lang="en-US" altLang="ja-JP" dirty="0"/>
              <a:t>/</a:t>
            </a:r>
            <a:r>
              <a:rPr kumimoji="1" lang="ja-JP" altLang="en-US" dirty="0"/>
              <a:t>結論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838D6-28D4-8AAD-8E5F-2F938923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391" y="8898899"/>
            <a:ext cx="8132684" cy="511175"/>
          </a:xfrm>
          <a:prstGeom prst="rect">
            <a:avLst/>
          </a:prstGeom>
        </p:spPr>
        <p:txBody>
          <a:bodyPr/>
          <a:lstStyle>
            <a:lvl1pPr algn="l"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出所：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0AD3A3-493E-1DC5-C673-6B04C073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4" y="8898899"/>
            <a:ext cx="3332083" cy="51117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DCB5AA93-092B-49A1-87A7-3C88D5F38AD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C9262B6-C232-FF1E-F30F-62C446446085}"/>
              </a:ext>
            </a:extLst>
          </p:cNvPr>
          <p:cNvCxnSpPr>
            <a:cxnSpLocks/>
          </p:cNvCxnSpPr>
          <p:nvPr userDrawn="1"/>
        </p:nvCxnSpPr>
        <p:spPr>
          <a:xfrm>
            <a:off x="0" y="1268522"/>
            <a:ext cx="1280160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B9EA27F1-4F68-84A1-8405-DC96849864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393" y="2280294"/>
            <a:ext cx="11944825" cy="6551929"/>
          </a:xfrm>
        </p:spPr>
        <p:txBody>
          <a:bodyPr>
            <a:normAutofit/>
          </a:bodyPr>
          <a:lstStyle>
            <a:lvl1pPr marL="285748" indent="-285748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論点</a:t>
            </a:r>
            <a:r>
              <a:rPr kumimoji="1" lang="en-US" altLang="ja-JP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16122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032" userDrawn="1">
          <p15:clr>
            <a:srgbClr val="FBAE40"/>
          </p15:clr>
        </p15:guide>
        <p15:guide id="3" orient="horz" pos="1436" userDrawn="1">
          <p15:clr>
            <a:srgbClr val="FBAE40"/>
          </p15:clr>
        </p15:guide>
        <p15:guide id="4" orient="horz" pos="5564" userDrawn="1">
          <p15:clr>
            <a:srgbClr val="FBAE40"/>
          </p15:clr>
        </p15:guide>
        <p15:guide id="5" pos="270" userDrawn="1">
          <p15:clr>
            <a:srgbClr val="FBAE40"/>
          </p15:clr>
        </p15:guide>
        <p15:guide id="6" pos="7794" userDrawn="1">
          <p15:clr>
            <a:srgbClr val="FBAE40"/>
          </p15:clr>
        </p15:guide>
        <p15:guide id="7" orient="horz" pos="350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62B98A-5E0B-335E-C425-E48A1C614D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"/>
            <a:ext cx="12801600" cy="1268522"/>
          </a:xfrm>
        </p:spPr>
        <p:txBody>
          <a:bodyPr anchor="b" anchorCtr="0">
            <a:normAutofit/>
          </a:bodyPr>
          <a:lstStyle>
            <a:lvl1pPr algn="l">
              <a:defRPr sz="2400"/>
            </a:lvl1pPr>
          </a:lstStyle>
          <a:p>
            <a:r>
              <a:rPr kumimoji="1" lang="ja-JP" altLang="en-US" dirty="0"/>
              <a:t>スライドタイトル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838D6-28D4-8AAD-8E5F-2F938923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391" y="8898899"/>
            <a:ext cx="8132684" cy="511175"/>
          </a:xfrm>
          <a:prstGeom prst="rect">
            <a:avLst/>
          </a:prstGeom>
        </p:spPr>
        <p:txBody>
          <a:bodyPr/>
          <a:lstStyle>
            <a:lvl1pPr algn="l"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出所：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0AD3A3-493E-1DC5-C673-6B04C073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4" y="8898899"/>
            <a:ext cx="3332083" cy="51117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DCB5AA93-092B-49A1-87A7-3C88D5F38AD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C9262B6-C232-FF1E-F30F-62C446446085}"/>
              </a:ext>
            </a:extLst>
          </p:cNvPr>
          <p:cNvCxnSpPr>
            <a:cxnSpLocks/>
          </p:cNvCxnSpPr>
          <p:nvPr userDrawn="1"/>
        </p:nvCxnSpPr>
        <p:spPr>
          <a:xfrm>
            <a:off x="0" y="1257390"/>
            <a:ext cx="1280160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BA39CC3F-561B-185B-B6F8-C69EB614A0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68523"/>
            <a:ext cx="12801600" cy="70990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スライドメッセージ</a:t>
            </a:r>
          </a:p>
        </p:txBody>
      </p:sp>
    </p:spTree>
    <p:extLst>
      <p:ext uri="{BB962C8B-B14F-4D97-AF65-F5344CB8AC3E}">
        <p14:creationId xmlns:p14="http://schemas.microsoft.com/office/powerpoint/2010/main" val="4111418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032" userDrawn="1">
          <p15:clr>
            <a:srgbClr val="FBAE40"/>
          </p15:clr>
        </p15:guide>
        <p15:guide id="3" orient="horz" pos="1436" userDrawn="1">
          <p15:clr>
            <a:srgbClr val="FBAE40"/>
          </p15:clr>
        </p15:guide>
        <p15:guide id="4" orient="horz" pos="5564" userDrawn="1">
          <p15:clr>
            <a:srgbClr val="FBAE40"/>
          </p15:clr>
        </p15:guide>
        <p15:guide id="5" pos="270" userDrawn="1">
          <p15:clr>
            <a:srgbClr val="FBAE40"/>
          </p15:clr>
        </p15:guide>
        <p15:guide id="6" pos="7794" userDrawn="1">
          <p15:clr>
            <a:srgbClr val="FBAE40"/>
          </p15:clr>
        </p15:guide>
        <p15:guide id="7" orient="horz" pos="350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520426D-55C7-5082-C5BB-DFCD60907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3B443A-32D9-F0FB-6B43-215C4ADBF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110" y="2555876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35B89784-2D9B-BA7E-E0FB-DE043C5D3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41134" y="8898899"/>
            <a:ext cx="3332083" cy="511175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DCB5AA93-092B-49A1-87A7-3C88D5F38AD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フッター プレースホルダー 4">
            <a:extLst>
              <a:ext uri="{FF2B5EF4-FFF2-40B4-BE49-F238E27FC236}">
                <a16:creationId xmlns:a16="http://schemas.microsoft.com/office/drawing/2014/main" id="{3BC7A196-3ACE-A96D-7EC8-1F95E45AE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391" y="8898899"/>
            <a:ext cx="8132684" cy="511175"/>
          </a:xfrm>
          <a:prstGeom prst="rect">
            <a:avLst/>
          </a:prstGeom>
        </p:spPr>
        <p:txBody>
          <a:bodyPr/>
          <a:lstStyle>
            <a:lvl1pPr algn="l">
              <a:defRPr sz="1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プロジェクト</a:t>
            </a:r>
            <a:r>
              <a:rPr lang="en-US" altLang="ja-JP"/>
              <a:t>/</a:t>
            </a:r>
            <a:r>
              <a:rPr lang="ja-JP" altLang="en-US"/>
              <a:t>部署</a:t>
            </a:r>
            <a:r>
              <a:rPr lang="en-US" altLang="ja-JP"/>
              <a:t>/</a:t>
            </a:r>
            <a:r>
              <a:rPr lang="ja-JP" altLang="en-US"/>
              <a:t>書類管理情報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9032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hf hdr="0" dt="0"/>
  <p:txStyles>
    <p:titleStyle>
      <a:lvl1pPr algn="l" defTabSz="914392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>
              <a:lumMod val="75000"/>
              <a:lumOff val="2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598" indent="-228598" algn="l" defTabSz="91439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1800" kern="1200">
          <a:solidFill>
            <a:schemeClr val="tx1">
              <a:lumMod val="75000"/>
              <a:lumOff val="2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685793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>
              <a:lumMod val="75000"/>
              <a:lumOff val="2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142989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>
              <a:lumMod val="75000"/>
              <a:lumOff val="2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600184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>
              <a:lumMod val="75000"/>
              <a:lumOff val="2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057379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>
              <a:lumMod val="75000"/>
              <a:lumOff val="2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575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1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6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1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2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6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1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7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3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8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4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308D4-2146-2BF2-29B6-63C93E1AE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プロジェクト進行で事故を防ぐ！</a:t>
            </a:r>
            <a:r>
              <a:rPr kumimoji="1" lang="en-US" altLang="ja-JP" dirty="0"/>
              <a:t>4</a:t>
            </a:r>
            <a:r>
              <a:rPr kumimoji="1" lang="ja-JP" altLang="en-US" dirty="0"/>
              <a:t>大リスクと対策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9385B11-BDED-DBC4-439A-145AE5182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9014552"/>
            <a:ext cx="8132684" cy="511175"/>
          </a:xfrm>
        </p:spPr>
        <p:txBody>
          <a:bodyPr/>
          <a:lstStyle/>
          <a:p>
            <a:r>
              <a:rPr lang="ja-JP" altLang="en-US"/>
              <a:t>出所：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5AF17E-2B1F-D96D-32F7-79367C7B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0031" y="8898899"/>
            <a:ext cx="3332083" cy="511175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ü"/>
            </a:pPr>
            <a:fld id="{DCB5AA93-092B-49A1-87A7-3C88D5F38AD7}" type="slidenum">
              <a:rPr lang="ja-JP" altLang="en-US" smtClean="0"/>
              <a:pPr marL="171450" indent="-171450">
                <a:buFont typeface="Wingdings" panose="05000000000000000000" pitchFamily="2" charset="2"/>
                <a:buChar char="ü"/>
              </a:pPr>
              <a:t>1</a:t>
            </a:fld>
            <a:endParaRPr lang="ja-JP" altLang="en-US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1D94D09B-04DF-3ECF-67F8-F6C8C20CC981}"/>
              </a:ext>
            </a:extLst>
          </p:cNvPr>
          <p:cNvSpPr/>
          <p:nvPr/>
        </p:nvSpPr>
        <p:spPr>
          <a:xfrm>
            <a:off x="215373" y="1757163"/>
            <a:ext cx="1294764" cy="1442050"/>
          </a:xfrm>
          <a:custGeom>
            <a:avLst/>
            <a:gdLst>
              <a:gd name="connsiteX0" fmla="*/ 0 w 1294764"/>
              <a:gd name="connsiteY0" fmla="*/ 0 h 1442050"/>
              <a:gd name="connsiteX1" fmla="*/ 1103756 w 1294764"/>
              <a:gd name="connsiteY1" fmla="*/ 0 h 1442050"/>
              <a:gd name="connsiteX2" fmla="*/ 1294764 w 1294764"/>
              <a:gd name="connsiteY2" fmla="*/ 721025 h 1442050"/>
              <a:gd name="connsiteX3" fmla="*/ 1103756 w 1294764"/>
              <a:gd name="connsiteY3" fmla="*/ 1442050 h 1442050"/>
              <a:gd name="connsiteX4" fmla="*/ 0 w 1294764"/>
              <a:gd name="connsiteY4" fmla="*/ 1442050 h 144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4764" h="1442050">
                <a:moveTo>
                  <a:pt x="0" y="0"/>
                </a:moveTo>
                <a:lnTo>
                  <a:pt x="1103756" y="0"/>
                </a:lnTo>
                <a:lnTo>
                  <a:pt x="1294764" y="721025"/>
                </a:lnTo>
                <a:lnTo>
                  <a:pt x="1103756" y="1442050"/>
                </a:lnTo>
                <a:lnTo>
                  <a:pt x="0" y="144205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計画の甘さ</a:t>
            </a:r>
            <a:endParaRPr kumimoji="1" lang="en-US" altLang="ja-JP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52031AE-E716-2949-1CB0-6DA09869B0F5}"/>
              </a:ext>
            </a:extLst>
          </p:cNvPr>
          <p:cNvSpPr/>
          <p:nvPr/>
        </p:nvSpPr>
        <p:spPr>
          <a:xfrm>
            <a:off x="1650345" y="1757163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予算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B8A27E7-51BF-2A29-FD8A-42B956A90831}"/>
              </a:ext>
            </a:extLst>
          </p:cNvPr>
          <p:cNvSpPr/>
          <p:nvPr/>
        </p:nvSpPr>
        <p:spPr>
          <a:xfrm>
            <a:off x="1650345" y="2548627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スケジュール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321B6B1-79A9-D60A-E619-CA6EBE2CC80C}"/>
              </a:ext>
            </a:extLst>
          </p:cNvPr>
          <p:cNvSpPr txBox="1"/>
          <p:nvPr/>
        </p:nvSpPr>
        <p:spPr>
          <a:xfrm>
            <a:off x="3107633" y="1757162"/>
            <a:ext cx="4567851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初期見積もりが荒い </a:t>
            </a: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概算だけでスタートしている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承認者との金額感認識がズレている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外部コスト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外注費・印刷費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の変動を考慮していない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6B3B7E6-B7F9-4752-B6D5-73457ABFC58C}"/>
              </a:ext>
            </a:extLst>
          </p:cNvPr>
          <p:cNvSpPr txBox="1"/>
          <p:nvPr/>
        </p:nvSpPr>
        <p:spPr>
          <a:xfrm>
            <a:off x="3107633" y="2552882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ガントがそもそも作成されていない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依存関係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前工程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後工程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が整理されていない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クリティカルパスが不明</a:t>
            </a:r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C20D5326-8AFA-6EEE-6837-A28183DD8D00}"/>
              </a:ext>
            </a:extLst>
          </p:cNvPr>
          <p:cNvSpPr/>
          <p:nvPr/>
        </p:nvSpPr>
        <p:spPr>
          <a:xfrm>
            <a:off x="215373" y="3340091"/>
            <a:ext cx="1294764" cy="2233514"/>
          </a:xfrm>
          <a:custGeom>
            <a:avLst/>
            <a:gdLst>
              <a:gd name="connsiteX0" fmla="*/ 0 w 1294764"/>
              <a:gd name="connsiteY0" fmla="*/ 0 h 1442050"/>
              <a:gd name="connsiteX1" fmla="*/ 1103756 w 1294764"/>
              <a:gd name="connsiteY1" fmla="*/ 0 h 1442050"/>
              <a:gd name="connsiteX2" fmla="*/ 1294764 w 1294764"/>
              <a:gd name="connsiteY2" fmla="*/ 721025 h 1442050"/>
              <a:gd name="connsiteX3" fmla="*/ 1103756 w 1294764"/>
              <a:gd name="connsiteY3" fmla="*/ 1442050 h 1442050"/>
              <a:gd name="connsiteX4" fmla="*/ 0 w 1294764"/>
              <a:gd name="connsiteY4" fmla="*/ 1442050 h 144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4764" h="1442050">
                <a:moveTo>
                  <a:pt x="0" y="0"/>
                </a:moveTo>
                <a:lnTo>
                  <a:pt x="1103756" y="0"/>
                </a:lnTo>
                <a:lnTo>
                  <a:pt x="1294764" y="721025"/>
                </a:lnTo>
                <a:lnTo>
                  <a:pt x="1103756" y="1442050"/>
                </a:lnTo>
                <a:lnTo>
                  <a:pt x="0" y="144205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進行管理の</a:t>
            </a:r>
            <a:endParaRPr lang="en-US" altLang="ja-JP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不備</a:t>
            </a:r>
            <a:endParaRPr kumimoji="1" lang="en-US" altLang="ja-JP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0DE4B9D-1197-5DE1-27D7-B40390A2ECCA}"/>
              </a:ext>
            </a:extLst>
          </p:cNvPr>
          <p:cNvSpPr/>
          <p:nvPr/>
        </p:nvSpPr>
        <p:spPr>
          <a:xfrm>
            <a:off x="1650345" y="3340091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複数人の進行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D728EA9-1863-B8F8-A254-5347E80288BF}"/>
              </a:ext>
            </a:extLst>
          </p:cNvPr>
          <p:cNvSpPr/>
          <p:nvPr/>
        </p:nvSpPr>
        <p:spPr>
          <a:xfrm>
            <a:off x="1650345" y="4131555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上司との未共有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0F6FAC6-E4FA-0ED8-F359-EA6B6BC2A84F}"/>
              </a:ext>
            </a:extLst>
          </p:cNvPr>
          <p:cNvSpPr/>
          <p:nvPr/>
        </p:nvSpPr>
        <p:spPr>
          <a:xfrm>
            <a:off x="1650345" y="4923019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時間余裕不足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1022312-7D4C-875B-D93B-58A03E2E3597}"/>
              </a:ext>
            </a:extLst>
          </p:cNvPr>
          <p:cNvSpPr txBox="1"/>
          <p:nvPr/>
        </p:nvSpPr>
        <p:spPr>
          <a:xfrm>
            <a:off x="3107633" y="3344346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品質基準が人によって違う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作業分担があいまい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他メンバーの進捗が見えない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04F06B3-A9F2-458B-0FA6-E143409AB684}"/>
              </a:ext>
            </a:extLst>
          </p:cNvPr>
          <p:cNvSpPr txBox="1"/>
          <p:nvPr/>
        </p:nvSpPr>
        <p:spPr>
          <a:xfrm>
            <a:off x="3107632" y="4131555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上司が多忙すぎて進捗報告の場がない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方針変更が突然発生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判断が必要なポイントが共有されていない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CD39B94-903B-E547-86BC-E74F478617A1}"/>
              </a:ext>
            </a:extLst>
          </p:cNvPr>
          <p:cNvSpPr txBox="1"/>
          <p:nvPr/>
        </p:nvSpPr>
        <p:spPr>
          <a:xfrm>
            <a:off x="3107632" y="4918764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スケジュールが納期から逆算されていない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想定外タスクが入る余地がない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レビューや修正の時間が計画されていない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フリーフォーム: 図形 19">
            <a:extLst>
              <a:ext uri="{FF2B5EF4-FFF2-40B4-BE49-F238E27FC236}">
                <a16:creationId xmlns:a16="http://schemas.microsoft.com/office/drawing/2014/main" id="{9A20A3AF-354A-9BB0-726A-A12016274F5C}"/>
              </a:ext>
            </a:extLst>
          </p:cNvPr>
          <p:cNvSpPr/>
          <p:nvPr/>
        </p:nvSpPr>
        <p:spPr>
          <a:xfrm>
            <a:off x="215372" y="5725891"/>
            <a:ext cx="1294764" cy="1442050"/>
          </a:xfrm>
          <a:custGeom>
            <a:avLst/>
            <a:gdLst>
              <a:gd name="connsiteX0" fmla="*/ 0 w 1294764"/>
              <a:gd name="connsiteY0" fmla="*/ 0 h 1442050"/>
              <a:gd name="connsiteX1" fmla="*/ 1103756 w 1294764"/>
              <a:gd name="connsiteY1" fmla="*/ 0 h 1442050"/>
              <a:gd name="connsiteX2" fmla="*/ 1294764 w 1294764"/>
              <a:gd name="connsiteY2" fmla="*/ 721025 h 1442050"/>
              <a:gd name="connsiteX3" fmla="*/ 1103756 w 1294764"/>
              <a:gd name="connsiteY3" fmla="*/ 1442050 h 1442050"/>
              <a:gd name="connsiteX4" fmla="*/ 0 w 1294764"/>
              <a:gd name="connsiteY4" fmla="*/ 1442050 h 144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4764" h="1442050">
                <a:moveTo>
                  <a:pt x="0" y="0"/>
                </a:moveTo>
                <a:lnTo>
                  <a:pt x="1103756" y="0"/>
                </a:lnTo>
                <a:lnTo>
                  <a:pt x="1294764" y="721025"/>
                </a:lnTo>
                <a:lnTo>
                  <a:pt x="1103756" y="1442050"/>
                </a:lnTo>
                <a:lnTo>
                  <a:pt x="0" y="144205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外部要因</a:t>
            </a:r>
            <a:endParaRPr kumimoji="1" lang="en-US" altLang="ja-JP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EDBCBBD-EB53-6CA1-8224-FD0843E89A17}"/>
              </a:ext>
            </a:extLst>
          </p:cNvPr>
          <p:cNvSpPr/>
          <p:nvPr/>
        </p:nvSpPr>
        <p:spPr>
          <a:xfrm>
            <a:off x="1650344" y="5725891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外部依存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FA56750-301B-B887-DB5E-6926D9B053C5}"/>
              </a:ext>
            </a:extLst>
          </p:cNvPr>
          <p:cNvSpPr/>
          <p:nvPr/>
        </p:nvSpPr>
        <p:spPr>
          <a:xfrm>
            <a:off x="1650344" y="6517355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判断停滞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E22C15B-AF0A-8610-1939-667BF5B002B8}"/>
              </a:ext>
            </a:extLst>
          </p:cNvPr>
          <p:cNvSpPr txBox="1"/>
          <p:nvPr/>
        </p:nvSpPr>
        <p:spPr>
          <a:xfrm>
            <a:off x="3107632" y="5725890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他部署に依頼しているタスクの遅延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外注先の進捗確認ができていない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依存タスクの影響範囲が把握できていない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819520B-A8A9-0E32-FFC8-C5C19D3234E5}"/>
              </a:ext>
            </a:extLst>
          </p:cNvPr>
          <p:cNvSpPr txBox="1"/>
          <p:nvPr/>
        </p:nvSpPr>
        <p:spPr>
          <a:xfrm>
            <a:off x="3107632" y="6521610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決済者が不在で承認が止まる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承認依頼が「ふわっと」出されている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判断材料が揃っていないまま依頼している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フリーフォーム: 図形 24">
            <a:extLst>
              <a:ext uri="{FF2B5EF4-FFF2-40B4-BE49-F238E27FC236}">
                <a16:creationId xmlns:a16="http://schemas.microsoft.com/office/drawing/2014/main" id="{7C493BDD-9E36-EB4C-1BBB-4F4AFAE992A3}"/>
              </a:ext>
            </a:extLst>
          </p:cNvPr>
          <p:cNvSpPr/>
          <p:nvPr/>
        </p:nvSpPr>
        <p:spPr>
          <a:xfrm>
            <a:off x="215373" y="7320225"/>
            <a:ext cx="1294764" cy="2205501"/>
          </a:xfrm>
          <a:custGeom>
            <a:avLst/>
            <a:gdLst>
              <a:gd name="connsiteX0" fmla="*/ 0 w 1294764"/>
              <a:gd name="connsiteY0" fmla="*/ 0 h 1442050"/>
              <a:gd name="connsiteX1" fmla="*/ 1103756 w 1294764"/>
              <a:gd name="connsiteY1" fmla="*/ 0 h 1442050"/>
              <a:gd name="connsiteX2" fmla="*/ 1294764 w 1294764"/>
              <a:gd name="connsiteY2" fmla="*/ 721025 h 1442050"/>
              <a:gd name="connsiteX3" fmla="*/ 1103756 w 1294764"/>
              <a:gd name="connsiteY3" fmla="*/ 1442050 h 1442050"/>
              <a:gd name="connsiteX4" fmla="*/ 0 w 1294764"/>
              <a:gd name="connsiteY4" fmla="*/ 1442050 h 144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4764" h="1442050">
                <a:moveTo>
                  <a:pt x="0" y="0"/>
                </a:moveTo>
                <a:lnTo>
                  <a:pt x="1103756" y="0"/>
                </a:lnTo>
                <a:lnTo>
                  <a:pt x="1294764" y="721025"/>
                </a:lnTo>
                <a:lnTo>
                  <a:pt x="1103756" y="1442050"/>
                </a:lnTo>
                <a:lnTo>
                  <a:pt x="0" y="144205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関係の不整合</a:t>
            </a:r>
            <a:endParaRPr kumimoji="1" lang="en-US" altLang="ja-JP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72CA2E6-A68A-D44E-C0B9-B2854F7B5118}"/>
              </a:ext>
            </a:extLst>
          </p:cNvPr>
          <p:cNvSpPr/>
          <p:nvPr/>
        </p:nvSpPr>
        <p:spPr>
          <a:xfrm>
            <a:off x="1650345" y="7320226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情報非対称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06B6F99-708E-1572-4A91-F76CB4C06D78}"/>
              </a:ext>
            </a:extLst>
          </p:cNvPr>
          <p:cNvSpPr/>
          <p:nvPr/>
        </p:nvSpPr>
        <p:spPr>
          <a:xfrm>
            <a:off x="1650345" y="8111690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ステークホルダー変更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F385DE7-561A-3DAA-5987-8D94009AE6D0}"/>
              </a:ext>
            </a:extLst>
          </p:cNvPr>
          <p:cNvSpPr/>
          <p:nvPr/>
        </p:nvSpPr>
        <p:spPr>
          <a:xfrm>
            <a:off x="1650345" y="8903154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認識ズレ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FD31E69-F3E7-F4FA-0E74-142E0E80F3F9}"/>
              </a:ext>
            </a:extLst>
          </p:cNvPr>
          <p:cNvSpPr txBox="1"/>
          <p:nvPr/>
        </p:nvSpPr>
        <p:spPr>
          <a:xfrm>
            <a:off x="3107633" y="7324481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非公式なやりとりが一部でしか共有されていない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最新資料が全員に行きわたっていない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部署間の情報共有が弱い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E778AF4-E733-925A-A5B7-D705D18A824A}"/>
              </a:ext>
            </a:extLst>
          </p:cNvPr>
          <p:cNvSpPr txBox="1"/>
          <p:nvPr/>
        </p:nvSpPr>
        <p:spPr>
          <a:xfrm>
            <a:off x="3107632" y="8111690"/>
            <a:ext cx="456785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担当者が交代して情報が引き継がれていない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意思決定者が変わり、方針が変化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D377EBC-612E-F267-FB8A-446FE62E24D5}"/>
              </a:ext>
            </a:extLst>
          </p:cNvPr>
          <p:cNvSpPr txBox="1"/>
          <p:nvPr/>
        </p:nvSpPr>
        <p:spPr>
          <a:xfrm>
            <a:off x="3107632" y="8898899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成果物の完成イメージがズレている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依頼者と実行者で「どこまでやるか」がズレている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途中で方針がかわったのに共有されていない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8C2C5258-938C-774A-795B-6540B0862611}"/>
              </a:ext>
            </a:extLst>
          </p:cNvPr>
          <p:cNvSpPr/>
          <p:nvPr/>
        </p:nvSpPr>
        <p:spPr>
          <a:xfrm>
            <a:off x="1650345" y="1384177"/>
            <a:ext cx="5908696" cy="2406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背景・おきがちな状況例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4707D5B-FAFB-1E81-1826-764B00C81F36}"/>
              </a:ext>
            </a:extLst>
          </p:cNvPr>
          <p:cNvSpPr txBox="1"/>
          <p:nvPr/>
        </p:nvSpPr>
        <p:spPr>
          <a:xfrm>
            <a:off x="7925761" y="1757162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初期段階で予算根拠を文書化・明文化する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承認時に金額帯・前提条件を口頭でも確認する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見積取得時に変更リスクを明示・予備費を設定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DA189AA7-0E71-BC58-2DC3-4708475AF7B6}"/>
              </a:ext>
            </a:extLst>
          </p:cNvPr>
          <p:cNvSpPr txBox="1"/>
          <p:nvPr/>
        </p:nvSpPr>
        <p:spPr>
          <a:xfrm>
            <a:off x="7925761" y="2552882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WBS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・ガントをかならず作成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依存関係を洗い出し、影響範囲を確認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重要タスクの納期逆算・重点化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1305E37C-B6F8-6A25-261C-5D98A373845B}"/>
              </a:ext>
            </a:extLst>
          </p:cNvPr>
          <p:cNvSpPr txBox="1"/>
          <p:nvPr/>
        </p:nvSpPr>
        <p:spPr>
          <a:xfrm>
            <a:off x="7925761" y="3344346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品質定義を明文化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タスクごとの責任者・アウトプット定義を共有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進捗共有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MTG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・可視化ツールを活用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478CC226-879A-AA99-8639-0AE834E75633}"/>
              </a:ext>
            </a:extLst>
          </p:cNvPr>
          <p:cNvSpPr txBox="1"/>
          <p:nvPr/>
        </p:nvSpPr>
        <p:spPr>
          <a:xfrm>
            <a:off x="7925760" y="4131555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定例時間を確保・短時間でも定期報告ルール化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仮方針・前提条件の確認を行う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判断ポイントを意思決定リストとして見える化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834DF8D-E5B6-6330-84F9-C53C7DDE02AE}"/>
              </a:ext>
            </a:extLst>
          </p:cNvPr>
          <p:cNvSpPr txBox="1"/>
          <p:nvPr/>
        </p:nvSpPr>
        <p:spPr>
          <a:xfrm>
            <a:off x="7925760" y="4918764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納期逆算 → 余白設定を必ずおこなう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バッファ確認・常に余裕を意識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レビュー・修正フェーズをスケジュールに明記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B0F8183-77B7-3233-A154-83605C9B24D9}"/>
              </a:ext>
            </a:extLst>
          </p:cNvPr>
          <p:cNvSpPr txBox="1"/>
          <p:nvPr/>
        </p:nvSpPr>
        <p:spPr>
          <a:xfrm>
            <a:off x="7925760" y="5725890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前倒しで依頼 </a:t>
            </a: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+ 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フォロー頻度を高めに設定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定例進捗の確認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+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途中成果の中間レビュー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依存マトリクスの作成 </a:t>
            </a: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+ 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影響範囲見える化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8BD23818-4955-675A-15D2-736CD0C86652}"/>
              </a:ext>
            </a:extLst>
          </p:cNvPr>
          <p:cNvSpPr txBox="1"/>
          <p:nvPr/>
        </p:nvSpPr>
        <p:spPr>
          <a:xfrm>
            <a:off x="7925760" y="6521610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承認スケジュール事前確認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+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代理承認ルート確認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承認依頼時に判断ポイント・締め切りを明記する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判断材料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選択肢・理由・推奨案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を整理して依頼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28444642-5130-D2C1-C646-27FC8C8CA898}"/>
              </a:ext>
            </a:extLst>
          </p:cNvPr>
          <p:cNvSpPr txBox="1"/>
          <p:nvPr/>
        </p:nvSpPr>
        <p:spPr>
          <a:xfrm>
            <a:off x="7925761" y="7324481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完成イメージすり合わせ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MTG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を実施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スコープ確認書・合意文書の活用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方針変更があったら即全体共有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EFF0B73B-0BD7-758C-EB4E-83426A47FB9D}"/>
              </a:ext>
            </a:extLst>
          </p:cNvPr>
          <p:cNvSpPr txBox="1"/>
          <p:nvPr/>
        </p:nvSpPr>
        <p:spPr>
          <a:xfrm>
            <a:off x="7925760" y="8111690"/>
            <a:ext cx="456785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引継ぎ内容を整理・文書化・関係者共有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ステークホルダー一覧を最新化・定期レビュー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614B0383-D3EC-8088-7CB8-756CDC458595}"/>
              </a:ext>
            </a:extLst>
          </p:cNvPr>
          <p:cNvSpPr txBox="1"/>
          <p:nvPr/>
        </p:nvSpPr>
        <p:spPr>
          <a:xfrm>
            <a:off x="7925760" y="8898899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成果物の完成イメージがズレている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依頼者と実行者で「どこまでやるか」がズレている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途中で方針がかわったのに共有されていない</a:t>
            </a:r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9E7AF5EB-75B2-AD2C-B4FA-7CA34DF75AE2}"/>
              </a:ext>
            </a:extLst>
          </p:cNvPr>
          <p:cNvSpPr/>
          <p:nvPr/>
        </p:nvSpPr>
        <p:spPr>
          <a:xfrm>
            <a:off x="7925760" y="1384177"/>
            <a:ext cx="4425077" cy="24061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対応策・狙い</a:t>
            </a:r>
          </a:p>
        </p:txBody>
      </p:sp>
    </p:spTree>
    <p:extLst>
      <p:ext uri="{BB962C8B-B14F-4D97-AF65-F5344CB8AC3E}">
        <p14:creationId xmlns:p14="http://schemas.microsoft.com/office/powerpoint/2010/main" val="172289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C2A4B-F4E7-1557-FBC1-601F169A4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95FA49-DF0D-031F-CC3F-1E4899C0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進め方の全体像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2B3DEAF-3265-87BE-2607-8F82FFBD1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9014552"/>
            <a:ext cx="8132684" cy="511175"/>
          </a:xfrm>
        </p:spPr>
        <p:txBody>
          <a:bodyPr/>
          <a:lstStyle/>
          <a:p>
            <a:r>
              <a:rPr lang="ja-JP" altLang="en-US"/>
              <a:t>出所：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3479F8-CA2F-0631-FDD8-7281F7FBE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0031" y="8898899"/>
            <a:ext cx="3332083" cy="511175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ü"/>
            </a:pPr>
            <a:fld id="{DCB5AA93-092B-49A1-87A7-3C88D5F38AD7}" type="slidenum">
              <a:rPr lang="ja-JP" altLang="en-US" smtClean="0"/>
              <a:pPr marL="171450" indent="-171450">
                <a:buFont typeface="Wingdings" panose="05000000000000000000" pitchFamily="2" charset="2"/>
                <a:buChar char="ü"/>
              </a:pPr>
              <a:t>2</a:t>
            </a:fld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5EA8160-3E21-DFEC-4610-8DF4BEBEF6E3}"/>
              </a:ext>
            </a:extLst>
          </p:cNvPr>
          <p:cNvSpPr/>
          <p:nvPr/>
        </p:nvSpPr>
        <p:spPr>
          <a:xfrm>
            <a:off x="211016" y="1909187"/>
            <a:ext cx="442127" cy="8839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期間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71A6668-469C-B606-4078-45F2C6616B83}"/>
              </a:ext>
            </a:extLst>
          </p:cNvPr>
          <p:cNvSpPr/>
          <p:nvPr/>
        </p:nvSpPr>
        <p:spPr>
          <a:xfrm>
            <a:off x="211015" y="2901023"/>
            <a:ext cx="442127" cy="763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目的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1B426EC-4AE7-748C-A000-DF33AB3F8E14}"/>
              </a:ext>
            </a:extLst>
          </p:cNvPr>
          <p:cNvSpPr/>
          <p:nvPr/>
        </p:nvSpPr>
        <p:spPr>
          <a:xfrm>
            <a:off x="211015" y="3772614"/>
            <a:ext cx="442127" cy="763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意思決定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B78DB62-EA79-98B7-978B-874BEAF78712}"/>
              </a:ext>
            </a:extLst>
          </p:cNvPr>
          <p:cNvSpPr/>
          <p:nvPr/>
        </p:nvSpPr>
        <p:spPr>
          <a:xfrm>
            <a:off x="211015" y="4759701"/>
            <a:ext cx="442127" cy="29323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実施内容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454559F-8DDF-B030-01C0-5F27763DB67F}"/>
              </a:ext>
            </a:extLst>
          </p:cNvPr>
          <p:cNvSpPr/>
          <p:nvPr/>
        </p:nvSpPr>
        <p:spPr>
          <a:xfrm>
            <a:off x="211015" y="7887373"/>
            <a:ext cx="442127" cy="763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成果物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46CB483-A1D4-24B7-F41C-7835DA6C4AD0}"/>
              </a:ext>
            </a:extLst>
          </p:cNvPr>
          <p:cNvSpPr/>
          <p:nvPr/>
        </p:nvSpPr>
        <p:spPr>
          <a:xfrm>
            <a:off x="881576" y="1909187"/>
            <a:ext cx="2816664" cy="5111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フェーズ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0</a:t>
            </a:r>
          </a:p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2025/10 – 2025/12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A8504FBE-962A-B4A1-66B8-ECDA3478E675}"/>
              </a:ext>
            </a:extLst>
          </p:cNvPr>
          <p:cNvSpPr/>
          <p:nvPr/>
        </p:nvSpPr>
        <p:spPr>
          <a:xfrm>
            <a:off x="881576" y="2528278"/>
            <a:ext cx="2816664" cy="264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か月</a:t>
            </a:r>
          </a:p>
        </p:txBody>
      </p:sp>
      <p:sp>
        <p:nvSpPr>
          <p:cNvPr id="37" name="矢印: 五方向 36">
            <a:extLst>
              <a:ext uri="{FF2B5EF4-FFF2-40B4-BE49-F238E27FC236}">
                <a16:creationId xmlns:a16="http://schemas.microsoft.com/office/drawing/2014/main" id="{092FF764-FD9B-AB4C-0B77-470843590024}"/>
              </a:ext>
            </a:extLst>
          </p:cNvPr>
          <p:cNvSpPr/>
          <p:nvPr/>
        </p:nvSpPr>
        <p:spPr>
          <a:xfrm>
            <a:off x="881575" y="2901023"/>
            <a:ext cx="3027231" cy="484632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マーケティング戦略・戦術の構築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KGI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KPI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検証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281E6EA-E832-E4BC-DC5F-E17AD2E28C3B}"/>
              </a:ext>
            </a:extLst>
          </p:cNvPr>
          <p:cNvSpPr txBox="1"/>
          <p:nvPr/>
        </p:nvSpPr>
        <p:spPr>
          <a:xfrm>
            <a:off x="881576" y="3772614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ロードマップ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施策の方向性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KGI/KPI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の設計・評価指標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検証項目の決定と実行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D22506E-8B20-2FC5-C4B3-6239DB6C9D7C}"/>
              </a:ext>
            </a:extLst>
          </p:cNvPr>
          <p:cNvSpPr txBox="1"/>
          <p:nvPr/>
        </p:nvSpPr>
        <p:spPr>
          <a:xfrm>
            <a:off x="881576" y="4759701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ロードマップ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施策の方向性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KGI/KPI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の設計・評価指標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検証項目の決定と実行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CC4F540A-1588-79D7-AACF-CCB6FA5B60CA}"/>
              </a:ext>
            </a:extLst>
          </p:cNvPr>
          <p:cNvSpPr txBox="1"/>
          <p:nvPr/>
        </p:nvSpPr>
        <p:spPr>
          <a:xfrm>
            <a:off x="881576" y="7887373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ロードマップ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施策の方向性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KGI/KPI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の設計・評価指標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検証項目の決定と実行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F7E5E926-6EA7-5A6F-0B72-F4665D74C519}"/>
              </a:ext>
            </a:extLst>
          </p:cNvPr>
          <p:cNvSpPr/>
          <p:nvPr/>
        </p:nvSpPr>
        <p:spPr>
          <a:xfrm>
            <a:off x="3775502" y="1909187"/>
            <a:ext cx="2816664" cy="5111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フェーズ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1</a:t>
            </a:r>
          </a:p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2026/01 – 2026/03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E46D93FC-6986-CF97-6E9D-EED646ADAC35}"/>
              </a:ext>
            </a:extLst>
          </p:cNvPr>
          <p:cNvSpPr/>
          <p:nvPr/>
        </p:nvSpPr>
        <p:spPr>
          <a:xfrm>
            <a:off x="3775502" y="2528278"/>
            <a:ext cx="2816664" cy="264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か月</a:t>
            </a:r>
          </a:p>
        </p:txBody>
      </p:sp>
      <p:sp>
        <p:nvSpPr>
          <p:cNvPr id="43" name="矢印: 山形 42">
            <a:extLst>
              <a:ext uri="{FF2B5EF4-FFF2-40B4-BE49-F238E27FC236}">
                <a16:creationId xmlns:a16="http://schemas.microsoft.com/office/drawing/2014/main" id="{1E4D0B09-F64F-5EA1-BAB9-6222801B605A}"/>
              </a:ext>
            </a:extLst>
          </p:cNvPr>
          <p:cNvSpPr/>
          <p:nvPr/>
        </p:nvSpPr>
        <p:spPr>
          <a:xfrm>
            <a:off x="3775501" y="2901023"/>
            <a:ext cx="3027231" cy="484632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マーケティング戦略・戦術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KGI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KPI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検証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320D914-393F-27B3-1714-C29D919223C2}"/>
              </a:ext>
            </a:extLst>
          </p:cNvPr>
          <p:cNvSpPr txBox="1"/>
          <p:nvPr/>
        </p:nvSpPr>
        <p:spPr>
          <a:xfrm>
            <a:off x="3775502" y="3772614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ロードマップ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施策の方向性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KGI/KPI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の設計・評価指標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検証項目の決定と実行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677FD25-3E6B-2399-4602-E6788EFE1BA9}"/>
              </a:ext>
            </a:extLst>
          </p:cNvPr>
          <p:cNvSpPr txBox="1"/>
          <p:nvPr/>
        </p:nvSpPr>
        <p:spPr>
          <a:xfrm>
            <a:off x="3775502" y="4759701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ロードマップ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施策の方向性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KGI/KPI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の設計・評価指標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検証項目の決定と実行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C350F2DB-4D65-5820-0E8F-FB17B93786AA}"/>
              </a:ext>
            </a:extLst>
          </p:cNvPr>
          <p:cNvSpPr txBox="1"/>
          <p:nvPr/>
        </p:nvSpPr>
        <p:spPr>
          <a:xfrm>
            <a:off x="3775502" y="7887373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ロードマップ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施策の方向性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KGI/KPI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の設計・評価指標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検証項目の決定と実行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4DA52F9D-7D04-4C45-EE7B-95BAB4D9B0E1}"/>
              </a:ext>
            </a:extLst>
          </p:cNvPr>
          <p:cNvSpPr/>
          <p:nvPr/>
        </p:nvSpPr>
        <p:spPr>
          <a:xfrm>
            <a:off x="6669428" y="1909187"/>
            <a:ext cx="2816664" cy="5111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フェーズ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2</a:t>
            </a:r>
          </a:p>
          <a:p>
            <a:pPr algn="ctr"/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2026/04 – 2026/06</a:t>
            </a:r>
            <a:endParaRPr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9A9BB347-24B1-ED2B-3C71-7E464856E08F}"/>
              </a:ext>
            </a:extLst>
          </p:cNvPr>
          <p:cNvSpPr/>
          <p:nvPr/>
        </p:nvSpPr>
        <p:spPr>
          <a:xfrm>
            <a:off x="6669428" y="2528278"/>
            <a:ext cx="2816664" cy="264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か月</a:t>
            </a:r>
          </a:p>
        </p:txBody>
      </p:sp>
      <p:sp>
        <p:nvSpPr>
          <p:cNvPr id="54" name="矢印: 山形 53">
            <a:extLst>
              <a:ext uri="{FF2B5EF4-FFF2-40B4-BE49-F238E27FC236}">
                <a16:creationId xmlns:a16="http://schemas.microsoft.com/office/drawing/2014/main" id="{7557E8FF-1341-0C76-ADFF-2E8A6FE6197B}"/>
              </a:ext>
            </a:extLst>
          </p:cNvPr>
          <p:cNvSpPr/>
          <p:nvPr/>
        </p:nvSpPr>
        <p:spPr>
          <a:xfrm>
            <a:off x="6669427" y="2901023"/>
            <a:ext cx="3027231" cy="484632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マーケティング戦略・戦術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KGI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KPI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検証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C2402EB7-44DF-7370-B9A7-B25C9E9ECF48}"/>
              </a:ext>
            </a:extLst>
          </p:cNvPr>
          <p:cNvSpPr txBox="1"/>
          <p:nvPr/>
        </p:nvSpPr>
        <p:spPr>
          <a:xfrm>
            <a:off x="6669428" y="3772614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ロードマップ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施策の方向性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KGI/KPI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の設計・評価指標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検証項目の決定と実行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A9DE1A0-AB45-AC46-2114-5C4CF830DABE}"/>
              </a:ext>
            </a:extLst>
          </p:cNvPr>
          <p:cNvSpPr txBox="1"/>
          <p:nvPr/>
        </p:nvSpPr>
        <p:spPr>
          <a:xfrm>
            <a:off x="6669428" y="4759701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ロードマップ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施策の方向性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KGI/KPI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の設計・評価指標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検証項目の決定と実行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108359C1-B652-91C3-1906-6F501E202463}"/>
              </a:ext>
            </a:extLst>
          </p:cNvPr>
          <p:cNvSpPr txBox="1"/>
          <p:nvPr/>
        </p:nvSpPr>
        <p:spPr>
          <a:xfrm>
            <a:off x="6669428" y="7887373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ロードマップ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施策の方向性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KGI/KPI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の設計・評価指標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検証項目の決定と実行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BE445001-B4E9-5966-6DA8-DF63F44397F7}"/>
              </a:ext>
            </a:extLst>
          </p:cNvPr>
          <p:cNvSpPr/>
          <p:nvPr/>
        </p:nvSpPr>
        <p:spPr>
          <a:xfrm>
            <a:off x="9563354" y="1909187"/>
            <a:ext cx="2816664" cy="5111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フェーズ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3</a:t>
            </a:r>
          </a:p>
          <a:p>
            <a:pPr algn="ctr"/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2026/07 – 2026/09</a:t>
            </a:r>
            <a:endParaRPr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36CFC49A-6D74-79C3-3212-B8589DF38B48}"/>
              </a:ext>
            </a:extLst>
          </p:cNvPr>
          <p:cNvSpPr/>
          <p:nvPr/>
        </p:nvSpPr>
        <p:spPr>
          <a:xfrm>
            <a:off x="9563354" y="2528278"/>
            <a:ext cx="2816664" cy="264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か月</a:t>
            </a:r>
          </a:p>
        </p:txBody>
      </p:sp>
      <p:sp>
        <p:nvSpPr>
          <p:cNvPr id="72" name="矢印: 山形 71">
            <a:extLst>
              <a:ext uri="{FF2B5EF4-FFF2-40B4-BE49-F238E27FC236}">
                <a16:creationId xmlns:a16="http://schemas.microsoft.com/office/drawing/2014/main" id="{1D2CFB1B-AA84-518E-21DA-CF6740D7E68B}"/>
              </a:ext>
            </a:extLst>
          </p:cNvPr>
          <p:cNvSpPr/>
          <p:nvPr/>
        </p:nvSpPr>
        <p:spPr>
          <a:xfrm>
            <a:off x="9563353" y="2901023"/>
            <a:ext cx="3027231" cy="484632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マーケティング戦略</a:t>
            </a:r>
            <a:r>
              <a:rPr kumimoji="1"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・戦術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KGI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KPI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検証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AF15C9E7-0FDE-ADE3-6F0D-549A0C8F34D1}"/>
              </a:ext>
            </a:extLst>
          </p:cNvPr>
          <p:cNvSpPr txBox="1"/>
          <p:nvPr/>
        </p:nvSpPr>
        <p:spPr>
          <a:xfrm>
            <a:off x="9563354" y="3772614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ロードマップ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施策の方向性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KGI/KPI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の設計・評価指標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検証項目の決定と実行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E7652630-C4AA-6DFB-09E2-AC87585E59EC}"/>
              </a:ext>
            </a:extLst>
          </p:cNvPr>
          <p:cNvSpPr txBox="1"/>
          <p:nvPr/>
        </p:nvSpPr>
        <p:spPr>
          <a:xfrm>
            <a:off x="9563354" y="4759701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ロードマップ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施策の方向性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KGI/KPI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の設計・評価指標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検証項目の決定と実行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7960114E-ED1A-92A7-0FD2-CDFD94839BE8}"/>
              </a:ext>
            </a:extLst>
          </p:cNvPr>
          <p:cNvSpPr txBox="1"/>
          <p:nvPr/>
        </p:nvSpPr>
        <p:spPr>
          <a:xfrm>
            <a:off x="9563354" y="7887373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ロードマップ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施策の方向性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KGI/KPI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の設計・評価指標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検証項目の決定と実行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6541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000FF"/>
      </a:accent1>
      <a:accent2>
        <a:srgbClr val="0096FA"/>
      </a:accent2>
      <a:accent3>
        <a:srgbClr val="0096C8"/>
      </a:accent3>
      <a:accent4>
        <a:srgbClr val="C80000"/>
      </a:accent4>
      <a:accent5>
        <a:srgbClr val="FF9600"/>
      </a:accent5>
      <a:accent6>
        <a:srgbClr val="FFC800"/>
      </a:accent6>
      <a:hlink>
        <a:srgbClr val="59A9F2"/>
      </a:hlink>
      <a:folHlink>
        <a:srgbClr val="BFBFBF"/>
      </a:folHlink>
    </a:clrScheme>
    <a:fontScheme name="Arial-MeiryoUI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40000"/>
            <a:lumOff val="60000"/>
          </a:schemeClr>
        </a:solidFill>
        <a:ln>
          <a:noFill/>
        </a:ln>
      </a:spPr>
      <a:bodyPr lIns="0" tIns="0" rIns="0" bIns="0" rtlCol="0" anchor="ctr"/>
      <a:lstStyle>
        <a:defPPr algn="l">
          <a:defRPr kumimoji="1" sz="1400" dirty="0" smtClean="0">
            <a:solidFill>
              <a:schemeClr val="tx1">
                <a:lumMod val="75000"/>
                <a:lumOff val="25000"/>
              </a:schemeClr>
            </a:solidFill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>
              <a:lumMod val="60000"/>
              <a:lumOff val="40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975" indent="-180975" algn="l">
          <a:buFont typeface="Arial" panose="020B0604020202020204" pitchFamily="34" charset="0"/>
          <a:buChar char="•"/>
          <a:defRPr kumimoji="1" sz="1400" dirty="0" smtClean="0"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425C8E17-FEFC-4D34-A0DF-FF2AEF7C4C4B}" vid="{DECE99C7-9F8A-423A-BF87-C26BB7CC39E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45</TotalTime>
  <Words>869</Words>
  <Application>Microsoft Office PowerPoint</Application>
  <PresentationFormat>A3 297x420 mm</PresentationFormat>
  <Paragraphs>156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BIZ UDPゴシック</vt:lpstr>
      <vt:lpstr>メイリオ</vt:lpstr>
      <vt:lpstr>游ゴシック</vt:lpstr>
      <vt:lpstr>Arial</vt:lpstr>
      <vt:lpstr>Wingdings</vt:lpstr>
      <vt:lpstr>Office テーマ</vt:lpstr>
      <vt:lpstr>プロジェクト進行で事故を防ぐ！4大リスクと対策</vt:lpstr>
      <vt:lpstr>進め方の全体像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Kazu ENDO</dc:creator>
  <cp:lastModifiedBy>Kazu ENDO</cp:lastModifiedBy>
  <cp:revision>1</cp:revision>
  <dcterms:created xsi:type="dcterms:W3CDTF">2025-10-10T14:15:23Z</dcterms:created>
  <dcterms:modified xsi:type="dcterms:W3CDTF">2025-10-10T15:19:50Z</dcterms:modified>
</cp:coreProperties>
</file>