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449" r:id="rId2"/>
    <p:sldId id="450" r:id="rId3"/>
    <p:sldId id="459" r:id="rId4"/>
    <p:sldId id="451" r:id="rId5"/>
    <p:sldId id="452" r:id="rId6"/>
    <p:sldId id="453" r:id="rId7"/>
    <p:sldId id="454" r:id="rId8"/>
    <p:sldId id="478" r:id="rId9"/>
    <p:sldId id="482" r:id="rId10"/>
    <p:sldId id="455" r:id="rId11"/>
    <p:sldId id="458" r:id="rId12"/>
    <p:sldId id="457" r:id="rId13"/>
    <p:sldId id="456" r:id="rId14"/>
    <p:sldId id="415" r:id="rId15"/>
    <p:sldId id="460" r:id="rId16"/>
    <p:sldId id="461" r:id="rId17"/>
    <p:sldId id="462" r:id="rId18"/>
    <p:sldId id="463" r:id="rId19"/>
    <p:sldId id="479" r:id="rId20"/>
    <p:sldId id="464" r:id="rId21"/>
    <p:sldId id="465" r:id="rId22"/>
    <p:sldId id="483" r:id="rId23"/>
    <p:sldId id="467" r:id="rId24"/>
    <p:sldId id="466" r:id="rId25"/>
    <p:sldId id="468" r:id="rId26"/>
    <p:sldId id="469" r:id="rId27"/>
    <p:sldId id="470" r:id="rId28"/>
    <p:sldId id="472" r:id="rId29"/>
    <p:sldId id="473" r:id="rId30"/>
    <p:sldId id="474" r:id="rId31"/>
    <p:sldId id="475" r:id="rId32"/>
    <p:sldId id="476" r:id="rId33"/>
    <p:sldId id="477" r:id="rId34"/>
  </p:sldIdLst>
  <p:sldSz cx="12192000" cy="6858000"/>
  <p:notesSz cx="6858000" cy="9144000"/>
  <p:defaultTextStyle>
    <a:defPPr>
      <a:defRPr lang="ja-JP"/>
    </a:defPPr>
    <a:lvl1pPr marL="0" algn="l" defTabSz="914314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156" algn="l" defTabSz="914314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314" algn="l" defTabSz="914314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471" algn="l" defTabSz="914314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628" algn="l" defTabSz="914314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5784" algn="l" defTabSz="914314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2940" algn="l" defTabSz="914314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098" algn="l" defTabSz="914314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255" algn="l" defTabSz="914314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0F3319EF-BE6A-413D-A1C3-54F6463AF89D}">
          <p14:sldIdLst>
            <p14:sldId id="449"/>
            <p14:sldId id="450"/>
            <p14:sldId id="459"/>
            <p14:sldId id="451"/>
            <p14:sldId id="452"/>
            <p14:sldId id="453"/>
            <p14:sldId id="454"/>
            <p14:sldId id="478"/>
            <p14:sldId id="482"/>
            <p14:sldId id="455"/>
            <p14:sldId id="458"/>
            <p14:sldId id="457"/>
            <p14:sldId id="456"/>
            <p14:sldId id="415"/>
            <p14:sldId id="460"/>
            <p14:sldId id="461"/>
            <p14:sldId id="462"/>
            <p14:sldId id="463"/>
            <p14:sldId id="479"/>
            <p14:sldId id="464"/>
            <p14:sldId id="465"/>
            <p14:sldId id="483"/>
            <p14:sldId id="467"/>
            <p14:sldId id="466"/>
            <p14:sldId id="468"/>
            <p14:sldId id="469"/>
            <p14:sldId id="470"/>
            <p14:sldId id="472"/>
            <p14:sldId id="473"/>
            <p14:sldId id="474"/>
            <p14:sldId id="475"/>
            <p14:sldId id="476"/>
            <p14:sldId id="477"/>
          </p14:sldIdLst>
        </p14:section>
      </p14:sectionLst>
    </p:ext>
    <p:ext uri="{EFAFB233-063F-42B5-8137-9DF3F51BA10A}">
      <p15:sldGuideLst xmlns:p15="http://schemas.microsoft.com/office/powerpoint/2012/main">
        <p15:guide id="3" orient="horz" userDrawn="1">
          <p15:clr>
            <a:srgbClr val="A4A3A4"/>
          </p15:clr>
        </p15:guide>
        <p15:guide id="4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3A8A"/>
    <a:srgbClr val="3B82F6"/>
    <a:srgbClr val="E8ECF3"/>
    <a:srgbClr val="7CA7C5"/>
    <a:srgbClr val="077196"/>
    <a:srgbClr val="7F7F7F"/>
    <a:srgbClr val="FFFFFF"/>
    <a:srgbClr val="E2F8FF"/>
    <a:srgbClr val="F0F0F0"/>
    <a:srgbClr val="C1E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06" autoAdjust="0"/>
    <p:restoredTop sz="96234" autoAdjust="0"/>
  </p:normalViewPr>
  <p:slideViewPr>
    <p:cSldViewPr snapToGrid="0" showGuides="1">
      <p:cViewPr varScale="1">
        <p:scale>
          <a:sx n="97" d="100"/>
          <a:sy n="97" d="100"/>
        </p:scale>
        <p:origin x="269" y="67"/>
      </p:cViewPr>
      <p:guideLst>
        <p:guide orient="horz"/>
        <p:guide pos="3817"/>
      </p:guideLst>
    </p:cSldViewPr>
  </p:slideViewPr>
  <p:outlineViewPr>
    <p:cViewPr>
      <p:scale>
        <a:sx n="33" d="100"/>
        <a:sy n="33" d="100"/>
      </p:scale>
      <p:origin x="0" y="-356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1042"/>
    </p:cViewPr>
  </p:sorterViewPr>
  <p:notesViewPr>
    <p:cSldViewPr snapToGrid="0" showGuides="1">
      <p:cViewPr varScale="1">
        <p:scale>
          <a:sx n="66" d="100"/>
          <a:sy n="66" d="100"/>
        </p:scale>
        <p:origin x="3062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zu ENDO" userId="394a0fe494bc10a7" providerId="LiveId" clId="{9B94F21E-C83F-4FE9-9F96-8B842C8D39FE}"/>
    <pc:docChg chg="undo custSel modSld modMainMaster">
      <pc:chgData name="Kazu ENDO" userId="394a0fe494bc10a7" providerId="LiveId" clId="{9B94F21E-C83F-4FE9-9F96-8B842C8D39FE}" dt="2026-04-26T12:31:57.852" v="57" actId="1076"/>
      <pc:docMkLst>
        <pc:docMk/>
      </pc:docMkLst>
      <pc:sldChg chg="modSp mod">
        <pc:chgData name="Kazu ENDO" userId="394a0fe494bc10a7" providerId="LiveId" clId="{9B94F21E-C83F-4FE9-9F96-8B842C8D39FE}" dt="2026-04-26T12:28:58.088" v="39" actId="1076"/>
        <pc:sldMkLst>
          <pc:docMk/>
          <pc:sldMk cId="941833014" sldId="415"/>
        </pc:sldMkLst>
        <pc:graphicFrameChg chg="mod">
          <ac:chgData name="Kazu ENDO" userId="394a0fe494bc10a7" providerId="LiveId" clId="{9B94F21E-C83F-4FE9-9F96-8B842C8D39FE}" dt="2026-04-26T12:28:58.088" v="39" actId="1076"/>
          <ac:graphicFrameMkLst>
            <pc:docMk/>
            <pc:sldMk cId="941833014" sldId="415"/>
            <ac:graphicFrameMk id="7" creationId="{1F2030BF-CF69-89E2-169B-484152F457FE}"/>
          </ac:graphicFrameMkLst>
        </pc:graphicFrameChg>
      </pc:sldChg>
      <pc:sldChg chg="modSp mod">
        <pc:chgData name="Kazu ENDO" userId="394a0fe494bc10a7" providerId="LiveId" clId="{9B94F21E-C83F-4FE9-9F96-8B842C8D39FE}" dt="2026-04-26T12:31:57.852" v="57" actId="1076"/>
        <pc:sldMkLst>
          <pc:docMk/>
          <pc:sldMk cId="1334763681" sldId="449"/>
        </pc:sldMkLst>
        <pc:graphicFrameChg chg="mod">
          <ac:chgData name="Kazu ENDO" userId="394a0fe494bc10a7" providerId="LiveId" clId="{9B94F21E-C83F-4FE9-9F96-8B842C8D39FE}" dt="2026-04-26T12:31:57.852" v="57" actId="1076"/>
          <ac:graphicFrameMkLst>
            <pc:docMk/>
            <pc:sldMk cId="1334763681" sldId="449"/>
            <ac:graphicFrameMk id="5" creationId="{3C1C70CD-325D-A69C-0E1B-046D4A9F8D51}"/>
          </ac:graphicFrameMkLst>
        </pc:graphicFrameChg>
      </pc:sldChg>
      <pc:sldChg chg="modSp mod">
        <pc:chgData name="Kazu ENDO" userId="394a0fe494bc10a7" providerId="LiveId" clId="{9B94F21E-C83F-4FE9-9F96-8B842C8D39FE}" dt="2026-04-26T12:26:23.599" v="23" actId="1076"/>
        <pc:sldMkLst>
          <pc:docMk/>
          <pc:sldMk cId="2175504540" sldId="450"/>
        </pc:sldMkLst>
        <pc:graphicFrameChg chg="mod">
          <ac:chgData name="Kazu ENDO" userId="394a0fe494bc10a7" providerId="LiveId" clId="{9B94F21E-C83F-4FE9-9F96-8B842C8D39FE}" dt="2026-04-26T12:26:23.599" v="23" actId="1076"/>
          <ac:graphicFrameMkLst>
            <pc:docMk/>
            <pc:sldMk cId="2175504540" sldId="450"/>
            <ac:graphicFrameMk id="5" creationId="{D3009539-A12C-51FE-9560-AD6E3AFE0CAE}"/>
          </ac:graphicFrameMkLst>
        </pc:graphicFrameChg>
      </pc:sldChg>
      <pc:sldChg chg="modSp mod">
        <pc:chgData name="Kazu ENDO" userId="394a0fe494bc10a7" providerId="LiveId" clId="{9B94F21E-C83F-4FE9-9F96-8B842C8D39FE}" dt="2026-04-26T12:26:41.460" v="25" actId="1076"/>
        <pc:sldMkLst>
          <pc:docMk/>
          <pc:sldMk cId="1681959691" sldId="451"/>
        </pc:sldMkLst>
        <pc:graphicFrameChg chg="mod">
          <ac:chgData name="Kazu ENDO" userId="394a0fe494bc10a7" providerId="LiveId" clId="{9B94F21E-C83F-4FE9-9F96-8B842C8D39FE}" dt="2026-04-26T12:26:41.460" v="25" actId="1076"/>
          <ac:graphicFrameMkLst>
            <pc:docMk/>
            <pc:sldMk cId="1681959691" sldId="451"/>
            <ac:graphicFrameMk id="5" creationId="{B422E176-AFA6-2683-4C55-62976913265E}"/>
          </ac:graphicFrameMkLst>
        </pc:graphicFrameChg>
      </pc:sldChg>
      <pc:sldChg chg="modSp mod">
        <pc:chgData name="Kazu ENDO" userId="394a0fe494bc10a7" providerId="LiveId" clId="{9B94F21E-C83F-4FE9-9F96-8B842C8D39FE}" dt="2026-04-26T12:26:48.937" v="26" actId="1076"/>
        <pc:sldMkLst>
          <pc:docMk/>
          <pc:sldMk cId="2319987091" sldId="452"/>
        </pc:sldMkLst>
        <pc:graphicFrameChg chg="mod">
          <ac:chgData name="Kazu ENDO" userId="394a0fe494bc10a7" providerId="LiveId" clId="{9B94F21E-C83F-4FE9-9F96-8B842C8D39FE}" dt="2026-04-26T12:26:48.937" v="26" actId="1076"/>
          <ac:graphicFrameMkLst>
            <pc:docMk/>
            <pc:sldMk cId="2319987091" sldId="452"/>
            <ac:graphicFrameMk id="5" creationId="{5592BB0C-A152-6460-982B-5D937B03AE88}"/>
          </ac:graphicFrameMkLst>
        </pc:graphicFrameChg>
      </pc:sldChg>
      <pc:sldChg chg="modSp mod">
        <pc:chgData name="Kazu ENDO" userId="394a0fe494bc10a7" providerId="LiveId" clId="{9B94F21E-C83F-4FE9-9F96-8B842C8D39FE}" dt="2026-04-26T12:26:57.772" v="27" actId="1076"/>
        <pc:sldMkLst>
          <pc:docMk/>
          <pc:sldMk cId="520828534" sldId="453"/>
        </pc:sldMkLst>
        <pc:graphicFrameChg chg="mod">
          <ac:chgData name="Kazu ENDO" userId="394a0fe494bc10a7" providerId="LiveId" clId="{9B94F21E-C83F-4FE9-9F96-8B842C8D39FE}" dt="2026-04-26T12:26:57.772" v="27" actId="1076"/>
          <ac:graphicFrameMkLst>
            <pc:docMk/>
            <pc:sldMk cId="520828534" sldId="453"/>
            <ac:graphicFrameMk id="5" creationId="{1DB40083-356C-7323-F271-E35DD34742B1}"/>
          </ac:graphicFrameMkLst>
        </pc:graphicFrameChg>
        <pc:picChg chg="mod">
          <ac:chgData name="Kazu ENDO" userId="394a0fe494bc10a7" providerId="LiveId" clId="{9B94F21E-C83F-4FE9-9F96-8B842C8D39FE}" dt="2026-04-26T12:26:57.772" v="27" actId="1076"/>
          <ac:picMkLst>
            <pc:docMk/>
            <pc:sldMk cId="520828534" sldId="453"/>
            <ac:picMk id="6" creationId="{ACC80033-D218-B26F-A100-C046EF788FC8}"/>
          </ac:picMkLst>
        </pc:picChg>
        <pc:picChg chg="mod">
          <ac:chgData name="Kazu ENDO" userId="394a0fe494bc10a7" providerId="LiveId" clId="{9B94F21E-C83F-4FE9-9F96-8B842C8D39FE}" dt="2026-04-26T12:26:57.772" v="27" actId="1076"/>
          <ac:picMkLst>
            <pc:docMk/>
            <pc:sldMk cId="520828534" sldId="453"/>
            <ac:picMk id="7" creationId="{1A12BE7B-C143-9C1B-EF59-88BBEDA6338D}"/>
          </ac:picMkLst>
        </pc:picChg>
      </pc:sldChg>
      <pc:sldChg chg="modSp mod">
        <pc:chgData name="Kazu ENDO" userId="394a0fe494bc10a7" providerId="LiveId" clId="{9B94F21E-C83F-4FE9-9F96-8B842C8D39FE}" dt="2026-04-26T12:27:13.363" v="30" actId="1076"/>
        <pc:sldMkLst>
          <pc:docMk/>
          <pc:sldMk cId="2576119002" sldId="454"/>
        </pc:sldMkLst>
        <pc:spChg chg="mod">
          <ac:chgData name="Kazu ENDO" userId="394a0fe494bc10a7" providerId="LiveId" clId="{9B94F21E-C83F-4FE9-9F96-8B842C8D39FE}" dt="2026-04-26T12:27:13.363" v="30" actId="1076"/>
          <ac:spMkLst>
            <pc:docMk/>
            <pc:sldMk cId="2576119002" sldId="454"/>
            <ac:spMk id="6" creationId="{B212650B-CA68-805E-B9EB-6E435D824461}"/>
          </ac:spMkLst>
        </pc:spChg>
        <pc:spChg chg="mod">
          <ac:chgData name="Kazu ENDO" userId="394a0fe494bc10a7" providerId="LiveId" clId="{9B94F21E-C83F-4FE9-9F96-8B842C8D39FE}" dt="2026-04-26T12:27:13.363" v="30" actId="1076"/>
          <ac:spMkLst>
            <pc:docMk/>
            <pc:sldMk cId="2576119002" sldId="454"/>
            <ac:spMk id="7" creationId="{EC1FA3CB-550E-FEA7-134B-F4588CD20D08}"/>
          </ac:spMkLst>
        </pc:spChg>
        <pc:spChg chg="mod">
          <ac:chgData name="Kazu ENDO" userId="394a0fe494bc10a7" providerId="LiveId" clId="{9B94F21E-C83F-4FE9-9F96-8B842C8D39FE}" dt="2026-04-26T12:27:13.363" v="30" actId="1076"/>
          <ac:spMkLst>
            <pc:docMk/>
            <pc:sldMk cId="2576119002" sldId="454"/>
            <ac:spMk id="8" creationId="{8477B402-1BE9-673A-F907-ECE45B19E8F5}"/>
          </ac:spMkLst>
        </pc:spChg>
        <pc:graphicFrameChg chg="mod">
          <ac:chgData name="Kazu ENDO" userId="394a0fe494bc10a7" providerId="LiveId" clId="{9B94F21E-C83F-4FE9-9F96-8B842C8D39FE}" dt="2026-04-26T12:27:13.363" v="30" actId="1076"/>
          <ac:graphicFrameMkLst>
            <pc:docMk/>
            <pc:sldMk cId="2576119002" sldId="454"/>
            <ac:graphicFrameMk id="5" creationId="{3632F538-6179-0346-1FF5-017A045E1A96}"/>
          </ac:graphicFrameMkLst>
        </pc:graphicFrameChg>
        <pc:graphicFrameChg chg="mod">
          <ac:chgData name="Kazu ENDO" userId="394a0fe494bc10a7" providerId="LiveId" clId="{9B94F21E-C83F-4FE9-9F96-8B842C8D39FE}" dt="2026-04-26T12:27:13.363" v="30" actId="1076"/>
          <ac:graphicFrameMkLst>
            <pc:docMk/>
            <pc:sldMk cId="2576119002" sldId="454"/>
            <ac:graphicFrameMk id="9" creationId="{873DEE4E-AF9D-96B2-7C3C-9D0C4E5F43C7}"/>
          </ac:graphicFrameMkLst>
        </pc:graphicFrameChg>
      </pc:sldChg>
      <pc:sldChg chg="modSp mod">
        <pc:chgData name="Kazu ENDO" userId="394a0fe494bc10a7" providerId="LiveId" clId="{9B94F21E-C83F-4FE9-9F96-8B842C8D39FE}" dt="2026-04-26T12:28:13.259" v="33" actId="1076"/>
        <pc:sldMkLst>
          <pc:docMk/>
          <pc:sldMk cId="2347399471" sldId="455"/>
        </pc:sldMkLst>
        <pc:spChg chg="mod">
          <ac:chgData name="Kazu ENDO" userId="394a0fe494bc10a7" providerId="LiveId" clId="{9B94F21E-C83F-4FE9-9F96-8B842C8D39FE}" dt="2026-04-26T12:28:13.259" v="33" actId="1076"/>
          <ac:spMkLst>
            <pc:docMk/>
            <pc:sldMk cId="2347399471" sldId="455"/>
            <ac:spMk id="6" creationId="{AB78B42E-C5C3-3AB2-2180-4C4DD2C657EA}"/>
          </ac:spMkLst>
        </pc:spChg>
        <pc:spChg chg="mod">
          <ac:chgData name="Kazu ENDO" userId="394a0fe494bc10a7" providerId="LiveId" clId="{9B94F21E-C83F-4FE9-9F96-8B842C8D39FE}" dt="2026-04-26T12:28:13.259" v="33" actId="1076"/>
          <ac:spMkLst>
            <pc:docMk/>
            <pc:sldMk cId="2347399471" sldId="455"/>
            <ac:spMk id="7" creationId="{CB80DC8D-1DB3-056D-E365-C843B9B5C1A8}"/>
          </ac:spMkLst>
        </pc:spChg>
        <pc:spChg chg="mod">
          <ac:chgData name="Kazu ENDO" userId="394a0fe494bc10a7" providerId="LiveId" clId="{9B94F21E-C83F-4FE9-9F96-8B842C8D39FE}" dt="2026-04-26T12:28:13.259" v="33" actId="1076"/>
          <ac:spMkLst>
            <pc:docMk/>
            <pc:sldMk cId="2347399471" sldId="455"/>
            <ac:spMk id="8" creationId="{E37F4D30-9B93-E15F-2196-C1786C9D742A}"/>
          </ac:spMkLst>
        </pc:spChg>
        <pc:spChg chg="mod">
          <ac:chgData name="Kazu ENDO" userId="394a0fe494bc10a7" providerId="LiveId" clId="{9B94F21E-C83F-4FE9-9F96-8B842C8D39FE}" dt="2026-04-26T12:28:13.259" v="33" actId="1076"/>
          <ac:spMkLst>
            <pc:docMk/>
            <pc:sldMk cId="2347399471" sldId="455"/>
            <ac:spMk id="9" creationId="{B6112732-61D8-5150-70F6-8DEDAA662E16}"/>
          </ac:spMkLst>
        </pc:spChg>
        <pc:graphicFrameChg chg="mod">
          <ac:chgData name="Kazu ENDO" userId="394a0fe494bc10a7" providerId="LiveId" clId="{9B94F21E-C83F-4FE9-9F96-8B842C8D39FE}" dt="2026-04-26T12:28:13.259" v="33" actId="1076"/>
          <ac:graphicFrameMkLst>
            <pc:docMk/>
            <pc:sldMk cId="2347399471" sldId="455"/>
            <ac:graphicFrameMk id="5" creationId="{EA352F6C-F3F1-8591-900D-0A0DE8AB6D02}"/>
          </ac:graphicFrameMkLst>
        </pc:graphicFrameChg>
      </pc:sldChg>
      <pc:sldChg chg="modSp mod">
        <pc:chgData name="Kazu ENDO" userId="394a0fe494bc10a7" providerId="LiveId" clId="{9B94F21E-C83F-4FE9-9F96-8B842C8D39FE}" dt="2026-04-26T12:28:51.587" v="38" actId="1076"/>
        <pc:sldMkLst>
          <pc:docMk/>
          <pc:sldMk cId="859209276" sldId="456"/>
        </pc:sldMkLst>
        <pc:spChg chg="mod">
          <ac:chgData name="Kazu ENDO" userId="394a0fe494bc10a7" providerId="LiveId" clId="{9B94F21E-C83F-4FE9-9F96-8B842C8D39FE}" dt="2026-04-26T12:28:51.587" v="38" actId="1076"/>
          <ac:spMkLst>
            <pc:docMk/>
            <pc:sldMk cId="859209276" sldId="456"/>
            <ac:spMk id="6" creationId="{4CD89847-E4BB-A2DB-04E1-CC644D10A275}"/>
          </ac:spMkLst>
        </pc:spChg>
        <pc:spChg chg="mod">
          <ac:chgData name="Kazu ENDO" userId="394a0fe494bc10a7" providerId="LiveId" clId="{9B94F21E-C83F-4FE9-9F96-8B842C8D39FE}" dt="2026-04-26T12:28:51.587" v="38" actId="1076"/>
          <ac:spMkLst>
            <pc:docMk/>
            <pc:sldMk cId="859209276" sldId="456"/>
            <ac:spMk id="7" creationId="{3DFA4DA8-B75B-F997-E902-78EC201B2A49}"/>
          </ac:spMkLst>
        </pc:spChg>
        <pc:spChg chg="mod">
          <ac:chgData name="Kazu ENDO" userId="394a0fe494bc10a7" providerId="LiveId" clId="{9B94F21E-C83F-4FE9-9F96-8B842C8D39FE}" dt="2026-04-26T12:28:51.587" v="38" actId="1076"/>
          <ac:spMkLst>
            <pc:docMk/>
            <pc:sldMk cId="859209276" sldId="456"/>
            <ac:spMk id="8" creationId="{A000EFD5-EEF5-33A5-F436-709EFEDBB5C1}"/>
          </ac:spMkLst>
        </pc:spChg>
        <pc:spChg chg="mod">
          <ac:chgData name="Kazu ENDO" userId="394a0fe494bc10a7" providerId="LiveId" clId="{9B94F21E-C83F-4FE9-9F96-8B842C8D39FE}" dt="2026-04-26T12:28:51.587" v="38" actId="1076"/>
          <ac:spMkLst>
            <pc:docMk/>
            <pc:sldMk cId="859209276" sldId="456"/>
            <ac:spMk id="9" creationId="{F99B96E0-A9FB-3611-A66E-D63C363F1CED}"/>
          </ac:spMkLst>
        </pc:spChg>
        <pc:graphicFrameChg chg="mod">
          <ac:chgData name="Kazu ENDO" userId="394a0fe494bc10a7" providerId="LiveId" clId="{9B94F21E-C83F-4FE9-9F96-8B842C8D39FE}" dt="2026-04-26T12:28:51.587" v="38" actId="1076"/>
          <ac:graphicFrameMkLst>
            <pc:docMk/>
            <pc:sldMk cId="859209276" sldId="456"/>
            <ac:graphicFrameMk id="5" creationId="{3AE3D8C7-4850-B7F8-E013-91975CAD7142}"/>
          </ac:graphicFrameMkLst>
        </pc:graphicFrameChg>
      </pc:sldChg>
      <pc:sldChg chg="modSp mod">
        <pc:chgData name="Kazu ENDO" userId="394a0fe494bc10a7" providerId="LiveId" clId="{9B94F21E-C83F-4FE9-9F96-8B842C8D39FE}" dt="2026-04-26T12:28:42.159" v="37" actId="1076"/>
        <pc:sldMkLst>
          <pc:docMk/>
          <pc:sldMk cId="4078835398" sldId="457"/>
        </pc:sldMkLst>
        <pc:spChg chg="mod">
          <ac:chgData name="Kazu ENDO" userId="394a0fe494bc10a7" providerId="LiveId" clId="{9B94F21E-C83F-4FE9-9F96-8B842C8D39FE}" dt="2026-04-26T12:28:42.159" v="37" actId="1076"/>
          <ac:spMkLst>
            <pc:docMk/>
            <pc:sldMk cId="4078835398" sldId="457"/>
            <ac:spMk id="6" creationId="{A7F791EF-D1FA-A517-F5C9-BFDB3D775111}"/>
          </ac:spMkLst>
        </pc:spChg>
        <pc:spChg chg="mod">
          <ac:chgData name="Kazu ENDO" userId="394a0fe494bc10a7" providerId="LiveId" clId="{9B94F21E-C83F-4FE9-9F96-8B842C8D39FE}" dt="2026-04-26T12:28:42.159" v="37" actId="1076"/>
          <ac:spMkLst>
            <pc:docMk/>
            <pc:sldMk cId="4078835398" sldId="457"/>
            <ac:spMk id="7" creationId="{0CC6C618-40CD-E513-9526-3B390493E5C0}"/>
          </ac:spMkLst>
        </pc:spChg>
        <pc:spChg chg="mod">
          <ac:chgData name="Kazu ENDO" userId="394a0fe494bc10a7" providerId="LiveId" clId="{9B94F21E-C83F-4FE9-9F96-8B842C8D39FE}" dt="2026-04-26T12:28:42.159" v="37" actId="1076"/>
          <ac:spMkLst>
            <pc:docMk/>
            <pc:sldMk cId="4078835398" sldId="457"/>
            <ac:spMk id="8" creationId="{15804C1B-1870-8A15-6B72-CD57CA4C4966}"/>
          </ac:spMkLst>
        </pc:spChg>
        <pc:graphicFrameChg chg="mod">
          <ac:chgData name="Kazu ENDO" userId="394a0fe494bc10a7" providerId="LiveId" clId="{9B94F21E-C83F-4FE9-9F96-8B842C8D39FE}" dt="2026-04-26T12:28:42.159" v="37" actId="1076"/>
          <ac:graphicFrameMkLst>
            <pc:docMk/>
            <pc:sldMk cId="4078835398" sldId="457"/>
            <ac:graphicFrameMk id="5" creationId="{0A8EA9B4-280A-7ACD-A81A-D092BACBDF4A}"/>
          </ac:graphicFrameMkLst>
        </pc:graphicFrameChg>
      </pc:sldChg>
      <pc:sldChg chg="modSp mod">
        <pc:chgData name="Kazu ENDO" userId="394a0fe494bc10a7" providerId="LiveId" clId="{9B94F21E-C83F-4FE9-9F96-8B842C8D39FE}" dt="2026-04-26T12:28:32.125" v="36" actId="1076"/>
        <pc:sldMkLst>
          <pc:docMk/>
          <pc:sldMk cId="3791551919" sldId="458"/>
        </pc:sldMkLst>
        <pc:spChg chg="mod">
          <ac:chgData name="Kazu ENDO" userId="394a0fe494bc10a7" providerId="LiveId" clId="{9B94F21E-C83F-4FE9-9F96-8B842C8D39FE}" dt="2026-04-26T12:28:32.125" v="36" actId="1076"/>
          <ac:spMkLst>
            <pc:docMk/>
            <pc:sldMk cId="3791551919" sldId="458"/>
            <ac:spMk id="6" creationId="{4851914A-64F4-1C4C-21E3-495209392ABA}"/>
          </ac:spMkLst>
        </pc:spChg>
        <pc:spChg chg="mod">
          <ac:chgData name="Kazu ENDO" userId="394a0fe494bc10a7" providerId="LiveId" clId="{9B94F21E-C83F-4FE9-9F96-8B842C8D39FE}" dt="2026-04-26T12:28:32.125" v="36" actId="1076"/>
          <ac:spMkLst>
            <pc:docMk/>
            <pc:sldMk cId="3791551919" sldId="458"/>
            <ac:spMk id="7" creationId="{601188B1-8E5D-DF11-9082-2DDAC753B40D}"/>
          </ac:spMkLst>
        </pc:spChg>
        <pc:spChg chg="mod">
          <ac:chgData name="Kazu ENDO" userId="394a0fe494bc10a7" providerId="LiveId" clId="{9B94F21E-C83F-4FE9-9F96-8B842C8D39FE}" dt="2026-04-26T12:28:32.125" v="36" actId="1076"/>
          <ac:spMkLst>
            <pc:docMk/>
            <pc:sldMk cId="3791551919" sldId="458"/>
            <ac:spMk id="8" creationId="{3DCA870C-CD18-AD0F-6915-61A8A2CCFFFA}"/>
          </ac:spMkLst>
        </pc:spChg>
        <pc:spChg chg="mod">
          <ac:chgData name="Kazu ENDO" userId="394a0fe494bc10a7" providerId="LiveId" clId="{9B94F21E-C83F-4FE9-9F96-8B842C8D39FE}" dt="2026-04-26T12:28:32.125" v="36" actId="1076"/>
          <ac:spMkLst>
            <pc:docMk/>
            <pc:sldMk cId="3791551919" sldId="458"/>
            <ac:spMk id="9" creationId="{4AD58282-8AE7-DF03-9D48-940B4D13B88B}"/>
          </ac:spMkLst>
        </pc:spChg>
        <pc:graphicFrameChg chg="mod">
          <ac:chgData name="Kazu ENDO" userId="394a0fe494bc10a7" providerId="LiveId" clId="{9B94F21E-C83F-4FE9-9F96-8B842C8D39FE}" dt="2026-04-26T12:28:32.125" v="36" actId="1076"/>
          <ac:graphicFrameMkLst>
            <pc:docMk/>
            <pc:sldMk cId="3791551919" sldId="458"/>
            <ac:graphicFrameMk id="5" creationId="{EE517EF7-0527-204A-C3FE-91FD55F647BB}"/>
          </ac:graphicFrameMkLst>
        </pc:graphicFrameChg>
      </pc:sldChg>
      <pc:sldChg chg="modSp mod">
        <pc:chgData name="Kazu ENDO" userId="394a0fe494bc10a7" providerId="LiveId" clId="{9B94F21E-C83F-4FE9-9F96-8B842C8D39FE}" dt="2026-04-26T12:26:33.285" v="24" actId="1076"/>
        <pc:sldMkLst>
          <pc:docMk/>
          <pc:sldMk cId="869290935" sldId="459"/>
        </pc:sldMkLst>
        <pc:graphicFrameChg chg="mod">
          <ac:chgData name="Kazu ENDO" userId="394a0fe494bc10a7" providerId="LiveId" clId="{9B94F21E-C83F-4FE9-9F96-8B842C8D39FE}" dt="2026-04-26T12:26:33.285" v="24" actId="1076"/>
          <ac:graphicFrameMkLst>
            <pc:docMk/>
            <pc:sldMk cId="869290935" sldId="459"/>
            <ac:graphicFrameMk id="6" creationId="{77AB8A72-322C-FB6A-C7D8-C9D01019E5CF}"/>
          </ac:graphicFrameMkLst>
        </pc:graphicFrameChg>
      </pc:sldChg>
      <pc:sldChg chg="modSp mod">
        <pc:chgData name="Kazu ENDO" userId="394a0fe494bc10a7" providerId="LiveId" clId="{9B94F21E-C83F-4FE9-9F96-8B842C8D39FE}" dt="2026-04-26T12:29:26.620" v="44" actId="20577"/>
        <pc:sldMkLst>
          <pc:docMk/>
          <pc:sldMk cId="528688995" sldId="460"/>
        </pc:sldMkLst>
        <pc:spChg chg="mod">
          <ac:chgData name="Kazu ENDO" userId="394a0fe494bc10a7" providerId="LiveId" clId="{9B94F21E-C83F-4FE9-9F96-8B842C8D39FE}" dt="2026-04-26T12:29:26.620" v="44" actId="20577"/>
          <ac:spMkLst>
            <pc:docMk/>
            <pc:sldMk cId="528688995" sldId="460"/>
            <ac:spMk id="4" creationId="{54493A2C-8A5C-4C2D-B441-A74C4F04B6E5}"/>
          </ac:spMkLst>
        </pc:spChg>
        <pc:spChg chg="mod">
          <ac:chgData name="Kazu ENDO" userId="394a0fe494bc10a7" providerId="LiveId" clId="{9B94F21E-C83F-4FE9-9F96-8B842C8D39FE}" dt="2026-04-26T12:29:13.560" v="41" actId="1076"/>
          <ac:spMkLst>
            <pc:docMk/>
            <pc:sldMk cId="528688995" sldId="460"/>
            <ac:spMk id="7" creationId="{435AC5F5-2269-22F3-717F-FCA17D4D12B4}"/>
          </ac:spMkLst>
        </pc:spChg>
        <pc:spChg chg="mod">
          <ac:chgData name="Kazu ENDO" userId="394a0fe494bc10a7" providerId="LiveId" clId="{9B94F21E-C83F-4FE9-9F96-8B842C8D39FE}" dt="2026-04-26T12:29:13.560" v="41" actId="1076"/>
          <ac:spMkLst>
            <pc:docMk/>
            <pc:sldMk cId="528688995" sldId="460"/>
            <ac:spMk id="8" creationId="{5A4E2961-0AD0-76AF-0406-1C5390F4D2C2}"/>
          </ac:spMkLst>
        </pc:spChg>
        <pc:spChg chg="mod">
          <ac:chgData name="Kazu ENDO" userId="394a0fe494bc10a7" providerId="LiveId" clId="{9B94F21E-C83F-4FE9-9F96-8B842C8D39FE}" dt="2026-04-26T12:29:13.560" v="41" actId="1076"/>
          <ac:spMkLst>
            <pc:docMk/>
            <pc:sldMk cId="528688995" sldId="460"/>
            <ac:spMk id="9" creationId="{557D6F1C-66C9-4ECC-086F-6C34623FC9B6}"/>
          </ac:spMkLst>
        </pc:spChg>
        <pc:spChg chg="mod">
          <ac:chgData name="Kazu ENDO" userId="394a0fe494bc10a7" providerId="LiveId" clId="{9B94F21E-C83F-4FE9-9F96-8B842C8D39FE}" dt="2026-04-26T12:29:13.560" v="41" actId="1076"/>
          <ac:spMkLst>
            <pc:docMk/>
            <pc:sldMk cId="528688995" sldId="460"/>
            <ac:spMk id="10" creationId="{AF7EC1F8-9058-DFDD-67C5-38E413DF0750}"/>
          </ac:spMkLst>
        </pc:spChg>
        <pc:spChg chg="mod">
          <ac:chgData name="Kazu ENDO" userId="394a0fe494bc10a7" providerId="LiveId" clId="{9B94F21E-C83F-4FE9-9F96-8B842C8D39FE}" dt="2026-04-26T12:29:13.560" v="41" actId="1076"/>
          <ac:spMkLst>
            <pc:docMk/>
            <pc:sldMk cId="528688995" sldId="460"/>
            <ac:spMk id="11" creationId="{F3C3FC31-CB31-AD94-189C-1947AB33AA6C}"/>
          </ac:spMkLst>
        </pc:spChg>
        <pc:spChg chg="mod">
          <ac:chgData name="Kazu ENDO" userId="394a0fe494bc10a7" providerId="LiveId" clId="{9B94F21E-C83F-4FE9-9F96-8B842C8D39FE}" dt="2026-04-26T12:29:13.560" v="41" actId="1076"/>
          <ac:spMkLst>
            <pc:docMk/>
            <pc:sldMk cId="528688995" sldId="460"/>
            <ac:spMk id="14" creationId="{D1970590-5860-B419-234B-C92D4A74F672}"/>
          </ac:spMkLst>
        </pc:spChg>
        <pc:spChg chg="mod">
          <ac:chgData name="Kazu ENDO" userId="394a0fe494bc10a7" providerId="LiveId" clId="{9B94F21E-C83F-4FE9-9F96-8B842C8D39FE}" dt="2026-04-26T12:29:13.560" v="41" actId="1076"/>
          <ac:spMkLst>
            <pc:docMk/>
            <pc:sldMk cId="528688995" sldId="460"/>
            <ac:spMk id="15" creationId="{352C52A6-D5F0-94F2-C019-7551904612B2}"/>
          </ac:spMkLst>
        </pc:spChg>
        <pc:spChg chg="mod">
          <ac:chgData name="Kazu ENDO" userId="394a0fe494bc10a7" providerId="LiveId" clId="{9B94F21E-C83F-4FE9-9F96-8B842C8D39FE}" dt="2026-04-26T12:29:13.560" v="41" actId="1076"/>
          <ac:spMkLst>
            <pc:docMk/>
            <pc:sldMk cId="528688995" sldId="460"/>
            <ac:spMk id="16" creationId="{662D291F-32A2-ED4F-C3F6-792C5C6F2200}"/>
          </ac:spMkLst>
        </pc:spChg>
        <pc:spChg chg="mod">
          <ac:chgData name="Kazu ENDO" userId="394a0fe494bc10a7" providerId="LiveId" clId="{9B94F21E-C83F-4FE9-9F96-8B842C8D39FE}" dt="2026-04-26T12:29:13.560" v="41" actId="1076"/>
          <ac:spMkLst>
            <pc:docMk/>
            <pc:sldMk cId="528688995" sldId="460"/>
            <ac:spMk id="21" creationId="{496499E3-5AC3-B05E-A2C7-D6D9AE6D4FFD}"/>
          </ac:spMkLst>
        </pc:spChg>
        <pc:spChg chg="mod">
          <ac:chgData name="Kazu ENDO" userId="394a0fe494bc10a7" providerId="LiveId" clId="{9B94F21E-C83F-4FE9-9F96-8B842C8D39FE}" dt="2026-04-26T12:29:13.560" v="41" actId="1076"/>
          <ac:spMkLst>
            <pc:docMk/>
            <pc:sldMk cId="528688995" sldId="460"/>
            <ac:spMk id="23" creationId="{663F69ED-4520-8B6A-7228-06E3DEC188FD}"/>
          </ac:spMkLst>
        </pc:spChg>
      </pc:sldChg>
      <pc:sldChg chg="modSp mod">
        <pc:chgData name="Kazu ENDO" userId="394a0fe494bc10a7" providerId="LiveId" clId="{9B94F21E-C83F-4FE9-9F96-8B842C8D39FE}" dt="2026-04-26T12:29:54.483" v="45" actId="1076"/>
        <pc:sldMkLst>
          <pc:docMk/>
          <pc:sldMk cId="1236160690" sldId="461"/>
        </pc:sldMkLst>
        <pc:spChg chg="mod">
          <ac:chgData name="Kazu ENDO" userId="394a0fe494bc10a7" providerId="LiveId" clId="{9B94F21E-C83F-4FE9-9F96-8B842C8D39FE}" dt="2026-04-26T12:29:54.483" v="45" actId="1076"/>
          <ac:spMkLst>
            <pc:docMk/>
            <pc:sldMk cId="1236160690" sldId="461"/>
            <ac:spMk id="7" creationId="{4B8F17C6-A80F-2F9A-C6AF-BEB262D38C9A}"/>
          </ac:spMkLst>
        </pc:spChg>
        <pc:spChg chg="mod">
          <ac:chgData name="Kazu ENDO" userId="394a0fe494bc10a7" providerId="LiveId" clId="{9B94F21E-C83F-4FE9-9F96-8B842C8D39FE}" dt="2026-04-26T12:29:54.483" v="45" actId="1076"/>
          <ac:spMkLst>
            <pc:docMk/>
            <pc:sldMk cId="1236160690" sldId="461"/>
            <ac:spMk id="9" creationId="{5F680488-A5E8-A51B-593A-9F08B49C284D}"/>
          </ac:spMkLst>
        </pc:spChg>
        <pc:spChg chg="mod">
          <ac:chgData name="Kazu ENDO" userId="394a0fe494bc10a7" providerId="LiveId" clId="{9B94F21E-C83F-4FE9-9F96-8B842C8D39FE}" dt="2026-04-26T12:29:54.483" v="45" actId="1076"/>
          <ac:spMkLst>
            <pc:docMk/>
            <pc:sldMk cId="1236160690" sldId="461"/>
            <ac:spMk id="11" creationId="{FDD09E12-F1AC-1646-D765-1C4586BEADD9}"/>
          </ac:spMkLst>
        </pc:spChg>
        <pc:spChg chg="mod">
          <ac:chgData name="Kazu ENDO" userId="394a0fe494bc10a7" providerId="LiveId" clId="{9B94F21E-C83F-4FE9-9F96-8B842C8D39FE}" dt="2026-04-26T12:29:54.483" v="45" actId="1076"/>
          <ac:spMkLst>
            <pc:docMk/>
            <pc:sldMk cId="1236160690" sldId="461"/>
            <ac:spMk id="12" creationId="{08C03EFE-0AC6-9E5D-2404-D464564A31A8}"/>
          </ac:spMkLst>
        </pc:spChg>
        <pc:spChg chg="mod">
          <ac:chgData name="Kazu ENDO" userId="394a0fe494bc10a7" providerId="LiveId" clId="{9B94F21E-C83F-4FE9-9F96-8B842C8D39FE}" dt="2026-04-26T12:29:54.483" v="45" actId="1076"/>
          <ac:spMkLst>
            <pc:docMk/>
            <pc:sldMk cId="1236160690" sldId="461"/>
            <ac:spMk id="13" creationId="{0B07E8E1-19D2-6852-23E3-07CB80A45A28}"/>
          </ac:spMkLst>
        </pc:spChg>
        <pc:spChg chg="mod">
          <ac:chgData name="Kazu ENDO" userId="394a0fe494bc10a7" providerId="LiveId" clId="{9B94F21E-C83F-4FE9-9F96-8B842C8D39FE}" dt="2026-04-26T12:29:54.483" v="45" actId="1076"/>
          <ac:spMkLst>
            <pc:docMk/>
            <pc:sldMk cId="1236160690" sldId="461"/>
            <ac:spMk id="14" creationId="{01B49F80-A8A7-C325-1E70-11FD04A0353E}"/>
          </ac:spMkLst>
        </pc:spChg>
        <pc:spChg chg="mod">
          <ac:chgData name="Kazu ENDO" userId="394a0fe494bc10a7" providerId="LiveId" clId="{9B94F21E-C83F-4FE9-9F96-8B842C8D39FE}" dt="2026-04-26T12:29:54.483" v="45" actId="1076"/>
          <ac:spMkLst>
            <pc:docMk/>
            <pc:sldMk cId="1236160690" sldId="461"/>
            <ac:spMk id="15" creationId="{8C586540-036A-8EEF-10FA-50B83A32E0E1}"/>
          </ac:spMkLst>
        </pc:spChg>
        <pc:spChg chg="mod">
          <ac:chgData name="Kazu ENDO" userId="394a0fe494bc10a7" providerId="LiveId" clId="{9B94F21E-C83F-4FE9-9F96-8B842C8D39FE}" dt="2026-04-26T12:29:54.483" v="45" actId="1076"/>
          <ac:spMkLst>
            <pc:docMk/>
            <pc:sldMk cId="1236160690" sldId="461"/>
            <ac:spMk id="16" creationId="{592425C9-79DF-1994-403A-24082CA7693B}"/>
          </ac:spMkLst>
        </pc:spChg>
        <pc:spChg chg="mod">
          <ac:chgData name="Kazu ENDO" userId="394a0fe494bc10a7" providerId="LiveId" clId="{9B94F21E-C83F-4FE9-9F96-8B842C8D39FE}" dt="2026-04-26T12:29:54.483" v="45" actId="1076"/>
          <ac:spMkLst>
            <pc:docMk/>
            <pc:sldMk cId="1236160690" sldId="461"/>
            <ac:spMk id="22" creationId="{9E3F8B4C-76D9-4EB6-C0F2-FF241EAEF811}"/>
          </ac:spMkLst>
        </pc:spChg>
        <pc:spChg chg="mod">
          <ac:chgData name="Kazu ENDO" userId="394a0fe494bc10a7" providerId="LiveId" clId="{9B94F21E-C83F-4FE9-9F96-8B842C8D39FE}" dt="2026-04-26T12:29:54.483" v="45" actId="1076"/>
          <ac:spMkLst>
            <pc:docMk/>
            <pc:sldMk cId="1236160690" sldId="461"/>
            <ac:spMk id="23" creationId="{E37CC81D-9285-4B85-1B64-5D5C94F8563B}"/>
          </ac:spMkLst>
        </pc:spChg>
      </pc:sldChg>
      <pc:sldChg chg="modSp mod">
        <pc:chgData name="Kazu ENDO" userId="394a0fe494bc10a7" providerId="LiveId" clId="{9B94F21E-C83F-4FE9-9F96-8B842C8D39FE}" dt="2026-04-26T12:30:11.320" v="46" actId="1076"/>
        <pc:sldMkLst>
          <pc:docMk/>
          <pc:sldMk cId="3869377072" sldId="464"/>
        </pc:sldMkLst>
        <pc:spChg chg="mod">
          <ac:chgData name="Kazu ENDO" userId="394a0fe494bc10a7" providerId="LiveId" clId="{9B94F21E-C83F-4FE9-9F96-8B842C8D39FE}" dt="2026-04-26T12:30:11.320" v="46" actId="1076"/>
          <ac:spMkLst>
            <pc:docMk/>
            <pc:sldMk cId="3869377072" sldId="464"/>
            <ac:spMk id="6" creationId="{6534B90D-63D1-1C0D-CDAC-56A88E8E98E3}"/>
          </ac:spMkLst>
        </pc:spChg>
        <pc:spChg chg="mod">
          <ac:chgData name="Kazu ENDO" userId="394a0fe494bc10a7" providerId="LiveId" clId="{9B94F21E-C83F-4FE9-9F96-8B842C8D39FE}" dt="2026-04-26T12:30:11.320" v="46" actId="1076"/>
          <ac:spMkLst>
            <pc:docMk/>
            <pc:sldMk cId="3869377072" sldId="464"/>
            <ac:spMk id="7" creationId="{0831155D-F5B2-1E05-7944-3D9D8358C497}"/>
          </ac:spMkLst>
        </pc:spChg>
        <pc:spChg chg="mod">
          <ac:chgData name="Kazu ENDO" userId="394a0fe494bc10a7" providerId="LiveId" clId="{9B94F21E-C83F-4FE9-9F96-8B842C8D39FE}" dt="2026-04-26T12:30:11.320" v="46" actId="1076"/>
          <ac:spMkLst>
            <pc:docMk/>
            <pc:sldMk cId="3869377072" sldId="464"/>
            <ac:spMk id="8" creationId="{324FF5AF-0BD0-A7D6-982C-F674217C847D}"/>
          </ac:spMkLst>
        </pc:spChg>
        <pc:spChg chg="mod">
          <ac:chgData name="Kazu ENDO" userId="394a0fe494bc10a7" providerId="LiveId" clId="{9B94F21E-C83F-4FE9-9F96-8B842C8D39FE}" dt="2026-04-26T12:30:11.320" v="46" actId="1076"/>
          <ac:spMkLst>
            <pc:docMk/>
            <pc:sldMk cId="3869377072" sldId="464"/>
            <ac:spMk id="9" creationId="{5F7ABDF0-FE40-F5E0-1100-4B00E35E4E16}"/>
          </ac:spMkLst>
        </pc:spChg>
        <pc:spChg chg="mod">
          <ac:chgData name="Kazu ENDO" userId="394a0fe494bc10a7" providerId="LiveId" clId="{9B94F21E-C83F-4FE9-9F96-8B842C8D39FE}" dt="2026-04-26T12:30:11.320" v="46" actId="1076"/>
          <ac:spMkLst>
            <pc:docMk/>
            <pc:sldMk cId="3869377072" sldId="464"/>
            <ac:spMk id="10" creationId="{9C574682-9BA8-0E69-47B0-50AA6B6CE7E4}"/>
          </ac:spMkLst>
        </pc:spChg>
        <pc:graphicFrameChg chg="mod">
          <ac:chgData name="Kazu ENDO" userId="394a0fe494bc10a7" providerId="LiveId" clId="{9B94F21E-C83F-4FE9-9F96-8B842C8D39FE}" dt="2026-04-26T12:30:11.320" v="46" actId="1076"/>
          <ac:graphicFrameMkLst>
            <pc:docMk/>
            <pc:sldMk cId="3869377072" sldId="464"/>
            <ac:graphicFrameMk id="5" creationId="{40544175-CA9C-4965-5AA4-1D221B19E4F2}"/>
          </ac:graphicFrameMkLst>
        </pc:graphicFrameChg>
      </pc:sldChg>
      <pc:sldChg chg="modSp mod">
        <pc:chgData name="Kazu ENDO" userId="394a0fe494bc10a7" providerId="LiveId" clId="{9B94F21E-C83F-4FE9-9F96-8B842C8D39FE}" dt="2026-04-26T12:30:19.953" v="47" actId="1076"/>
        <pc:sldMkLst>
          <pc:docMk/>
          <pc:sldMk cId="2188235903" sldId="465"/>
        </pc:sldMkLst>
        <pc:graphicFrameChg chg="mod">
          <ac:chgData name="Kazu ENDO" userId="394a0fe494bc10a7" providerId="LiveId" clId="{9B94F21E-C83F-4FE9-9F96-8B842C8D39FE}" dt="2026-04-26T12:30:19.953" v="47" actId="1076"/>
          <ac:graphicFrameMkLst>
            <pc:docMk/>
            <pc:sldMk cId="2188235903" sldId="465"/>
            <ac:graphicFrameMk id="5" creationId="{F88769DD-A585-96DE-71CC-2DD4E3383F0F}"/>
          </ac:graphicFrameMkLst>
        </pc:graphicFrameChg>
      </pc:sldChg>
      <pc:sldChg chg="modSp mod">
        <pc:chgData name="Kazu ENDO" userId="394a0fe494bc10a7" providerId="LiveId" clId="{9B94F21E-C83F-4FE9-9F96-8B842C8D39FE}" dt="2026-04-26T12:30:45.600" v="49" actId="1076"/>
        <pc:sldMkLst>
          <pc:docMk/>
          <pc:sldMk cId="2589378096" sldId="466"/>
        </pc:sldMkLst>
        <pc:spChg chg="mod">
          <ac:chgData name="Kazu ENDO" userId="394a0fe494bc10a7" providerId="LiveId" clId="{9B94F21E-C83F-4FE9-9F96-8B842C8D39FE}" dt="2026-04-26T12:30:45.600" v="49" actId="1076"/>
          <ac:spMkLst>
            <pc:docMk/>
            <pc:sldMk cId="2589378096" sldId="466"/>
            <ac:spMk id="8" creationId="{EEE5CC4E-C694-7D94-6C65-AC2F4EE41DCA}"/>
          </ac:spMkLst>
        </pc:spChg>
        <pc:spChg chg="mod">
          <ac:chgData name="Kazu ENDO" userId="394a0fe494bc10a7" providerId="LiveId" clId="{9B94F21E-C83F-4FE9-9F96-8B842C8D39FE}" dt="2026-04-26T12:30:45.600" v="49" actId="1076"/>
          <ac:spMkLst>
            <pc:docMk/>
            <pc:sldMk cId="2589378096" sldId="466"/>
            <ac:spMk id="17" creationId="{5F9304E2-612D-09E7-DBE7-E07D764B98E7}"/>
          </ac:spMkLst>
        </pc:spChg>
        <pc:spChg chg="mod">
          <ac:chgData name="Kazu ENDO" userId="394a0fe494bc10a7" providerId="LiveId" clId="{9B94F21E-C83F-4FE9-9F96-8B842C8D39FE}" dt="2026-04-26T12:30:45.600" v="49" actId="1076"/>
          <ac:spMkLst>
            <pc:docMk/>
            <pc:sldMk cId="2589378096" sldId="466"/>
            <ac:spMk id="18" creationId="{946C09FB-61F6-50A0-1F3E-A432776DCC3F}"/>
          </ac:spMkLst>
        </pc:spChg>
        <pc:spChg chg="mod">
          <ac:chgData name="Kazu ENDO" userId="394a0fe494bc10a7" providerId="LiveId" clId="{9B94F21E-C83F-4FE9-9F96-8B842C8D39FE}" dt="2026-04-26T12:30:45.600" v="49" actId="1076"/>
          <ac:spMkLst>
            <pc:docMk/>
            <pc:sldMk cId="2589378096" sldId="466"/>
            <ac:spMk id="19" creationId="{46FF00FF-1D38-1E7D-A20B-184B7E995A30}"/>
          </ac:spMkLst>
        </pc:spChg>
        <pc:graphicFrameChg chg="mod">
          <ac:chgData name="Kazu ENDO" userId="394a0fe494bc10a7" providerId="LiveId" clId="{9B94F21E-C83F-4FE9-9F96-8B842C8D39FE}" dt="2026-04-26T12:30:45.600" v="49" actId="1076"/>
          <ac:graphicFrameMkLst>
            <pc:docMk/>
            <pc:sldMk cId="2589378096" sldId="466"/>
            <ac:graphicFrameMk id="16" creationId="{13012791-B857-0FA2-9D9B-DB69BE55FACD}"/>
          </ac:graphicFrameMkLst>
        </pc:graphicFrameChg>
      </pc:sldChg>
      <pc:sldChg chg="modSp mod">
        <pc:chgData name="Kazu ENDO" userId="394a0fe494bc10a7" providerId="LiveId" clId="{9B94F21E-C83F-4FE9-9F96-8B842C8D39FE}" dt="2026-04-26T12:30:35.911" v="48" actId="1076"/>
        <pc:sldMkLst>
          <pc:docMk/>
          <pc:sldMk cId="3408805878" sldId="467"/>
        </pc:sldMkLst>
        <pc:spChg chg="mod">
          <ac:chgData name="Kazu ENDO" userId="394a0fe494bc10a7" providerId="LiveId" clId="{9B94F21E-C83F-4FE9-9F96-8B842C8D39FE}" dt="2026-04-26T12:30:35.911" v="48" actId="1076"/>
          <ac:spMkLst>
            <pc:docMk/>
            <pc:sldMk cId="3408805878" sldId="467"/>
            <ac:spMk id="5" creationId="{42F71830-C0DD-8631-A1E4-3086636D7688}"/>
          </ac:spMkLst>
        </pc:spChg>
        <pc:spChg chg="mod">
          <ac:chgData name="Kazu ENDO" userId="394a0fe494bc10a7" providerId="LiveId" clId="{9B94F21E-C83F-4FE9-9F96-8B842C8D39FE}" dt="2026-04-26T12:30:35.911" v="48" actId="1076"/>
          <ac:spMkLst>
            <pc:docMk/>
            <pc:sldMk cId="3408805878" sldId="467"/>
            <ac:spMk id="6" creationId="{CB2571C3-7F74-FE10-FE4C-BD94EA7D94A6}"/>
          </ac:spMkLst>
        </pc:spChg>
        <pc:spChg chg="mod">
          <ac:chgData name="Kazu ENDO" userId="394a0fe494bc10a7" providerId="LiveId" clId="{9B94F21E-C83F-4FE9-9F96-8B842C8D39FE}" dt="2026-04-26T12:30:35.911" v="48" actId="1076"/>
          <ac:spMkLst>
            <pc:docMk/>
            <pc:sldMk cId="3408805878" sldId="467"/>
            <ac:spMk id="7" creationId="{E4624502-26A7-BFFB-47D5-9E31AFED165F}"/>
          </ac:spMkLst>
        </pc:spChg>
        <pc:spChg chg="mod">
          <ac:chgData name="Kazu ENDO" userId="394a0fe494bc10a7" providerId="LiveId" clId="{9B94F21E-C83F-4FE9-9F96-8B842C8D39FE}" dt="2026-04-26T12:30:35.911" v="48" actId="1076"/>
          <ac:spMkLst>
            <pc:docMk/>
            <pc:sldMk cId="3408805878" sldId="467"/>
            <ac:spMk id="8" creationId="{41E4BB67-6236-B070-22D7-B20519F72BB2}"/>
          </ac:spMkLst>
        </pc:spChg>
        <pc:graphicFrameChg chg="mod">
          <ac:chgData name="Kazu ENDO" userId="394a0fe494bc10a7" providerId="LiveId" clId="{9B94F21E-C83F-4FE9-9F96-8B842C8D39FE}" dt="2026-04-26T12:30:35.911" v="48" actId="1076"/>
          <ac:graphicFrameMkLst>
            <pc:docMk/>
            <pc:sldMk cId="3408805878" sldId="467"/>
            <ac:graphicFrameMk id="12" creationId="{BA5A31BA-A529-8A98-6092-89010079DC49}"/>
          </ac:graphicFrameMkLst>
        </pc:graphicFrameChg>
      </pc:sldChg>
      <pc:sldChg chg="modSp mod">
        <pc:chgData name="Kazu ENDO" userId="394a0fe494bc10a7" providerId="LiveId" clId="{9B94F21E-C83F-4FE9-9F96-8B842C8D39FE}" dt="2026-04-26T12:30:51.826" v="50" actId="1076"/>
        <pc:sldMkLst>
          <pc:docMk/>
          <pc:sldMk cId="4045225495" sldId="468"/>
        </pc:sldMkLst>
        <pc:graphicFrameChg chg="mod">
          <ac:chgData name="Kazu ENDO" userId="394a0fe494bc10a7" providerId="LiveId" clId="{9B94F21E-C83F-4FE9-9F96-8B842C8D39FE}" dt="2026-04-26T12:30:51.826" v="50" actId="1076"/>
          <ac:graphicFrameMkLst>
            <pc:docMk/>
            <pc:sldMk cId="4045225495" sldId="468"/>
            <ac:graphicFrameMk id="5" creationId="{88668510-91A0-2981-5EFD-32CAF7A7F293}"/>
          </ac:graphicFrameMkLst>
        </pc:graphicFrameChg>
      </pc:sldChg>
      <pc:sldChg chg="modSp mod">
        <pc:chgData name="Kazu ENDO" userId="394a0fe494bc10a7" providerId="LiveId" clId="{9B94F21E-C83F-4FE9-9F96-8B842C8D39FE}" dt="2026-04-26T12:31:00.978" v="51" actId="1076"/>
        <pc:sldMkLst>
          <pc:docMk/>
          <pc:sldMk cId="3378456707" sldId="469"/>
        </pc:sldMkLst>
        <pc:graphicFrameChg chg="mod">
          <ac:chgData name="Kazu ENDO" userId="394a0fe494bc10a7" providerId="LiveId" clId="{9B94F21E-C83F-4FE9-9F96-8B842C8D39FE}" dt="2026-04-26T12:31:00.978" v="51" actId="1076"/>
          <ac:graphicFrameMkLst>
            <pc:docMk/>
            <pc:sldMk cId="3378456707" sldId="469"/>
            <ac:graphicFrameMk id="5" creationId="{2A0D2461-8C70-55CD-172B-8D3017FFD623}"/>
          </ac:graphicFrameMkLst>
        </pc:graphicFrameChg>
      </pc:sldChg>
      <pc:sldChg chg="modSp mod">
        <pc:chgData name="Kazu ENDO" userId="394a0fe494bc10a7" providerId="LiveId" clId="{9B94F21E-C83F-4FE9-9F96-8B842C8D39FE}" dt="2026-04-26T12:31:09.648" v="52" actId="1076"/>
        <pc:sldMkLst>
          <pc:docMk/>
          <pc:sldMk cId="2344117775" sldId="470"/>
        </pc:sldMkLst>
        <pc:spChg chg="mod">
          <ac:chgData name="Kazu ENDO" userId="394a0fe494bc10a7" providerId="LiveId" clId="{9B94F21E-C83F-4FE9-9F96-8B842C8D39FE}" dt="2026-04-26T12:31:09.648" v="52" actId="1076"/>
          <ac:spMkLst>
            <pc:docMk/>
            <pc:sldMk cId="2344117775" sldId="470"/>
            <ac:spMk id="5" creationId="{E8E4CC59-D2A3-3382-510E-D47CC845446C}"/>
          </ac:spMkLst>
        </pc:spChg>
        <pc:graphicFrameChg chg="mod">
          <ac:chgData name="Kazu ENDO" userId="394a0fe494bc10a7" providerId="LiveId" clId="{9B94F21E-C83F-4FE9-9F96-8B842C8D39FE}" dt="2026-04-26T12:31:09.648" v="52" actId="1076"/>
          <ac:graphicFrameMkLst>
            <pc:docMk/>
            <pc:sldMk cId="2344117775" sldId="470"/>
            <ac:graphicFrameMk id="13" creationId="{FF148662-1C5C-58BF-73DE-7B5FF3FBCE48}"/>
          </ac:graphicFrameMkLst>
        </pc:graphicFrameChg>
        <pc:graphicFrameChg chg="mod">
          <ac:chgData name="Kazu ENDO" userId="394a0fe494bc10a7" providerId="LiveId" clId="{9B94F21E-C83F-4FE9-9F96-8B842C8D39FE}" dt="2026-04-26T12:31:09.648" v="52" actId="1076"/>
          <ac:graphicFrameMkLst>
            <pc:docMk/>
            <pc:sldMk cId="2344117775" sldId="470"/>
            <ac:graphicFrameMk id="17" creationId="{BEB35AB6-A6D3-6869-1C51-7C0ACAE2AABC}"/>
          </ac:graphicFrameMkLst>
        </pc:graphicFrameChg>
        <pc:graphicFrameChg chg="mod">
          <ac:chgData name="Kazu ENDO" userId="394a0fe494bc10a7" providerId="LiveId" clId="{9B94F21E-C83F-4FE9-9F96-8B842C8D39FE}" dt="2026-04-26T12:31:09.648" v="52" actId="1076"/>
          <ac:graphicFrameMkLst>
            <pc:docMk/>
            <pc:sldMk cId="2344117775" sldId="470"/>
            <ac:graphicFrameMk id="18" creationId="{642BB02C-4C81-955D-1492-A2432E0E878D}"/>
          </ac:graphicFrameMkLst>
        </pc:graphicFrameChg>
        <pc:graphicFrameChg chg="mod">
          <ac:chgData name="Kazu ENDO" userId="394a0fe494bc10a7" providerId="LiveId" clId="{9B94F21E-C83F-4FE9-9F96-8B842C8D39FE}" dt="2026-04-26T12:31:09.648" v="52" actId="1076"/>
          <ac:graphicFrameMkLst>
            <pc:docMk/>
            <pc:sldMk cId="2344117775" sldId="470"/>
            <ac:graphicFrameMk id="22" creationId="{FCAA8E55-AEA3-4D84-8DB4-7849ABBFBF8E}"/>
          </ac:graphicFrameMkLst>
        </pc:graphicFrameChg>
      </pc:sldChg>
      <pc:sldChg chg="modSp mod">
        <pc:chgData name="Kazu ENDO" userId="394a0fe494bc10a7" providerId="LiveId" clId="{9B94F21E-C83F-4FE9-9F96-8B842C8D39FE}" dt="2026-04-26T12:31:16.875" v="53" actId="1076"/>
        <pc:sldMkLst>
          <pc:docMk/>
          <pc:sldMk cId="4287083986" sldId="472"/>
        </pc:sldMkLst>
        <pc:spChg chg="mod">
          <ac:chgData name="Kazu ENDO" userId="394a0fe494bc10a7" providerId="LiveId" clId="{9B94F21E-C83F-4FE9-9F96-8B842C8D39FE}" dt="2026-04-26T12:31:16.875" v="53" actId="1076"/>
          <ac:spMkLst>
            <pc:docMk/>
            <pc:sldMk cId="4287083986" sldId="472"/>
            <ac:spMk id="5" creationId="{0521F10A-04DB-DDDB-7895-B1C4F98650F3}"/>
          </ac:spMkLst>
        </pc:spChg>
        <pc:spChg chg="mod">
          <ac:chgData name="Kazu ENDO" userId="394a0fe494bc10a7" providerId="LiveId" clId="{9B94F21E-C83F-4FE9-9F96-8B842C8D39FE}" dt="2026-04-26T12:31:16.875" v="53" actId="1076"/>
          <ac:spMkLst>
            <pc:docMk/>
            <pc:sldMk cId="4287083986" sldId="472"/>
            <ac:spMk id="6" creationId="{9D179F67-1D40-F8B4-F601-722F3DB360C8}"/>
          </ac:spMkLst>
        </pc:spChg>
        <pc:spChg chg="mod">
          <ac:chgData name="Kazu ENDO" userId="394a0fe494bc10a7" providerId="LiveId" clId="{9B94F21E-C83F-4FE9-9F96-8B842C8D39FE}" dt="2026-04-26T12:31:16.875" v="53" actId="1076"/>
          <ac:spMkLst>
            <pc:docMk/>
            <pc:sldMk cId="4287083986" sldId="472"/>
            <ac:spMk id="7" creationId="{96C3AD50-EA13-80CA-596E-1AD7612A6F7B}"/>
          </ac:spMkLst>
        </pc:spChg>
      </pc:sldChg>
      <pc:sldChg chg="modSp mod">
        <pc:chgData name="Kazu ENDO" userId="394a0fe494bc10a7" providerId="LiveId" clId="{9B94F21E-C83F-4FE9-9F96-8B842C8D39FE}" dt="2026-04-26T12:31:31.107" v="55" actId="1076"/>
        <pc:sldMkLst>
          <pc:docMk/>
          <pc:sldMk cId="3421191398" sldId="473"/>
        </pc:sldMkLst>
        <pc:spChg chg="mod">
          <ac:chgData name="Kazu ENDO" userId="394a0fe494bc10a7" providerId="LiveId" clId="{9B94F21E-C83F-4FE9-9F96-8B842C8D39FE}" dt="2026-04-26T12:31:23.711" v="54" actId="1076"/>
          <ac:spMkLst>
            <pc:docMk/>
            <pc:sldMk cId="3421191398" sldId="473"/>
            <ac:spMk id="5" creationId="{FF36D842-F5EC-FAAD-CC62-233732A58AF0}"/>
          </ac:spMkLst>
        </pc:spChg>
        <pc:spChg chg="mod">
          <ac:chgData name="Kazu ENDO" userId="394a0fe494bc10a7" providerId="LiveId" clId="{9B94F21E-C83F-4FE9-9F96-8B842C8D39FE}" dt="2026-04-26T12:31:23.711" v="54" actId="1076"/>
          <ac:spMkLst>
            <pc:docMk/>
            <pc:sldMk cId="3421191398" sldId="473"/>
            <ac:spMk id="6" creationId="{E1C435BD-02A5-BD51-6477-154A635125DF}"/>
          </ac:spMkLst>
        </pc:spChg>
        <pc:spChg chg="mod">
          <ac:chgData name="Kazu ENDO" userId="394a0fe494bc10a7" providerId="LiveId" clId="{9B94F21E-C83F-4FE9-9F96-8B842C8D39FE}" dt="2026-04-26T12:31:23.711" v="54" actId="1076"/>
          <ac:spMkLst>
            <pc:docMk/>
            <pc:sldMk cId="3421191398" sldId="473"/>
            <ac:spMk id="7" creationId="{FDEFF05D-0345-BCEB-F38C-5E389F1CCEE5}"/>
          </ac:spMkLst>
        </pc:spChg>
        <pc:graphicFrameChg chg="mod">
          <ac:chgData name="Kazu ENDO" userId="394a0fe494bc10a7" providerId="LiveId" clId="{9B94F21E-C83F-4FE9-9F96-8B842C8D39FE}" dt="2026-04-26T12:31:31.107" v="55" actId="1076"/>
          <ac:graphicFrameMkLst>
            <pc:docMk/>
            <pc:sldMk cId="3421191398" sldId="473"/>
            <ac:graphicFrameMk id="10" creationId="{E38E9AB3-412E-C0DB-6519-F9300BB95AF4}"/>
          </ac:graphicFrameMkLst>
        </pc:graphicFrameChg>
        <pc:cxnChg chg="mod">
          <ac:chgData name="Kazu ENDO" userId="394a0fe494bc10a7" providerId="LiveId" clId="{9B94F21E-C83F-4FE9-9F96-8B842C8D39FE}" dt="2026-04-26T12:31:23.711" v="54" actId="1076"/>
          <ac:cxnSpMkLst>
            <pc:docMk/>
            <pc:sldMk cId="3421191398" sldId="473"/>
            <ac:cxnSpMk id="8" creationId="{FEAC9E13-C4F5-FCCF-1848-22A595C61B84}"/>
          </ac:cxnSpMkLst>
        </pc:cxnChg>
        <pc:cxnChg chg="mod">
          <ac:chgData name="Kazu ENDO" userId="394a0fe494bc10a7" providerId="LiveId" clId="{9B94F21E-C83F-4FE9-9F96-8B842C8D39FE}" dt="2026-04-26T12:31:23.711" v="54" actId="1076"/>
          <ac:cxnSpMkLst>
            <pc:docMk/>
            <pc:sldMk cId="3421191398" sldId="473"/>
            <ac:cxnSpMk id="9" creationId="{EE6CCCB6-E577-AFE2-3F67-FE05DFA05C72}"/>
          </ac:cxnSpMkLst>
        </pc:cxnChg>
      </pc:sldChg>
      <pc:sldChg chg="modSp mod">
        <pc:chgData name="Kazu ENDO" userId="394a0fe494bc10a7" providerId="LiveId" clId="{9B94F21E-C83F-4FE9-9F96-8B842C8D39FE}" dt="2026-04-26T12:31:42.576" v="56" actId="1076"/>
        <pc:sldMkLst>
          <pc:docMk/>
          <pc:sldMk cId="1666624685" sldId="477"/>
        </pc:sldMkLst>
        <pc:graphicFrameChg chg="mod">
          <ac:chgData name="Kazu ENDO" userId="394a0fe494bc10a7" providerId="LiveId" clId="{9B94F21E-C83F-4FE9-9F96-8B842C8D39FE}" dt="2026-04-26T12:31:42.576" v="56" actId="1076"/>
          <ac:graphicFrameMkLst>
            <pc:docMk/>
            <pc:sldMk cId="1666624685" sldId="477"/>
            <ac:graphicFrameMk id="6" creationId="{36267A28-9C24-6F07-EE89-217CA4A3E820}"/>
          </ac:graphicFrameMkLst>
        </pc:graphicFrameChg>
      </pc:sldChg>
      <pc:sldChg chg="modSp mod">
        <pc:chgData name="Kazu ENDO" userId="394a0fe494bc10a7" providerId="LiveId" clId="{9B94F21E-C83F-4FE9-9F96-8B842C8D39FE}" dt="2026-04-26T12:27:45.330" v="31" actId="1076"/>
        <pc:sldMkLst>
          <pc:docMk/>
          <pc:sldMk cId="3783226826" sldId="478"/>
        </pc:sldMkLst>
        <pc:graphicFrameChg chg="mod">
          <ac:chgData name="Kazu ENDO" userId="394a0fe494bc10a7" providerId="LiveId" clId="{9B94F21E-C83F-4FE9-9F96-8B842C8D39FE}" dt="2026-04-26T12:27:45.330" v="31" actId="1076"/>
          <ac:graphicFrameMkLst>
            <pc:docMk/>
            <pc:sldMk cId="3783226826" sldId="478"/>
            <ac:graphicFrameMk id="5" creationId="{2D3F3D47-E47C-97BC-002F-AD342D9C7C54}"/>
          </ac:graphicFrameMkLst>
        </pc:graphicFrameChg>
        <pc:graphicFrameChg chg="mod">
          <ac:chgData name="Kazu ENDO" userId="394a0fe494bc10a7" providerId="LiveId" clId="{9B94F21E-C83F-4FE9-9F96-8B842C8D39FE}" dt="2026-04-26T12:27:45.330" v="31" actId="1076"/>
          <ac:graphicFrameMkLst>
            <pc:docMk/>
            <pc:sldMk cId="3783226826" sldId="478"/>
            <ac:graphicFrameMk id="6" creationId="{4BDD6179-4FF2-8E92-4598-850D0FBE57A4}"/>
          </ac:graphicFrameMkLst>
        </pc:graphicFrameChg>
        <pc:graphicFrameChg chg="mod">
          <ac:chgData name="Kazu ENDO" userId="394a0fe494bc10a7" providerId="LiveId" clId="{9B94F21E-C83F-4FE9-9F96-8B842C8D39FE}" dt="2026-04-26T12:27:45.330" v="31" actId="1076"/>
          <ac:graphicFrameMkLst>
            <pc:docMk/>
            <pc:sldMk cId="3783226826" sldId="478"/>
            <ac:graphicFrameMk id="7" creationId="{8088D013-D845-EE48-B59F-8AC24E864307}"/>
          </ac:graphicFrameMkLst>
        </pc:graphicFrameChg>
        <pc:graphicFrameChg chg="mod">
          <ac:chgData name="Kazu ENDO" userId="394a0fe494bc10a7" providerId="LiveId" clId="{9B94F21E-C83F-4FE9-9F96-8B842C8D39FE}" dt="2026-04-26T12:27:45.330" v="31" actId="1076"/>
          <ac:graphicFrameMkLst>
            <pc:docMk/>
            <pc:sldMk cId="3783226826" sldId="478"/>
            <ac:graphicFrameMk id="8" creationId="{9C68B46B-6267-F857-E616-A9074919EF54}"/>
          </ac:graphicFrameMkLst>
        </pc:graphicFrameChg>
        <pc:graphicFrameChg chg="mod">
          <ac:chgData name="Kazu ENDO" userId="394a0fe494bc10a7" providerId="LiveId" clId="{9B94F21E-C83F-4FE9-9F96-8B842C8D39FE}" dt="2026-04-26T12:27:45.330" v="31" actId="1076"/>
          <ac:graphicFrameMkLst>
            <pc:docMk/>
            <pc:sldMk cId="3783226826" sldId="478"/>
            <ac:graphicFrameMk id="9" creationId="{084C1238-E401-3029-0457-DAE49ABACEF8}"/>
          </ac:graphicFrameMkLst>
        </pc:graphicFrameChg>
      </pc:sldChg>
      <pc:sldChg chg="modSp mod">
        <pc:chgData name="Kazu ENDO" userId="394a0fe494bc10a7" providerId="LiveId" clId="{9B94F21E-C83F-4FE9-9F96-8B842C8D39FE}" dt="2026-04-26T12:28:00.086" v="32" actId="1076"/>
        <pc:sldMkLst>
          <pc:docMk/>
          <pc:sldMk cId="1971618671" sldId="482"/>
        </pc:sldMkLst>
        <pc:graphicFrameChg chg="mod">
          <ac:chgData name="Kazu ENDO" userId="394a0fe494bc10a7" providerId="LiveId" clId="{9B94F21E-C83F-4FE9-9F96-8B842C8D39FE}" dt="2026-04-26T12:28:00.086" v="32" actId="1076"/>
          <ac:graphicFrameMkLst>
            <pc:docMk/>
            <pc:sldMk cId="1971618671" sldId="482"/>
            <ac:graphicFrameMk id="5" creationId="{D51B2927-43AA-ECA5-8FAF-E758522CB9DD}"/>
          </ac:graphicFrameMkLst>
        </pc:graphicFrameChg>
      </pc:sldChg>
      <pc:sldMasterChg chg="modSp modSldLayout">
        <pc:chgData name="Kazu ENDO" userId="394a0fe494bc10a7" providerId="LiveId" clId="{9B94F21E-C83F-4FE9-9F96-8B842C8D39FE}" dt="2026-04-26T12:26:08.295" v="22" actId="735"/>
        <pc:sldMasterMkLst>
          <pc:docMk/>
          <pc:sldMasterMk cId="1990327497" sldId="2147483648"/>
        </pc:sldMasterMkLst>
        <pc:sldLayoutChg chg="modSp mod">
          <pc:chgData name="Kazu ENDO" userId="394a0fe494bc10a7" providerId="LiveId" clId="{9B94F21E-C83F-4FE9-9F96-8B842C8D39FE}" dt="2026-04-26T12:26:08.295" v="22" actId="735"/>
          <pc:sldLayoutMkLst>
            <pc:docMk/>
            <pc:sldMasterMk cId="1990327497" sldId="2147483648"/>
            <pc:sldLayoutMk cId="4111418134" sldId="2147483650"/>
          </pc:sldLayoutMkLst>
          <pc:spChg chg="mod">
            <ac:chgData name="Kazu ENDO" userId="394a0fe494bc10a7" providerId="LiveId" clId="{9B94F21E-C83F-4FE9-9F96-8B842C8D39FE}" dt="2026-04-26T12:23:38.629" v="10" actId="1076"/>
            <ac:spMkLst>
              <pc:docMk/>
              <pc:sldMasterMk cId="1990327497" sldId="2147483648"/>
              <pc:sldLayoutMk cId="4111418134" sldId="2147483650"/>
              <ac:spMk id="2" creationId="{BF62B98A-5E0B-335E-C425-E48A1C614D18}"/>
            </ac:spMkLst>
          </pc:spChg>
          <pc:spChg chg="mod">
            <ac:chgData name="Kazu ENDO" userId="394a0fe494bc10a7" providerId="LiveId" clId="{9B94F21E-C83F-4FE9-9F96-8B842C8D39FE}" dt="2026-04-26T12:25:02.665" v="15" actId="20577"/>
            <ac:spMkLst>
              <pc:docMk/>
              <pc:sldMasterMk cId="1990327497" sldId="2147483648"/>
              <pc:sldLayoutMk cId="4111418134" sldId="2147483650"/>
              <ac:spMk id="3" creationId="{1B8BAED9-DF44-0BF8-2404-2A58E0F40F7A}"/>
            </ac:spMkLst>
          </pc:spChg>
          <pc:cxnChg chg="mod">
            <ac:chgData name="Kazu ENDO" userId="394a0fe494bc10a7" providerId="LiveId" clId="{9B94F21E-C83F-4FE9-9F96-8B842C8D39FE}" dt="2026-04-26T12:24:15.369" v="13" actId="14100"/>
            <ac:cxnSpMkLst>
              <pc:docMk/>
              <pc:sldMasterMk cId="1990327497" sldId="2147483648"/>
              <pc:sldLayoutMk cId="4111418134" sldId="2147483650"/>
              <ac:cxnSpMk id="8" creationId="{4C9262B6-C232-FF1E-F30F-62C446446085}"/>
            </ac:cxnSpMkLst>
          </pc:cxnChg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7218200620475704E-2"/>
          <c:y val="0.12851697133516385"/>
          <c:w val="0.86113103096062649"/>
          <c:h val="0.7274152501629290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売上</c:v>
                </c:pt>
              </c:strCache>
            </c:strRef>
          </c:tx>
          <c:spPr>
            <a:solidFill>
              <a:srgbClr val="002060"/>
            </a:solidFill>
            <a:ln w="2621">
              <a:noFill/>
              <a:prstDash val="solid"/>
            </a:ln>
          </c:spPr>
          <c:invertIfNegative val="0"/>
          <c:cat>
            <c:strRef>
              <c:f>Sheet1!$B$1:$M$1</c:f>
              <c:strCache>
                <c:ptCount val="12"/>
                <c:pt idx="0">
                  <c:v>4月</c:v>
                </c:pt>
                <c:pt idx="1">
                  <c:v>5月</c:v>
                </c:pt>
                <c:pt idx="2">
                  <c:v>6月</c:v>
                </c:pt>
                <c:pt idx="3">
                  <c:v>7月</c:v>
                </c:pt>
                <c:pt idx="4">
                  <c:v>8月</c:v>
                </c:pt>
                <c:pt idx="5">
                  <c:v>9月</c:v>
                </c:pt>
                <c:pt idx="6">
                  <c:v>10月</c:v>
                </c:pt>
                <c:pt idx="7">
                  <c:v>11月</c:v>
                </c:pt>
                <c:pt idx="8">
                  <c:v>12月</c:v>
                </c:pt>
                <c:pt idx="9">
                  <c:v>1月</c:v>
                </c:pt>
                <c:pt idx="10">
                  <c:v>2月</c:v>
                </c:pt>
                <c:pt idx="11">
                  <c:v>3月</c:v>
                </c:pt>
              </c:strCache>
            </c:strRef>
          </c:cat>
          <c:val>
            <c:numRef>
              <c:f>Sheet1!$B$2:$M$2</c:f>
              <c:numCache>
                <c:formatCode>General</c:formatCode>
                <c:ptCount val="12"/>
                <c:pt idx="0">
                  <c:v>100</c:v>
                </c:pt>
                <c:pt idx="1">
                  <c:v>110</c:v>
                </c:pt>
                <c:pt idx="2">
                  <c:v>120</c:v>
                </c:pt>
                <c:pt idx="3">
                  <c:v>130</c:v>
                </c:pt>
                <c:pt idx="4">
                  <c:v>140</c:v>
                </c:pt>
                <c:pt idx="5">
                  <c:v>150</c:v>
                </c:pt>
                <c:pt idx="6">
                  <c:v>160</c:v>
                </c:pt>
                <c:pt idx="7">
                  <c:v>170</c:v>
                </c:pt>
                <c:pt idx="8">
                  <c:v>180</c:v>
                </c:pt>
                <c:pt idx="9">
                  <c:v>190</c:v>
                </c:pt>
                <c:pt idx="10">
                  <c:v>200</c:v>
                </c:pt>
                <c:pt idx="11">
                  <c:v>210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F0-4964-B4CF-5E7A9B9BFC07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粗利</c:v>
                </c:pt>
              </c:strCache>
            </c:strRef>
          </c:tx>
          <c:spPr>
            <a:solidFill>
              <a:schemeClr val="tx2">
                <a:lumMod val="25000"/>
                <a:lumOff val="75000"/>
              </a:schemeClr>
            </a:solidFill>
            <a:ln w="2621">
              <a:noFill/>
              <a:prstDash val="solid"/>
            </a:ln>
          </c:spPr>
          <c:invertIfNegative val="0"/>
          <c:cat>
            <c:strRef>
              <c:f>Sheet1!$B$1:$M$1</c:f>
              <c:strCache>
                <c:ptCount val="12"/>
                <c:pt idx="0">
                  <c:v>4月</c:v>
                </c:pt>
                <c:pt idx="1">
                  <c:v>5月</c:v>
                </c:pt>
                <c:pt idx="2">
                  <c:v>6月</c:v>
                </c:pt>
                <c:pt idx="3">
                  <c:v>7月</c:v>
                </c:pt>
                <c:pt idx="4">
                  <c:v>8月</c:v>
                </c:pt>
                <c:pt idx="5">
                  <c:v>9月</c:v>
                </c:pt>
                <c:pt idx="6">
                  <c:v>10月</c:v>
                </c:pt>
                <c:pt idx="7">
                  <c:v>11月</c:v>
                </c:pt>
                <c:pt idx="8">
                  <c:v>12月</c:v>
                </c:pt>
                <c:pt idx="9">
                  <c:v>1月</c:v>
                </c:pt>
                <c:pt idx="10">
                  <c:v>2月</c:v>
                </c:pt>
                <c:pt idx="11">
                  <c:v>3月</c:v>
                </c:pt>
              </c:strCache>
            </c:strRef>
          </c:cat>
          <c:val>
            <c:numRef>
              <c:f>Sheet1!$B$3:$M$3</c:f>
              <c:numCache>
                <c:formatCode>General</c:formatCode>
                <c:ptCount val="12"/>
                <c:pt idx="0">
                  <c:v>50</c:v>
                </c:pt>
                <c:pt idx="1">
                  <c:v>50</c:v>
                </c:pt>
                <c:pt idx="2">
                  <c:v>50</c:v>
                </c:pt>
                <c:pt idx="3">
                  <c:v>50</c:v>
                </c:pt>
                <c:pt idx="4">
                  <c:v>50</c:v>
                </c:pt>
                <c:pt idx="5">
                  <c:v>50</c:v>
                </c:pt>
                <c:pt idx="6">
                  <c:v>50</c:v>
                </c:pt>
                <c:pt idx="7">
                  <c:v>50</c:v>
                </c:pt>
                <c:pt idx="8">
                  <c:v>50</c:v>
                </c:pt>
                <c:pt idx="9">
                  <c:v>50</c:v>
                </c:pt>
                <c:pt idx="10">
                  <c:v>50</c:v>
                </c:pt>
                <c:pt idx="11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EF0-4964-B4CF-5E7A9B9BFC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96625808"/>
        <c:axId val="1"/>
      </c:barChart>
      <c:lineChart>
        <c:grouping val="standard"/>
        <c:varyColors val="0"/>
        <c:ser>
          <c:idx val="2"/>
          <c:order val="2"/>
          <c:tx>
            <c:strRef>
              <c:f>Sheet1!$A$4</c:f>
              <c:strCache>
                <c:ptCount val="1"/>
                <c:pt idx="0">
                  <c:v>粗利率</c:v>
                </c:pt>
              </c:strCache>
            </c:strRef>
          </c:tx>
          <c:spPr>
            <a:ln w="2621">
              <a:solidFill>
                <a:schemeClr val="accent2"/>
              </a:solidFill>
              <a:prstDash val="solid"/>
            </a:ln>
          </c:spPr>
          <c:marker>
            <c:symbol val="none"/>
          </c:marker>
          <c:cat>
            <c:strRef>
              <c:f>Sheet1!$B$1:$M$1</c:f>
              <c:strCache>
                <c:ptCount val="12"/>
                <c:pt idx="0">
                  <c:v>4月</c:v>
                </c:pt>
                <c:pt idx="1">
                  <c:v>5月</c:v>
                </c:pt>
                <c:pt idx="2">
                  <c:v>6月</c:v>
                </c:pt>
                <c:pt idx="3">
                  <c:v>7月</c:v>
                </c:pt>
                <c:pt idx="4">
                  <c:v>8月</c:v>
                </c:pt>
                <c:pt idx="5">
                  <c:v>9月</c:v>
                </c:pt>
                <c:pt idx="6">
                  <c:v>10月</c:v>
                </c:pt>
                <c:pt idx="7">
                  <c:v>11月</c:v>
                </c:pt>
                <c:pt idx="8">
                  <c:v>12月</c:v>
                </c:pt>
                <c:pt idx="9">
                  <c:v>1月</c:v>
                </c:pt>
                <c:pt idx="10">
                  <c:v>2月</c:v>
                </c:pt>
                <c:pt idx="11">
                  <c:v>3月</c:v>
                </c:pt>
              </c:strCache>
            </c:strRef>
          </c:cat>
          <c:val>
            <c:numRef>
              <c:f>Sheet1!$B$4:$M$4</c:f>
              <c:numCache>
                <c:formatCode>General</c:formatCode>
                <c:ptCount val="12"/>
                <c:pt idx="0">
                  <c:v>0.5</c:v>
                </c:pt>
                <c:pt idx="1">
                  <c:v>0.45454545454545453</c:v>
                </c:pt>
                <c:pt idx="2">
                  <c:v>0.41666666666666669</c:v>
                </c:pt>
                <c:pt idx="3">
                  <c:v>0.38461538461538464</c:v>
                </c:pt>
                <c:pt idx="4">
                  <c:v>0.35714285714285715</c:v>
                </c:pt>
                <c:pt idx="5">
                  <c:v>0.33333333333333331</c:v>
                </c:pt>
                <c:pt idx="6">
                  <c:v>0.3125</c:v>
                </c:pt>
                <c:pt idx="7">
                  <c:v>0.29411764705882354</c:v>
                </c:pt>
                <c:pt idx="8">
                  <c:v>0.27777777777777779</c:v>
                </c:pt>
                <c:pt idx="9">
                  <c:v>0.26315789473684209</c:v>
                </c:pt>
                <c:pt idx="10">
                  <c:v>0.25</c:v>
                </c:pt>
                <c:pt idx="11">
                  <c:v>0.23809523809523808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EF0-4964-B4CF-5E7A9B9BFC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75883423"/>
        <c:axId val="1275886783"/>
      </c:lineChart>
      <c:catAx>
        <c:axId val="1496625808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low"/>
        <c:spPr>
          <a:ln w="655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050" b="0" i="0" u="none" strike="noStrike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endParaRPr lang="ja-JP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majorGridlines>
          <c:spPr>
            <a:ln w="655">
              <a:solidFill>
                <a:schemeClr val="tx1"/>
              </a:solidFill>
              <a:prstDash val="solid"/>
            </a:ln>
          </c:spPr>
        </c:majorGridlines>
        <c:numFmt formatCode="General" sourceLinked="1"/>
        <c:majorTickMark val="in"/>
        <c:minorTickMark val="none"/>
        <c:tickLblPos val="nextTo"/>
        <c:spPr>
          <a:ln w="655">
            <a:solidFill>
              <a:schemeClr val="bg1">
                <a:lumMod val="50000"/>
              </a:schemeClr>
            </a:solidFill>
            <a:prstDash val="solid"/>
          </a:ln>
        </c:spPr>
        <c:txPr>
          <a:bodyPr rot="0" vert="horz"/>
          <a:lstStyle/>
          <a:p>
            <a:pPr>
              <a:defRPr sz="1050" b="0" i="0" u="none" strike="noStrike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endParaRPr lang="ja-JP"/>
          </a:p>
        </c:txPr>
        <c:crossAx val="1496625808"/>
        <c:crosses val="autoZero"/>
        <c:crossBetween val="between"/>
      </c:valAx>
      <c:valAx>
        <c:axId val="1275886783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50"/>
            </a:pPr>
            <a:endParaRPr lang="ja-JP"/>
          </a:p>
        </c:txPr>
        <c:crossAx val="1275883423"/>
        <c:crosses val="max"/>
        <c:crossBetween val="between"/>
      </c:valAx>
      <c:catAx>
        <c:axId val="127588342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275886783"/>
        <c:crosses val="autoZero"/>
        <c:auto val="1"/>
        <c:lblAlgn val="ctr"/>
        <c:lblOffset val="100"/>
        <c:noMultiLvlLbl val="0"/>
      </c:catAx>
      <c:spPr>
        <a:noFill/>
        <a:ln w="12700">
          <a:noFill/>
          <a:prstDash val="solid"/>
        </a:ln>
      </c:spPr>
    </c:plotArea>
    <c:legend>
      <c:legendPos val="t"/>
      <c:overlay val="0"/>
      <c:spPr>
        <a:noFill/>
        <a:ln w="655">
          <a:noFill/>
          <a:prstDash val="solid"/>
        </a:ln>
      </c:spPr>
      <c:txPr>
        <a:bodyPr/>
        <a:lstStyle/>
        <a:p>
          <a:pPr>
            <a:defRPr sz="1050" b="0" i="0" u="none" strike="noStrike" baseline="0">
              <a:solidFill>
                <a:schemeClr val="tx1"/>
              </a:solidFill>
              <a:latin typeface="Arial"/>
              <a:ea typeface="Arial"/>
              <a:cs typeface="Arial"/>
            </a:defRPr>
          </a:pPr>
          <a:endParaRPr lang="ja-JP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604" b="0" i="0" u="none" strike="noStrike" baseline="0">
          <a:solidFill>
            <a:schemeClr val="tx1"/>
          </a:solidFill>
          <a:latin typeface="Arial"/>
          <a:ea typeface="Arial"/>
          <a:cs typeface="Arial"/>
        </a:defRPr>
      </a:pPr>
      <a:endParaRPr lang="ja-JP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32820198-B303-F5B4-B84D-123BB9423CE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6B78AE9-8FF1-A19A-68CF-15F1E68B2F3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111EFB-F628-40F9-BEA8-8B741629A066}" type="datetimeFigureOut">
              <a:rPr kumimoji="1" lang="ja-JP" altLang="en-US" smtClean="0"/>
              <a:t>2026/4/26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1F05596-5F0A-30AE-7814-80452262F12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7ED2970-600E-B043-9C6E-26122FB918D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B8C93B-B4CB-432E-9311-FACF9FA5C8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869962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1714D2-F2A7-4A29-BCB6-C0D2D9AA6AE5}" type="datetimeFigureOut">
              <a:rPr kumimoji="1" lang="ja-JP" altLang="en-US" smtClean="0"/>
              <a:t>2026/4/26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D1D408-0708-441E-AE9B-ADAF392E03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7348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14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156" algn="l" defTabSz="914314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314" algn="l" defTabSz="914314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471" algn="l" defTabSz="914314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628" algn="l" defTabSz="914314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5784" algn="l" defTabSz="914314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2940" algn="l" defTabSz="914314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098" algn="l" defTabSz="914314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255" algn="l" defTabSz="914314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0_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89BD15-688A-D1E3-C6F5-DF5677C05AD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3200" u="sng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kumimoji="1" lang="ja-JP" altLang="en-US" dirty="0"/>
              <a:t>タイトル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0BEFF7B-3EA3-EF87-F707-143A2684154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9"/>
            <a:ext cx="9144000" cy="1655762"/>
          </a:xfrm>
        </p:spPr>
        <p:txBody>
          <a:bodyPr anchor="b" anchorCtr="0">
            <a:normAutofit/>
          </a:bodyPr>
          <a:lstStyle>
            <a:lvl1pPr marL="0" indent="0" algn="r">
              <a:buNone/>
              <a:defRPr sz="3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457186" indent="0" algn="ctr">
              <a:buNone/>
              <a:defRPr sz="2000"/>
            </a:lvl2pPr>
            <a:lvl3pPr marL="914373" indent="0" algn="ctr">
              <a:buNone/>
              <a:defRPr sz="1800"/>
            </a:lvl3pPr>
            <a:lvl4pPr marL="1371559" indent="0" algn="ctr">
              <a:buNone/>
              <a:defRPr sz="1600"/>
            </a:lvl4pPr>
            <a:lvl5pPr marL="1828745" indent="0" algn="ctr">
              <a:buNone/>
              <a:defRPr sz="1600"/>
            </a:lvl5pPr>
            <a:lvl6pPr marL="2285931" indent="0" algn="ctr">
              <a:buNone/>
              <a:defRPr sz="1600"/>
            </a:lvl6pPr>
            <a:lvl7pPr marL="2743118" indent="0" algn="ctr">
              <a:buNone/>
              <a:defRPr sz="1600"/>
            </a:lvl7pPr>
            <a:lvl8pPr marL="3200304" indent="0" algn="ctr">
              <a:buNone/>
              <a:defRPr sz="1600"/>
            </a:lvl8pPr>
            <a:lvl9pPr marL="3657490" indent="0" algn="ctr">
              <a:buNone/>
              <a:defRPr sz="1600"/>
            </a:lvl9pPr>
          </a:lstStyle>
          <a:p>
            <a:r>
              <a:rPr kumimoji="1" lang="ja-JP" altLang="en-US" dirty="0"/>
              <a:t>年月日</a:t>
            </a:r>
            <a:endParaRPr kumimoji="1" lang="en-US" altLang="ja-JP" dirty="0"/>
          </a:p>
          <a:p>
            <a:r>
              <a:rPr kumimoji="1" lang="ja-JP" altLang="en-US" dirty="0"/>
              <a:t>名前</a:t>
            </a:r>
          </a:p>
        </p:txBody>
      </p:sp>
      <p:sp>
        <p:nvSpPr>
          <p:cNvPr id="8" name="スライド番号プレースホルダー 5">
            <a:extLst>
              <a:ext uri="{FF2B5EF4-FFF2-40B4-BE49-F238E27FC236}">
                <a16:creationId xmlns:a16="http://schemas.microsoft.com/office/drawing/2014/main" id="{1E755BD5-6E1B-2333-D6DF-51E959DB6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92000" y="6552000"/>
            <a:ext cx="540000" cy="2160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CB5AA93-092B-49A1-87A7-3C88D5F38AD7}" type="slidenum">
              <a:rPr lang="ja-JP" altLang="en-US" smtClean="0"/>
              <a:pPr/>
              <a:t>‹#›</a:t>
            </a:fld>
            <a:endParaRPr lang="ja-JP" altLang="en-US" sz="900" dirty="0"/>
          </a:p>
        </p:txBody>
      </p:sp>
    </p:spTree>
    <p:extLst>
      <p:ext uri="{BB962C8B-B14F-4D97-AF65-F5344CB8AC3E}">
        <p14:creationId xmlns:p14="http://schemas.microsoft.com/office/powerpoint/2010/main" val="9149468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62B98A-5E0B-335E-C425-E48A1C614D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350902"/>
            <a:ext cx="10801350" cy="540324"/>
          </a:xfrm>
        </p:spPr>
        <p:txBody>
          <a:bodyPr anchor="ctr" anchorCtr="0">
            <a:normAutofit/>
          </a:bodyPr>
          <a:lstStyle>
            <a:lvl1pPr algn="l">
              <a:defRPr sz="2000"/>
            </a:lvl1pPr>
          </a:lstStyle>
          <a:p>
            <a:r>
              <a:rPr kumimoji="1" lang="ja-JP" altLang="en-US" dirty="0"/>
              <a:t>スライドタイトル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00AD3A3-493E-1DC5-C673-6B04C0730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92000" y="6552000"/>
            <a:ext cx="540000" cy="2160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CB5AA93-092B-49A1-87A7-3C88D5F38AD7}" type="slidenum">
              <a:rPr lang="ja-JP" altLang="en-US" smtClean="0"/>
              <a:pPr/>
              <a:t>‹#›</a:t>
            </a:fld>
            <a:endParaRPr lang="ja-JP" altLang="en-US" sz="900" dirty="0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4C9262B6-C232-FF1E-F30F-62C446446085}"/>
              </a:ext>
            </a:extLst>
          </p:cNvPr>
          <p:cNvCxnSpPr>
            <a:cxnSpLocks/>
          </p:cNvCxnSpPr>
          <p:nvPr userDrawn="1"/>
        </p:nvCxnSpPr>
        <p:spPr>
          <a:xfrm flipV="1">
            <a:off x="695325" y="891226"/>
            <a:ext cx="10801350" cy="8774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テキスト プレースホルダー 14">
            <a:extLst>
              <a:ext uri="{FF2B5EF4-FFF2-40B4-BE49-F238E27FC236}">
                <a16:creationId xmlns:a16="http://schemas.microsoft.com/office/drawing/2014/main" id="{1B8BAED9-DF44-0BF8-2404-2A58E0F40F7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900000"/>
            <a:ext cx="10801350" cy="720000"/>
          </a:xfrm>
        </p:spPr>
        <p:txBody>
          <a:bodyPr anchor="t" anchorCtr="0">
            <a:noAutofit/>
          </a:bodyPr>
          <a:lstStyle>
            <a:lvl1pPr marL="0" indent="182563" algn="l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 sz="1400"/>
            </a:lvl1pPr>
          </a:lstStyle>
          <a:p>
            <a:pPr lvl="0"/>
            <a:r>
              <a:rPr kumimoji="1" lang="ja-JP" altLang="en-US" dirty="0"/>
              <a:t>メッセージ</a:t>
            </a:r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0"/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1114181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7" orient="horz" pos="2614" userDrawn="1">
          <p15:clr>
            <a:srgbClr val="A4A3A4"/>
          </p15:clr>
        </p15:guide>
        <p15:guide id="13" orient="horz" pos="1139" userDrawn="1">
          <p15:clr>
            <a:srgbClr val="A4A3A4"/>
          </p15:clr>
        </p15:guide>
        <p15:guide id="14" orient="horz" pos="2160" userDrawn="1">
          <p15:clr>
            <a:srgbClr val="A4A3A4"/>
          </p15:clr>
        </p15:guide>
        <p15:guide id="15" orient="horz" pos="3181" userDrawn="1">
          <p15:clr>
            <a:srgbClr val="A4A3A4"/>
          </p15:clr>
        </p15:guide>
        <p15:guide id="16" pos="7242" userDrawn="1">
          <p15:clr>
            <a:srgbClr val="A4A3A4"/>
          </p15:clr>
        </p15:guide>
        <p15:guide id="17" pos="438" userDrawn="1">
          <p15:clr>
            <a:srgbClr val="A4A3A4"/>
          </p15:clr>
        </p15:guide>
        <p15:guide id="18" orient="horz" pos="4088" userDrawn="1">
          <p15:clr>
            <a:srgbClr val="A4A3A4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520426D-55C7-5082-C5BB-DFCD60907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365126"/>
            <a:ext cx="1080135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E3B443A-32D9-F0FB-6B43-215C4ADBF8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25" y="1825625"/>
            <a:ext cx="10801350" cy="44830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2" name="スライド番号プレースホルダー 5">
            <a:extLst>
              <a:ext uri="{FF2B5EF4-FFF2-40B4-BE49-F238E27FC236}">
                <a16:creationId xmlns:a16="http://schemas.microsoft.com/office/drawing/2014/main" id="{796D5859-FF54-DB66-044C-083CA2272F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92000" y="6552000"/>
            <a:ext cx="540000" cy="2160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CB5AA93-092B-49A1-87A7-3C88D5F38AD7}" type="slidenum">
              <a:rPr lang="ja-JP" altLang="en-US" smtClean="0"/>
              <a:pPr/>
              <a:t>‹#›</a:t>
            </a:fld>
            <a:endParaRPr lang="ja-JP" altLang="en-US" sz="900" dirty="0"/>
          </a:p>
        </p:txBody>
      </p:sp>
    </p:spTree>
    <p:extLst>
      <p:ext uri="{BB962C8B-B14F-4D97-AF65-F5344CB8AC3E}">
        <p14:creationId xmlns:p14="http://schemas.microsoft.com/office/powerpoint/2010/main" val="1990327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dt="0"/>
  <p:txStyles>
    <p:titleStyle>
      <a:lvl1pPr algn="l" defTabSz="914373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j-cs"/>
        </a:defRPr>
      </a:lvl1pPr>
    </p:titleStyle>
    <p:bodyStyle>
      <a:lvl1pPr marL="0" indent="0" algn="l" defTabSz="91437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kumimoji="1" sz="1400" kern="1200">
          <a:solidFill>
            <a:schemeClr val="tx1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n-cs"/>
        </a:defRPr>
      </a:lvl1pPr>
      <a:lvl2pPr marL="357188" indent="-174625" algn="l" defTabSz="91437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kumimoji="1" sz="1400" kern="1200">
          <a:solidFill>
            <a:schemeClr val="tx1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n-cs"/>
        </a:defRPr>
      </a:lvl2pPr>
      <a:lvl3pPr marL="539750" indent="-182563" algn="l" defTabSz="91437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kumimoji="1" sz="1400" kern="1200">
          <a:solidFill>
            <a:schemeClr val="tx1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n-cs"/>
        </a:defRPr>
      </a:lvl3pPr>
      <a:lvl4pPr marL="714375" indent="-174625" algn="l" defTabSz="91437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kumimoji="1" sz="1400" kern="1200">
          <a:solidFill>
            <a:schemeClr val="tx1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n-cs"/>
        </a:defRPr>
      </a:lvl4pPr>
      <a:lvl5pPr marL="898525" indent="-184150" algn="l" defTabSz="91437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kumimoji="1" sz="1400" kern="1200">
          <a:solidFill>
            <a:schemeClr val="tx1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n-cs"/>
        </a:defRPr>
      </a:lvl5pPr>
      <a:lvl6pPr marL="2514525" indent="-228593" algn="l" defTabSz="91437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11" indent="-228593" algn="l" defTabSz="91437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97" indent="-228593" algn="l" defTabSz="91437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83" indent="-228593" algn="l" defTabSz="91437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373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6" algn="l" defTabSz="914373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3" algn="l" defTabSz="914373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59" algn="l" defTabSz="914373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45" algn="l" defTabSz="914373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31" algn="l" defTabSz="914373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18" algn="l" defTabSz="914373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04" algn="l" defTabSz="914373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90" algn="l" defTabSz="914373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.svg"/><Relationship Id="rId18" Type="http://schemas.openxmlformats.org/officeDocument/2006/relationships/image" Target="../media/image18.svg"/><Relationship Id="rId26" Type="http://schemas.openxmlformats.org/officeDocument/2006/relationships/image" Target="../media/image26.svg"/><Relationship Id="rId39" Type="http://schemas.openxmlformats.org/officeDocument/2006/relationships/image" Target="../media/image39.svg"/><Relationship Id="rId21" Type="http://schemas.openxmlformats.org/officeDocument/2006/relationships/image" Target="../media/image21.svg"/><Relationship Id="rId34" Type="http://schemas.openxmlformats.org/officeDocument/2006/relationships/image" Target="../media/image34.svg"/><Relationship Id="rId42" Type="http://schemas.openxmlformats.org/officeDocument/2006/relationships/image" Target="../media/image42.svg"/><Relationship Id="rId47" Type="http://schemas.openxmlformats.org/officeDocument/2006/relationships/image" Target="../media/image47.svg"/><Relationship Id="rId50" Type="http://schemas.openxmlformats.org/officeDocument/2006/relationships/image" Target="../media/image50.svg"/><Relationship Id="rId55" Type="http://schemas.openxmlformats.org/officeDocument/2006/relationships/image" Target="../media/image55.svg"/><Relationship Id="rId6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3.svg"/><Relationship Id="rId16" Type="http://schemas.openxmlformats.org/officeDocument/2006/relationships/image" Target="../media/image16.svg"/><Relationship Id="rId29" Type="http://schemas.openxmlformats.org/officeDocument/2006/relationships/image" Target="../media/image29.svg"/><Relationship Id="rId11" Type="http://schemas.openxmlformats.org/officeDocument/2006/relationships/image" Target="../media/image12.svg"/><Relationship Id="rId24" Type="http://schemas.openxmlformats.org/officeDocument/2006/relationships/image" Target="../media/image24.svg"/><Relationship Id="rId32" Type="http://schemas.openxmlformats.org/officeDocument/2006/relationships/image" Target="../media/image32.svg"/><Relationship Id="rId37" Type="http://schemas.openxmlformats.org/officeDocument/2006/relationships/image" Target="../media/image37.svg"/><Relationship Id="rId40" Type="http://schemas.openxmlformats.org/officeDocument/2006/relationships/image" Target="../media/image40.svg"/><Relationship Id="rId45" Type="http://schemas.openxmlformats.org/officeDocument/2006/relationships/image" Target="../media/image45.svg"/><Relationship Id="rId53" Type="http://schemas.openxmlformats.org/officeDocument/2006/relationships/image" Target="../media/image53.svg"/><Relationship Id="rId58" Type="http://schemas.openxmlformats.org/officeDocument/2006/relationships/image" Target="../media/image58.svg"/><Relationship Id="rId5" Type="http://schemas.openxmlformats.org/officeDocument/2006/relationships/image" Target="../media/image6.svg"/><Relationship Id="rId61" Type="http://schemas.openxmlformats.org/officeDocument/2006/relationships/image" Target="../media/image61.svg"/><Relationship Id="rId19" Type="http://schemas.openxmlformats.org/officeDocument/2006/relationships/image" Target="../media/image19.svg"/><Relationship Id="rId14" Type="http://schemas.openxmlformats.org/officeDocument/2006/relationships/image" Target="../media/image15.svg"/><Relationship Id="rId22" Type="http://schemas.openxmlformats.org/officeDocument/2006/relationships/image" Target="../media/image22.svg"/><Relationship Id="rId27" Type="http://schemas.openxmlformats.org/officeDocument/2006/relationships/image" Target="../media/image27.svg"/><Relationship Id="rId30" Type="http://schemas.openxmlformats.org/officeDocument/2006/relationships/image" Target="../media/image30.svg"/><Relationship Id="rId35" Type="http://schemas.openxmlformats.org/officeDocument/2006/relationships/image" Target="../media/image35.svg"/><Relationship Id="rId43" Type="http://schemas.openxmlformats.org/officeDocument/2006/relationships/image" Target="../media/image43.svg"/><Relationship Id="rId48" Type="http://schemas.openxmlformats.org/officeDocument/2006/relationships/image" Target="../media/image48.svg"/><Relationship Id="rId56" Type="http://schemas.openxmlformats.org/officeDocument/2006/relationships/image" Target="../media/image56.svg"/><Relationship Id="rId8" Type="http://schemas.openxmlformats.org/officeDocument/2006/relationships/image" Target="../media/image9.svg"/><Relationship Id="rId51" Type="http://schemas.openxmlformats.org/officeDocument/2006/relationships/image" Target="../media/image51.svg"/><Relationship Id="rId3" Type="http://schemas.openxmlformats.org/officeDocument/2006/relationships/image" Target="../media/image4.svg"/><Relationship Id="rId12" Type="http://schemas.openxmlformats.org/officeDocument/2006/relationships/image" Target="../media/image13.svg"/><Relationship Id="rId17" Type="http://schemas.openxmlformats.org/officeDocument/2006/relationships/image" Target="../media/image17.svg"/><Relationship Id="rId25" Type="http://schemas.openxmlformats.org/officeDocument/2006/relationships/image" Target="../media/image25.svg"/><Relationship Id="rId33" Type="http://schemas.openxmlformats.org/officeDocument/2006/relationships/image" Target="../media/image33.svg"/><Relationship Id="rId38" Type="http://schemas.openxmlformats.org/officeDocument/2006/relationships/image" Target="../media/image38.svg"/><Relationship Id="rId46" Type="http://schemas.openxmlformats.org/officeDocument/2006/relationships/image" Target="../media/image46.svg"/><Relationship Id="rId59" Type="http://schemas.openxmlformats.org/officeDocument/2006/relationships/image" Target="../media/image59.svg"/><Relationship Id="rId20" Type="http://schemas.openxmlformats.org/officeDocument/2006/relationships/image" Target="../media/image20.svg"/><Relationship Id="rId41" Type="http://schemas.openxmlformats.org/officeDocument/2006/relationships/image" Target="../media/image41.svg"/><Relationship Id="rId54" Type="http://schemas.openxmlformats.org/officeDocument/2006/relationships/image" Target="../media/image54.svg"/><Relationship Id="rId62" Type="http://schemas.openxmlformats.org/officeDocument/2006/relationships/image" Target="../media/image6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5" Type="http://schemas.openxmlformats.org/officeDocument/2006/relationships/image" Target="../media/image1.svg"/><Relationship Id="rId23" Type="http://schemas.openxmlformats.org/officeDocument/2006/relationships/image" Target="../media/image23.svg"/><Relationship Id="rId28" Type="http://schemas.openxmlformats.org/officeDocument/2006/relationships/image" Target="../media/image28.svg"/><Relationship Id="rId36" Type="http://schemas.openxmlformats.org/officeDocument/2006/relationships/image" Target="../media/image36.svg"/><Relationship Id="rId49" Type="http://schemas.openxmlformats.org/officeDocument/2006/relationships/image" Target="../media/image49.svg"/><Relationship Id="rId57" Type="http://schemas.openxmlformats.org/officeDocument/2006/relationships/image" Target="../media/image57.svg"/><Relationship Id="rId10" Type="http://schemas.openxmlformats.org/officeDocument/2006/relationships/image" Target="../media/image11.svg"/><Relationship Id="rId31" Type="http://schemas.openxmlformats.org/officeDocument/2006/relationships/image" Target="../media/image31.svg"/><Relationship Id="rId44" Type="http://schemas.openxmlformats.org/officeDocument/2006/relationships/image" Target="../media/image44.svg"/><Relationship Id="rId52" Type="http://schemas.openxmlformats.org/officeDocument/2006/relationships/image" Target="../media/image52.svg"/><Relationship Id="rId60" Type="http://schemas.openxmlformats.org/officeDocument/2006/relationships/image" Target="../media/image60.svg"/><Relationship Id="rId4" Type="http://schemas.openxmlformats.org/officeDocument/2006/relationships/image" Target="../media/image5.svg"/><Relationship Id="rId9" Type="http://schemas.openxmlformats.org/officeDocument/2006/relationships/image" Target="../media/image10.sv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73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hyperlink" Target="https://icooon-mono.com/" TargetMode="External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Relationship Id="rId14" Type="http://schemas.openxmlformats.org/officeDocument/2006/relationships/image" Target="../media/image74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5546A8-6A8C-1A2D-96B2-4515A85F7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8E640E1-A75A-FCFA-D68C-4E6420945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5AA93-092B-49A1-87A7-3C88D5F38AD7}" type="slidenum">
              <a:rPr lang="ja-JP" altLang="en-US" smtClean="0"/>
              <a:pPr/>
              <a:t>1</a:t>
            </a:fld>
            <a:endParaRPr lang="ja-JP" altLang="en-US" sz="900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F82C12A-E50B-7A58-65FB-87858B81BE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3C1C70CD-325D-A69C-0E1B-046D4A9F8D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0388830"/>
              </p:ext>
            </p:extLst>
          </p:nvPr>
        </p:nvGraphicFramePr>
        <p:xfrm>
          <a:off x="695325" y="1808163"/>
          <a:ext cx="10800000" cy="4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479321787"/>
                    </a:ext>
                  </a:extLst>
                </a:gridCol>
                <a:gridCol w="4680000">
                  <a:extLst>
                    <a:ext uri="{9D8B030D-6E8A-4147-A177-3AD203B41FA5}">
                      <a16:colId xmlns:a16="http://schemas.microsoft.com/office/drawing/2014/main" val="1968043039"/>
                    </a:ext>
                  </a:extLst>
                </a:gridCol>
                <a:gridCol w="4680000">
                  <a:extLst>
                    <a:ext uri="{9D8B030D-6E8A-4147-A177-3AD203B41FA5}">
                      <a16:colId xmlns:a16="http://schemas.microsoft.com/office/drawing/2014/main" val="17996567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endParaRPr kumimoji="1" lang="ja-JP" altLang="en-US" sz="1400" b="0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0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あああ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0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あああ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3904592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r>
                        <a:rPr kumimoji="1" lang="en-US" altLang="ja-JP" sz="1400" b="0" dirty="0" err="1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400" b="0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 err="1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 err="1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3055692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r>
                        <a:rPr kumimoji="1" lang="en-US" altLang="ja-JP" sz="1400" b="0" dirty="0" err="1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400" b="0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 err="1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 err="1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059275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r>
                        <a:rPr kumimoji="1" lang="en-US" altLang="ja-JP" sz="1400" b="0" dirty="0" err="1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400" b="0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 err="1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 err="1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4269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4763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804D86-7D35-D2C4-2518-5DD1083CE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3B41310-1B30-48ED-D8DB-35FD01339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5AA93-092B-49A1-87A7-3C88D5F38AD7}" type="slidenum">
              <a:rPr lang="ja-JP" altLang="en-US" smtClean="0"/>
              <a:pPr/>
              <a:t>2</a:t>
            </a:fld>
            <a:endParaRPr lang="ja-JP" altLang="en-US" sz="900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A09AA4C-39ED-E75E-10D7-7A5A387F34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D3009539-A12C-51FE-9560-AD6E3AFE0C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458373"/>
              </p:ext>
            </p:extLst>
          </p:nvPr>
        </p:nvGraphicFramePr>
        <p:xfrm>
          <a:off x="695325" y="1808163"/>
          <a:ext cx="10801350" cy="46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675">
                  <a:extLst>
                    <a:ext uri="{9D8B030D-6E8A-4147-A177-3AD203B41FA5}">
                      <a16:colId xmlns:a16="http://schemas.microsoft.com/office/drawing/2014/main" val="925856335"/>
                    </a:ext>
                  </a:extLst>
                </a:gridCol>
                <a:gridCol w="5400675">
                  <a:extLst>
                    <a:ext uri="{9D8B030D-6E8A-4147-A177-3AD203B41FA5}">
                      <a16:colId xmlns:a16="http://schemas.microsoft.com/office/drawing/2014/main" val="278899598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r>
                        <a:rPr kumimoji="1" lang="en-US" altLang="ja-JP" sz="1400" b="0" dirty="0" err="1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400" b="0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0" dirty="0" err="1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400" b="0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734415"/>
                  </a:ext>
                </a:extLst>
              </a:tr>
              <a:tr h="4320000">
                <a:tc>
                  <a:txBody>
                    <a:bodyPr/>
                    <a:lstStyle/>
                    <a:p>
                      <a:r>
                        <a:rPr kumimoji="1" lang="en-US" altLang="ja-JP" sz="1200" b="0" dirty="0" err="1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 err="1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20114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5504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4A971A-BFCA-5067-A37B-EE4468BC3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6DEE331-D9BF-FD6B-C887-B2B5E4CC7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5AA93-092B-49A1-87A7-3C88D5F38AD7}" type="slidenum">
              <a:rPr lang="ja-JP" altLang="en-US" smtClean="0"/>
              <a:pPr/>
              <a:t>3</a:t>
            </a:fld>
            <a:endParaRPr lang="ja-JP" altLang="en-US" sz="900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4381A18-D19D-BC5E-6C86-7EDD4BEDEF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77AB8A72-322C-FB6A-C7D8-C9D01019E5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412570"/>
              </p:ext>
            </p:extLst>
          </p:nvPr>
        </p:nvGraphicFramePr>
        <p:xfrm>
          <a:off x="695325" y="1808163"/>
          <a:ext cx="10801352" cy="43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472528812"/>
                    </a:ext>
                  </a:extLst>
                </a:gridCol>
                <a:gridCol w="5192396">
                  <a:extLst>
                    <a:ext uri="{9D8B030D-6E8A-4147-A177-3AD203B41FA5}">
                      <a16:colId xmlns:a16="http://schemas.microsoft.com/office/drawing/2014/main" val="370463267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93456755"/>
                    </a:ext>
                  </a:extLst>
                </a:gridCol>
                <a:gridCol w="5192396">
                  <a:extLst>
                    <a:ext uri="{9D8B030D-6E8A-4147-A177-3AD203B41FA5}">
                      <a16:colId xmlns:a16="http://schemas.microsoft.com/office/drawing/2014/main" val="925856335"/>
                    </a:ext>
                  </a:extLst>
                </a:gridCol>
              </a:tblGrid>
              <a:tr h="360000">
                <a:tc gridSpan="4">
                  <a:txBody>
                    <a:bodyPr/>
                    <a:lstStyle/>
                    <a:p>
                      <a:r>
                        <a:rPr kumimoji="1" lang="en-US" altLang="ja-JP" sz="1400" b="0" dirty="0" err="1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400" b="0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400" b="0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400" b="0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734415"/>
                  </a:ext>
                </a:extLst>
              </a:tr>
              <a:tr h="1800000">
                <a:tc gridSpan="4">
                  <a:txBody>
                    <a:bodyPr/>
                    <a:lstStyle/>
                    <a:p>
                      <a:r>
                        <a:rPr kumimoji="1" lang="en-US" altLang="ja-JP" sz="1200" b="0" dirty="0" err="1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201141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 err="1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 err="1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477744"/>
                  </a:ext>
                </a:extLst>
              </a:tr>
              <a:tr h="1800000">
                <a:tc gridSpan="2">
                  <a:txBody>
                    <a:bodyPr/>
                    <a:lstStyle/>
                    <a:p>
                      <a:r>
                        <a:rPr kumimoji="1" lang="en-US" altLang="ja-JP" sz="1200" b="0" dirty="0" err="1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b="0" dirty="0" err="1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06416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9290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E918CB-898D-BCAE-ED6C-875B9BF53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FDA5EC2-0797-39C7-8F94-64AFC4807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5AA93-092B-49A1-87A7-3C88D5F38AD7}" type="slidenum">
              <a:rPr lang="ja-JP" altLang="en-US" smtClean="0"/>
              <a:pPr/>
              <a:t>4</a:t>
            </a:fld>
            <a:endParaRPr lang="ja-JP" altLang="en-US" sz="900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71EF6B7-613B-7AF2-0557-2DB30865EB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B422E176-AFA6-2683-4C55-6297691326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4720808"/>
              </p:ext>
            </p:extLst>
          </p:nvPr>
        </p:nvGraphicFramePr>
        <p:xfrm>
          <a:off x="695325" y="1808163"/>
          <a:ext cx="10800000" cy="453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>
                  <a:extLst>
                    <a:ext uri="{9D8B030D-6E8A-4147-A177-3AD203B41FA5}">
                      <a16:colId xmlns:a16="http://schemas.microsoft.com/office/drawing/2014/main" val="2959059932"/>
                    </a:ext>
                  </a:extLst>
                </a:gridCol>
                <a:gridCol w="8640000">
                  <a:extLst>
                    <a:ext uri="{9D8B030D-6E8A-4147-A177-3AD203B41FA5}">
                      <a16:colId xmlns:a16="http://schemas.microsoft.com/office/drawing/2014/main" val="1368840986"/>
                    </a:ext>
                  </a:extLst>
                </a:gridCol>
              </a:tblGrid>
              <a:tr h="1512000">
                <a:tc>
                  <a:txBody>
                    <a:bodyPr/>
                    <a:lstStyle/>
                    <a:p>
                      <a:r>
                        <a:rPr kumimoji="1" lang="en-US" altLang="ja-JP" sz="1400" b="0" dirty="0" err="1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400" b="0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 err="1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6075676"/>
                  </a:ext>
                </a:extLst>
              </a:tr>
              <a:tr h="1512000">
                <a:tc>
                  <a:txBody>
                    <a:bodyPr/>
                    <a:lstStyle/>
                    <a:p>
                      <a:r>
                        <a:rPr kumimoji="1" lang="en-US" altLang="ja-JP" sz="1400" b="0" dirty="0" err="1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400" b="0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 err="1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2422049"/>
                  </a:ext>
                </a:extLst>
              </a:tr>
              <a:tr h="1512000">
                <a:tc>
                  <a:txBody>
                    <a:bodyPr/>
                    <a:lstStyle/>
                    <a:p>
                      <a:r>
                        <a:rPr kumimoji="1" lang="en-US" altLang="ja-JP" sz="1400" b="0" dirty="0" err="1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400" b="0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 err="1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16308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1959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736973-E560-5B64-51E2-78B31139F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21B0EC1-0134-B51C-37D7-6113663A2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5AA93-092B-49A1-87A7-3C88D5F38AD7}" type="slidenum">
              <a:rPr lang="ja-JP" altLang="en-US" smtClean="0"/>
              <a:pPr/>
              <a:t>5</a:t>
            </a:fld>
            <a:endParaRPr lang="ja-JP" altLang="en-US" sz="900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9F657C1-AD91-5980-B0B7-37E3D7FDD1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5592BB0C-A152-6460-982B-5D937B03AE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0958925"/>
              </p:ext>
            </p:extLst>
          </p:nvPr>
        </p:nvGraphicFramePr>
        <p:xfrm>
          <a:off x="695325" y="1808163"/>
          <a:ext cx="10800000" cy="453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>
                  <a:extLst>
                    <a:ext uri="{9D8B030D-6E8A-4147-A177-3AD203B41FA5}">
                      <a16:colId xmlns:a16="http://schemas.microsoft.com/office/drawing/2014/main" val="2959059932"/>
                    </a:ext>
                  </a:extLst>
                </a:gridCol>
                <a:gridCol w="8640000">
                  <a:extLst>
                    <a:ext uri="{9D8B030D-6E8A-4147-A177-3AD203B41FA5}">
                      <a16:colId xmlns:a16="http://schemas.microsoft.com/office/drawing/2014/main" val="1368840986"/>
                    </a:ext>
                  </a:extLst>
                </a:gridCol>
              </a:tblGrid>
              <a:tr h="1512000">
                <a:tc>
                  <a:txBody>
                    <a:bodyPr/>
                    <a:lstStyle/>
                    <a:p>
                      <a:r>
                        <a:rPr kumimoji="1" lang="en-US" altLang="ja-JP" sz="1400" b="0" dirty="0" err="1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400" b="0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 err="1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6075676"/>
                  </a:ext>
                </a:extLst>
              </a:tr>
              <a:tr h="1512000">
                <a:tc>
                  <a:txBody>
                    <a:bodyPr/>
                    <a:lstStyle/>
                    <a:p>
                      <a:r>
                        <a:rPr kumimoji="1" lang="en-US" altLang="ja-JP" sz="1400" b="0" dirty="0" err="1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400" b="0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b="0" dirty="0" err="1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2422049"/>
                  </a:ext>
                </a:extLst>
              </a:tr>
              <a:tr h="1512000">
                <a:tc gridSpan="2">
                  <a:txBody>
                    <a:bodyPr/>
                    <a:lstStyle/>
                    <a:p>
                      <a:r>
                        <a:rPr kumimoji="1" lang="en-US" altLang="ja-JP" sz="1200" b="0" dirty="0" err="1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16308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9987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8A06D4-2472-D014-3F16-8FCA384E9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FD1B702-25F7-5AE5-E12B-0D46A714A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5AA93-092B-49A1-87A7-3C88D5F38AD7}" type="slidenum">
              <a:rPr lang="ja-JP" altLang="en-US" smtClean="0"/>
              <a:pPr/>
              <a:t>6</a:t>
            </a:fld>
            <a:endParaRPr lang="ja-JP" altLang="en-US" sz="900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5E63904-5395-B0E8-04B9-AAC2CBE4D5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1DB40083-356C-7323-F271-E35DD34742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9802075"/>
              </p:ext>
            </p:extLst>
          </p:nvPr>
        </p:nvGraphicFramePr>
        <p:xfrm>
          <a:off x="695324" y="1807385"/>
          <a:ext cx="10807971" cy="46823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6771">
                  <a:extLst>
                    <a:ext uri="{9D8B030D-6E8A-4147-A177-3AD203B41FA5}">
                      <a16:colId xmlns:a16="http://schemas.microsoft.com/office/drawing/2014/main" val="3940227327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153698430"/>
                    </a:ext>
                  </a:extLst>
                </a:gridCol>
                <a:gridCol w="2467800">
                  <a:extLst>
                    <a:ext uri="{9D8B030D-6E8A-4147-A177-3AD203B41FA5}">
                      <a16:colId xmlns:a16="http://schemas.microsoft.com/office/drawing/2014/main" val="726937478"/>
                    </a:ext>
                  </a:extLst>
                </a:gridCol>
                <a:gridCol w="822600">
                  <a:extLst>
                    <a:ext uri="{9D8B030D-6E8A-4147-A177-3AD203B41FA5}">
                      <a16:colId xmlns:a16="http://schemas.microsoft.com/office/drawing/2014/main" val="3207678313"/>
                    </a:ext>
                  </a:extLst>
                </a:gridCol>
                <a:gridCol w="1645200">
                  <a:extLst>
                    <a:ext uri="{9D8B030D-6E8A-4147-A177-3AD203B41FA5}">
                      <a16:colId xmlns:a16="http://schemas.microsoft.com/office/drawing/2014/main" val="594621072"/>
                    </a:ext>
                  </a:extLst>
                </a:gridCol>
                <a:gridCol w="1645200">
                  <a:extLst>
                    <a:ext uri="{9D8B030D-6E8A-4147-A177-3AD203B41FA5}">
                      <a16:colId xmlns:a16="http://schemas.microsoft.com/office/drawing/2014/main" val="1443890251"/>
                    </a:ext>
                  </a:extLst>
                </a:gridCol>
                <a:gridCol w="822600">
                  <a:extLst>
                    <a:ext uri="{9D8B030D-6E8A-4147-A177-3AD203B41FA5}">
                      <a16:colId xmlns:a16="http://schemas.microsoft.com/office/drawing/2014/main" val="167768270"/>
                    </a:ext>
                  </a:extLst>
                </a:gridCol>
                <a:gridCol w="2467800">
                  <a:extLst>
                    <a:ext uri="{9D8B030D-6E8A-4147-A177-3AD203B41FA5}">
                      <a16:colId xmlns:a16="http://schemas.microsoft.com/office/drawing/2014/main" val="1797046536"/>
                    </a:ext>
                  </a:extLst>
                </a:gridCol>
              </a:tblGrid>
              <a:tr h="1080000">
                <a:tc rowSpan="2">
                  <a:txBody>
                    <a:bodyPr/>
                    <a:lstStyle/>
                    <a:p>
                      <a:pPr algn="ctr"/>
                      <a:endParaRPr kumimoji="1" lang="ja-JP" altLang="en-US" dirty="0"/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ja-JP" altLang="en-US" b="1" dirty="0">
                          <a:solidFill>
                            <a:srgbClr val="0070C0"/>
                          </a:solidFill>
                        </a:rPr>
                        <a:t>基本戦略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/>
                        <a:t>あああ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9172495"/>
                  </a:ext>
                </a:extLst>
              </a:tr>
              <a:tr h="108000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kumimoji="1" lang="ja-JP" altLang="en-US" sz="1600" dirty="0"/>
                        <a:t>あああ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kumimoji="1" lang="ja-JP" altLang="en-US" sz="1600" dirty="0"/>
                        <a:t>あああ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kumimoji="1" lang="ja-JP" altLang="en-US" sz="1600" dirty="0"/>
                        <a:t>あああ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5350401"/>
                  </a:ext>
                </a:extLst>
              </a:tr>
              <a:tr h="720000">
                <a:tc rowSpan="3">
                  <a:txBody>
                    <a:bodyPr/>
                    <a:lstStyle/>
                    <a:p>
                      <a:pPr algn="ctr"/>
                      <a:endParaRPr kumimoji="1" lang="ja-JP" altLang="en-US" dirty="0"/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kumimoji="1" lang="ja-JP" altLang="en-US" b="1" dirty="0">
                          <a:solidFill>
                            <a:srgbClr val="0070C0"/>
                          </a:solidFill>
                        </a:rPr>
                        <a:t>重点施策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4928536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/>
                        <a:t>帯で書く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6952147"/>
                  </a:ext>
                </a:extLst>
              </a:tr>
              <a:tr h="1262315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kumimoji="1" lang="ja-JP" altLang="en-US" sz="1600" dirty="0"/>
                        <a:t>あ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85750" marR="0" lvl="0" indent="-285750" algn="l" defTabSz="914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1" lang="ja-JP" altLang="en-US" sz="1600" dirty="0"/>
                        <a:t>あ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endParaRPr kumimoji="1" lang="ja-JP" altLang="en-US" sz="1600" dirty="0"/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85750" marR="0" lvl="0" indent="-285750" algn="l" defTabSz="914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1" lang="ja-JP" altLang="en-US" sz="1600" dirty="0"/>
                        <a:t>あ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endParaRPr kumimoji="1" lang="ja-JP" altLang="en-US" sz="1600" dirty="0"/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1" lang="ja-JP" altLang="en-US" sz="1600" dirty="0"/>
                        <a:t>あ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endParaRPr kumimoji="1" lang="ja-JP" altLang="en-US" sz="1600" dirty="0"/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28028"/>
                  </a:ext>
                </a:extLst>
              </a:tr>
            </a:tbl>
          </a:graphicData>
        </a:graphic>
      </p:graphicFrame>
      <p:pic>
        <p:nvPicPr>
          <p:cNvPr id="6" name="グラフィックス 5" descr="ネットワーク 枠線">
            <a:extLst>
              <a:ext uri="{FF2B5EF4-FFF2-40B4-BE49-F238E27FC236}">
                <a16:creationId xmlns:a16="http://schemas.microsoft.com/office/drawing/2014/main" id="{ACC80033-D218-B26F-A100-C046EF788F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5293" y="4689788"/>
            <a:ext cx="540001" cy="540001"/>
          </a:xfrm>
          <a:prstGeom prst="rect">
            <a:avLst/>
          </a:prstGeom>
        </p:spPr>
      </p:pic>
      <p:pic>
        <p:nvPicPr>
          <p:cNvPr id="7" name="グラフィックス 6" descr="チェスの駒 枠線">
            <a:extLst>
              <a:ext uri="{FF2B5EF4-FFF2-40B4-BE49-F238E27FC236}">
                <a16:creationId xmlns:a16="http://schemas.microsoft.com/office/drawing/2014/main" id="{1A12BE7B-C143-9C1B-EF59-88BBEDA633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5293" y="2527384"/>
            <a:ext cx="540001" cy="54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828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B9FE73-EE24-3333-58DF-822EA0D6B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B8991DD-B89F-A259-1855-BA3302DD1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5AA93-092B-49A1-87A7-3C88D5F38AD7}" type="slidenum">
              <a:rPr lang="ja-JP" altLang="en-US" smtClean="0"/>
              <a:pPr/>
              <a:t>7</a:t>
            </a:fld>
            <a:endParaRPr lang="ja-JP" altLang="en-US" sz="900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EFF65FC-ECF6-8ED1-FF17-2D1B8D6589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3632F538-6179-0346-1FF5-017A045E1A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0249154"/>
              </p:ext>
            </p:extLst>
          </p:nvPr>
        </p:nvGraphicFramePr>
        <p:xfrm>
          <a:off x="695324" y="1808163"/>
          <a:ext cx="10801350" cy="18931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50">
                  <a:extLst>
                    <a:ext uri="{9D8B030D-6E8A-4147-A177-3AD203B41FA5}">
                      <a16:colId xmlns:a16="http://schemas.microsoft.com/office/drawing/2014/main" val="3018508146"/>
                    </a:ext>
                  </a:extLst>
                </a:gridCol>
                <a:gridCol w="3600450">
                  <a:extLst>
                    <a:ext uri="{9D8B030D-6E8A-4147-A177-3AD203B41FA5}">
                      <a16:colId xmlns:a16="http://schemas.microsoft.com/office/drawing/2014/main" val="2423704860"/>
                    </a:ext>
                  </a:extLst>
                </a:gridCol>
                <a:gridCol w="3600450">
                  <a:extLst>
                    <a:ext uri="{9D8B030D-6E8A-4147-A177-3AD203B41FA5}">
                      <a16:colId xmlns:a16="http://schemas.microsoft.com/office/drawing/2014/main" val="170254313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r>
                        <a:rPr kumimoji="1" lang="en-US" altLang="ja-JP" sz="1400" b="0" dirty="0" err="1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400" b="0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0" dirty="0" err="1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400" b="0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0" dirty="0" err="1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400" b="0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8644491"/>
                  </a:ext>
                </a:extLst>
              </a:tr>
              <a:tr h="1533139">
                <a:tc>
                  <a:txBody>
                    <a:bodyPr/>
                    <a:lstStyle/>
                    <a:p>
                      <a:r>
                        <a:rPr kumimoji="1" lang="en-US" altLang="ja-JP" sz="1200" dirty="0" err="1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 err="1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 err="1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8690832"/>
                  </a:ext>
                </a:extLst>
              </a:tr>
            </a:tbl>
          </a:graphicData>
        </a:graphic>
      </p:graphicFrame>
      <p:sp>
        <p:nvSpPr>
          <p:cNvPr id="6" name="二等辺三角形 5">
            <a:extLst>
              <a:ext uri="{FF2B5EF4-FFF2-40B4-BE49-F238E27FC236}">
                <a16:creationId xmlns:a16="http://schemas.microsoft.com/office/drawing/2014/main" id="{B212650B-CA68-805E-B9EB-6E435D824461}"/>
              </a:ext>
            </a:extLst>
          </p:cNvPr>
          <p:cNvSpPr/>
          <p:nvPr/>
        </p:nvSpPr>
        <p:spPr>
          <a:xfrm rot="10800000">
            <a:off x="2136369" y="3740144"/>
            <a:ext cx="615143" cy="27905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kumimoji="1" lang="ja-JP" altLang="en-US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二等辺三角形 6">
            <a:extLst>
              <a:ext uri="{FF2B5EF4-FFF2-40B4-BE49-F238E27FC236}">
                <a16:creationId xmlns:a16="http://schemas.microsoft.com/office/drawing/2014/main" id="{EC1FA3CB-550E-FEA7-134B-F4588CD20D08}"/>
              </a:ext>
            </a:extLst>
          </p:cNvPr>
          <p:cNvSpPr/>
          <p:nvPr/>
        </p:nvSpPr>
        <p:spPr>
          <a:xfrm rot="10800000">
            <a:off x="5788428" y="3740145"/>
            <a:ext cx="615143" cy="27905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kumimoji="1" lang="ja-JP" altLang="en-US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二等辺三角形 7">
            <a:extLst>
              <a:ext uri="{FF2B5EF4-FFF2-40B4-BE49-F238E27FC236}">
                <a16:creationId xmlns:a16="http://schemas.microsoft.com/office/drawing/2014/main" id="{8477B402-1BE9-673A-F907-ECE45B19E8F5}"/>
              </a:ext>
            </a:extLst>
          </p:cNvPr>
          <p:cNvSpPr/>
          <p:nvPr/>
        </p:nvSpPr>
        <p:spPr>
          <a:xfrm rot="10800000">
            <a:off x="9440489" y="3740145"/>
            <a:ext cx="615143" cy="27905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kumimoji="1" lang="ja-JP" altLang="en-US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graphicFrame>
        <p:nvGraphicFramePr>
          <p:cNvPr id="9" name="表 8">
            <a:extLst>
              <a:ext uri="{FF2B5EF4-FFF2-40B4-BE49-F238E27FC236}">
                <a16:creationId xmlns:a16="http://schemas.microsoft.com/office/drawing/2014/main" id="{873DEE4E-AF9D-96B2-7C3C-9D0C4E5F43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821861"/>
              </p:ext>
            </p:extLst>
          </p:nvPr>
        </p:nvGraphicFramePr>
        <p:xfrm>
          <a:off x="695325" y="4113243"/>
          <a:ext cx="10801350" cy="230856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409135183"/>
                    </a:ext>
                  </a:extLst>
                </a:gridCol>
                <a:gridCol w="3392170">
                  <a:extLst>
                    <a:ext uri="{9D8B030D-6E8A-4147-A177-3AD203B41FA5}">
                      <a16:colId xmlns:a16="http://schemas.microsoft.com/office/drawing/2014/main" val="234386593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257246885"/>
                    </a:ext>
                  </a:extLst>
                </a:gridCol>
                <a:gridCol w="3392170">
                  <a:extLst>
                    <a:ext uri="{9D8B030D-6E8A-4147-A177-3AD203B41FA5}">
                      <a16:colId xmlns:a16="http://schemas.microsoft.com/office/drawing/2014/main" val="404800263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216940837"/>
                    </a:ext>
                  </a:extLst>
                </a:gridCol>
                <a:gridCol w="3392170">
                  <a:extLst>
                    <a:ext uri="{9D8B030D-6E8A-4147-A177-3AD203B41FA5}">
                      <a16:colId xmlns:a16="http://schemas.microsoft.com/office/drawing/2014/main" val="342084103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本スコープ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ゴール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ビジョン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875283"/>
                  </a:ext>
                </a:extLst>
              </a:tr>
              <a:tr h="649523">
                <a:tc gridSpan="2">
                  <a:txBody>
                    <a:bodyPr/>
                    <a:lstStyle/>
                    <a:p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3681810"/>
                  </a:ext>
                </a:extLst>
              </a:tr>
              <a:tr h="649523">
                <a:tc gridSpan="2">
                  <a:txBody>
                    <a:bodyPr/>
                    <a:lstStyle/>
                    <a:p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9696774"/>
                  </a:ext>
                </a:extLst>
              </a:tr>
              <a:tr h="649523">
                <a:tc gridSpan="2">
                  <a:txBody>
                    <a:bodyPr/>
                    <a:lstStyle/>
                    <a:p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50645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6119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77ADCC-EE65-C588-92CD-B7F183B8E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提案概要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777AB58-36F2-2DB1-CCED-2E9545998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5AA93-092B-49A1-87A7-3C88D5F38AD7}" type="slidenum">
              <a:rPr lang="ja-JP" altLang="en-US" smtClean="0"/>
              <a:pPr/>
              <a:t>8</a:t>
            </a:fld>
            <a:endParaRPr lang="ja-JP" altLang="en-US" sz="900" dirty="0"/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2D3F3D47-E47C-97BC-002F-AD342D9C7C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7214384"/>
              </p:ext>
            </p:extLst>
          </p:nvPr>
        </p:nvGraphicFramePr>
        <p:xfrm>
          <a:off x="695324" y="1100629"/>
          <a:ext cx="10800000" cy="5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334477402"/>
                    </a:ext>
                  </a:extLst>
                </a:gridCol>
                <a:gridCol w="9720000">
                  <a:extLst>
                    <a:ext uri="{9D8B030D-6E8A-4147-A177-3AD203B41FA5}">
                      <a16:colId xmlns:a16="http://schemas.microsoft.com/office/drawing/2014/main" val="3009796353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テーマ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b="1" dirty="0">
                          <a:solidFill>
                            <a:srgbClr val="00206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業務効率化に向けたナレッジ基盤構築</a:t>
                      </a:r>
                      <a:endParaRPr kumimoji="1" lang="en-US" altLang="ja-JP" sz="1400" b="1" dirty="0">
                        <a:solidFill>
                          <a:srgbClr val="002060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algn="ctr"/>
                      <a:r>
                        <a:rPr kumimoji="1" lang="ja-JP" alt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投資承認のお願い </a:t>
                      </a:r>
                      <a:r>
                        <a:rPr kumimoji="1" lang="en-US" altLang="ja-JP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</a:t>
                      </a:r>
                      <a:r>
                        <a:rPr kumimoji="1" lang="ja-JP" alt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総額 </a:t>
                      </a:r>
                      <a:r>
                        <a:rPr kumimoji="1" lang="en-US" altLang="ja-JP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1.8</a:t>
                      </a:r>
                      <a:r>
                        <a:rPr kumimoji="1" lang="ja-JP" alt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億円</a:t>
                      </a:r>
                      <a:r>
                        <a:rPr kumimoji="1" lang="en-US" altLang="ja-JP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0562224"/>
                  </a:ext>
                </a:extLst>
              </a:tr>
            </a:tbl>
          </a:graphicData>
        </a:graphic>
      </p:graphicFrame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4BDD6179-4FF2-8E92-4598-850D0FBE57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4260864"/>
              </p:ext>
            </p:extLst>
          </p:nvPr>
        </p:nvGraphicFramePr>
        <p:xfrm>
          <a:off x="695324" y="1999264"/>
          <a:ext cx="10799999" cy="46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9999">
                  <a:extLst>
                    <a:ext uri="{9D8B030D-6E8A-4147-A177-3AD203B41FA5}">
                      <a16:colId xmlns:a16="http://schemas.microsoft.com/office/drawing/2014/main" val="285597846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投資目的 と 期待する効果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868999"/>
                  </a:ext>
                </a:extLst>
              </a:tr>
              <a:tr h="4320000">
                <a:tc>
                  <a:txBody>
                    <a:bodyPr/>
                    <a:lstStyle/>
                    <a:p>
                      <a:endParaRPr kumimoji="1" lang="ja-JP" altLang="en-US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2137764"/>
                  </a:ext>
                </a:extLst>
              </a:tr>
            </a:tbl>
          </a:graphicData>
        </a:graphic>
      </p:graphicFrame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8088D013-D845-EE48-B59F-8AC24E8643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9855829"/>
              </p:ext>
            </p:extLst>
          </p:nvPr>
        </p:nvGraphicFramePr>
        <p:xfrm>
          <a:off x="1080000" y="2710489"/>
          <a:ext cx="3060000" cy="37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60000">
                  <a:extLst>
                    <a:ext uri="{9D8B030D-6E8A-4147-A177-3AD203B41FA5}">
                      <a16:colId xmlns:a16="http://schemas.microsoft.com/office/drawing/2014/main" val="285597846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背景</a:t>
                      </a:r>
                      <a:r>
                        <a:rPr kumimoji="1" lang="en-US" altLang="ja-JP" sz="1400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/</a:t>
                      </a:r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目的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868999"/>
                  </a:ext>
                </a:extLst>
              </a:tr>
              <a:tr h="3420000">
                <a:tc>
                  <a:txBody>
                    <a:bodyPr/>
                    <a:lstStyle/>
                    <a:p>
                      <a:r>
                        <a:rPr kumimoji="1" lang="ja-JP" altLang="en-US" sz="1400" b="1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背景</a:t>
                      </a:r>
                      <a:endParaRPr kumimoji="1" lang="en-US" altLang="ja-JP" sz="1400" b="1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447675" indent="-269875">
                        <a:buFont typeface="+mj-lt"/>
                        <a:buAutoNum type="arabicPeriod"/>
                      </a:pP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あああ</a:t>
                      </a:r>
                      <a:endParaRPr kumimoji="1" lang="en-US" altLang="ja-JP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447675" indent="-269875">
                        <a:buFont typeface="+mj-lt"/>
                        <a:buAutoNum type="arabicPeriod"/>
                      </a:pP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あああ</a:t>
                      </a:r>
                      <a:endParaRPr kumimoji="1" lang="en-US" altLang="ja-JP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endParaRPr kumimoji="1" lang="en-US" altLang="ja-JP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kumimoji="1" lang="ja-JP" altLang="en-US" sz="1400" b="1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目的</a:t>
                      </a:r>
                      <a:endParaRPr kumimoji="1" lang="en-US" altLang="ja-JP" sz="1400" b="1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447675" indent="-269875">
                        <a:buFont typeface="+mj-lt"/>
                        <a:buAutoNum type="arabicPeriod"/>
                      </a:pP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あああ</a:t>
                      </a:r>
                      <a:endParaRPr kumimoji="1" lang="en-US" altLang="ja-JP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447675" indent="-269875">
                        <a:buFont typeface="+mj-lt"/>
                        <a:buAutoNum type="arabicPeriod"/>
                      </a:pP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あああ</a:t>
                      </a:r>
                      <a:endParaRPr kumimoji="1" lang="en-US" altLang="ja-JP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0" indent="0">
                        <a:buFont typeface="+mj-lt"/>
                        <a:buNone/>
                      </a:pPr>
                      <a:endParaRPr kumimoji="1" lang="ja-JP" altLang="en-US" sz="1400" b="1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2137764"/>
                  </a:ext>
                </a:extLst>
              </a:tr>
            </a:tbl>
          </a:graphicData>
        </a:graphic>
      </p:graphicFrame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9C68B46B-6267-F857-E616-A9074919EF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4982733"/>
              </p:ext>
            </p:extLst>
          </p:nvPr>
        </p:nvGraphicFramePr>
        <p:xfrm>
          <a:off x="8052000" y="2710489"/>
          <a:ext cx="3060000" cy="37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60000">
                  <a:extLst>
                    <a:ext uri="{9D8B030D-6E8A-4147-A177-3AD203B41FA5}">
                      <a16:colId xmlns:a16="http://schemas.microsoft.com/office/drawing/2014/main" val="285597846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効果</a:t>
                      </a:r>
                      <a:r>
                        <a:rPr kumimoji="1" lang="en-US" altLang="ja-JP" sz="1400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/</a:t>
                      </a:r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リスク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868999"/>
                  </a:ext>
                </a:extLst>
              </a:tr>
              <a:tr h="3420000">
                <a:tc>
                  <a:txBody>
                    <a:bodyPr/>
                    <a:lstStyle/>
                    <a:p>
                      <a:pPr marL="177800" indent="-17780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ナレッジ基盤を構築・稼働</a:t>
                      </a:r>
                      <a:endParaRPr kumimoji="1" lang="en-US" altLang="ja-JP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354013" indent="-176213">
                        <a:buFontTx/>
                        <a:buChar char="-"/>
                      </a:pP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工数削減  </a:t>
                      </a:r>
                      <a:r>
                        <a:rPr kumimoji="1" lang="en-US" altLang="ja-JP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-3.2</a:t>
                      </a: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億円</a:t>
                      </a:r>
                      <a:r>
                        <a:rPr kumimoji="1" lang="en-US" altLang="ja-JP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/</a:t>
                      </a: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年</a:t>
                      </a:r>
                      <a:endParaRPr kumimoji="1" lang="en-US" altLang="ja-JP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177800" indent="176213">
                        <a:buFontTx/>
                        <a:buNone/>
                      </a:pP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情報探索業務を削減</a:t>
                      </a:r>
                      <a:endParaRPr kumimoji="1" lang="en-US" altLang="ja-JP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177800" indent="176213">
                        <a:buFontTx/>
                        <a:buNone/>
                      </a:pP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投資</a:t>
                      </a:r>
                      <a:r>
                        <a:rPr kumimoji="1" lang="en-US" altLang="ja-JP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1.8</a:t>
                      </a: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億円を初年で回収</a:t>
                      </a:r>
                      <a:endParaRPr kumimoji="1" lang="en-US" altLang="ja-JP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354013" indent="-176213">
                        <a:buFontTx/>
                        <a:buChar char="-"/>
                      </a:pP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問合せ削減率   </a:t>
                      </a:r>
                      <a:r>
                        <a:rPr kumimoji="1" lang="en-US" altLang="ja-JP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40%</a:t>
                      </a: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削減</a:t>
                      </a:r>
                      <a:endParaRPr kumimoji="1" lang="en-US" altLang="ja-JP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354013" indent="-176213">
                        <a:buFontTx/>
                        <a:buChar char="-"/>
                      </a:pP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資料作成効率   </a:t>
                      </a:r>
                      <a:r>
                        <a:rPr kumimoji="1" lang="en-US" altLang="ja-JP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30%</a:t>
                      </a: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向上</a:t>
                      </a:r>
                      <a:endParaRPr kumimoji="1" lang="en-US" altLang="ja-JP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354013" indent="-176213">
                        <a:buFontTx/>
                        <a:buChar char="-"/>
                      </a:pP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特に営業部門の生産性向上</a:t>
                      </a:r>
                      <a:endParaRPr kumimoji="1" lang="en-US" altLang="ja-JP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endParaRPr kumimoji="1" lang="en-US" altLang="ja-JP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0" indent="177800">
                        <a:buFont typeface="Wingdings" panose="05000000000000000000" pitchFamily="2" charset="2"/>
                        <a:buNone/>
                      </a:pPr>
                      <a:endParaRPr kumimoji="1" lang="en-US" altLang="ja-JP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177800" indent="-17780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想定リスク</a:t>
                      </a:r>
                      <a:endParaRPr kumimoji="1" lang="en-US" altLang="ja-JP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354013" indent="-176213">
                        <a:buFontTx/>
                        <a:buChar char="-"/>
                      </a:pP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初期情報の整理に時間かかる</a:t>
                      </a:r>
                      <a:endParaRPr kumimoji="1" lang="en-US" altLang="ja-JP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354013" indent="-176213">
                        <a:buFontTx/>
                        <a:buChar char="-"/>
                      </a:pP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利用率が低い場合、効果が限定となる </a:t>
                      </a:r>
                      <a:r>
                        <a:rPr kumimoji="1" lang="en-US" altLang="ja-JP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</a:t>
                      </a: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トレーニングで対策</a:t>
                      </a:r>
                      <a:r>
                        <a:rPr kumimoji="1" lang="en-US" altLang="ja-JP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)</a:t>
                      </a:r>
                      <a:endParaRPr kumimoji="1" lang="ja-JP" altLang="en-US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2137764"/>
                  </a:ext>
                </a:extLst>
              </a:tr>
            </a:tbl>
          </a:graphicData>
        </a:graphic>
      </p:graphicFrame>
      <p:graphicFrame>
        <p:nvGraphicFramePr>
          <p:cNvPr id="9" name="表 8">
            <a:extLst>
              <a:ext uri="{FF2B5EF4-FFF2-40B4-BE49-F238E27FC236}">
                <a16:creationId xmlns:a16="http://schemas.microsoft.com/office/drawing/2014/main" id="{084C1238-E401-3029-0457-DAE49ABACE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1803317"/>
              </p:ext>
            </p:extLst>
          </p:nvPr>
        </p:nvGraphicFramePr>
        <p:xfrm>
          <a:off x="4566000" y="2710489"/>
          <a:ext cx="3060000" cy="37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60000">
                  <a:extLst>
                    <a:ext uri="{9D8B030D-6E8A-4147-A177-3AD203B41FA5}">
                      <a16:colId xmlns:a16="http://schemas.microsoft.com/office/drawing/2014/main" val="285597846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成果物</a:t>
                      </a:r>
                      <a:r>
                        <a:rPr kumimoji="1" lang="en-US" altLang="ja-JP" sz="1400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/</a:t>
                      </a:r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ゴール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868999"/>
                  </a:ext>
                </a:extLst>
              </a:tr>
              <a:tr h="3420000">
                <a:tc>
                  <a:txBody>
                    <a:bodyPr/>
                    <a:lstStyle/>
                    <a:p>
                      <a:pPr marL="177800" indent="-17780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ナレッジ基盤を構築・稼働</a:t>
                      </a:r>
                      <a:endParaRPr kumimoji="1" lang="en-US" altLang="ja-JP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0" indent="177800">
                        <a:buFont typeface="Wingdings" panose="05000000000000000000" pitchFamily="2" charset="2"/>
                        <a:buNone/>
                      </a:pP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あああ</a:t>
                      </a:r>
                      <a:endParaRPr kumimoji="1" lang="en-US" altLang="ja-JP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0" indent="177800">
                        <a:buFont typeface="Wingdings" panose="05000000000000000000" pitchFamily="2" charset="2"/>
                        <a:buNone/>
                      </a:pPr>
                      <a:endParaRPr kumimoji="1" lang="en-US" altLang="ja-JP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177800" indent="-17780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運用ガイドライン整備</a:t>
                      </a:r>
                      <a:endParaRPr kumimoji="1" lang="en-US" altLang="ja-JP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0" indent="177800">
                        <a:buFont typeface="Wingdings" panose="05000000000000000000" pitchFamily="2" charset="2"/>
                        <a:buNone/>
                      </a:pP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あああ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endParaRPr kumimoji="1" lang="en-US" altLang="ja-JP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177800" indent="-177800"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ja-JP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DX</a:t>
                      </a: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推進部門主導により、</a:t>
                      </a:r>
                      <a:r>
                        <a:rPr kumimoji="1" lang="en-US" altLang="ja-JP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20XX</a:t>
                      </a: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年</a:t>
                      </a:r>
                      <a:r>
                        <a:rPr kumimoji="1" lang="en-US" altLang="ja-JP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4</a:t>
                      </a: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月開発開始・</a:t>
                      </a:r>
                      <a:r>
                        <a:rPr kumimoji="1" lang="en-US" altLang="ja-JP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10</a:t>
                      </a: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月本格運用</a:t>
                      </a:r>
                    </a:p>
                    <a:p>
                      <a:pPr marL="0" indent="177800">
                        <a:buFont typeface="Wingdings" panose="05000000000000000000" pitchFamily="2" charset="2"/>
                        <a:buNone/>
                      </a:pPr>
                      <a:endParaRPr kumimoji="1" lang="ja-JP" altLang="en-US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21377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3226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9359E8-C520-B967-E8B9-34304A1EC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C9F8A74-18C8-61D3-8AB6-A1AF26DA3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5AA93-092B-49A1-87A7-3C88D5F38AD7}" type="slidenum">
              <a:rPr lang="ja-JP" altLang="en-US" smtClean="0"/>
              <a:pPr/>
              <a:t>9</a:t>
            </a:fld>
            <a:endParaRPr lang="ja-JP" altLang="en-US" sz="900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E167651-CFCC-DC5B-7192-A3CD626D26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D51B2927-43AA-ECA5-8FAF-E758522CB9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7497614"/>
              </p:ext>
            </p:extLst>
          </p:nvPr>
        </p:nvGraphicFramePr>
        <p:xfrm>
          <a:off x="695325" y="1808163"/>
          <a:ext cx="10800000" cy="48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40000">
                  <a:extLst>
                    <a:ext uri="{9D8B030D-6E8A-4147-A177-3AD203B41FA5}">
                      <a16:colId xmlns:a16="http://schemas.microsoft.com/office/drawing/2014/main" val="285597846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56813688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10570251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40776744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3900514564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2028</a:t>
                      </a:r>
                    </a:p>
                    <a:p>
                      <a:pPr algn="ctr"/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知のプラットフォーム育成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992157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2027</a:t>
                      </a:r>
                    </a:p>
                    <a:p>
                      <a:pPr algn="ctr"/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拡大・展開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kumimoji="1" lang="ja-JP" altLang="en-US" sz="1400" b="1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サービス領域の拡大</a:t>
                      </a:r>
                      <a:endParaRPr kumimoji="1" lang="en-US" altLang="ja-JP" sz="1400" b="1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463550" indent="-285750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Wingdings" panose="05000000000000000000" pitchFamily="2" charset="2"/>
                        <a:buChar char="ü"/>
                      </a:pP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あああ</a:t>
                      </a:r>
                      <a:endParaRPr kumimoji="1" lang="en-US" altLang="ja-JP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463550" indent="-285750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Wingdings" panose="05000000000000000000" pitchFamily="2" charset="2"/>
                        <a:buChar char="ü"/>
                      </a:pP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あああ</a:t>
                      </a:r>
                      <a:endParaRPr kumimoji="1" lang="en-US" altLang="ja-JP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342900" indent="-342900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Wingdings" panose="05000000000000000000" pitchFamily="2" charset="2"/>
                        <a:buChar char="ü"/>
                      </a:pPr>
                      <a:endParaRPr kumimoji="1" lang="en-US" altLang="ja-JP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0" indent="0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kumimoji="1" lang="ja-JP" altLang="en-US" sz="1400" b="1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顧客基盤の拡大</a:t>
                      </a:r>
                      <a:endParaRPr kumimoji="1" lang="en-US" altLang="ja-JP" sz="1400" b="1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463550" indent="-285750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Wingdings" panose="05000000000000000000" pitchFamily="2" charset="2"/>
                        <a:buChar char="ü"/>
                      </a:pP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あああ</a:t>
                      </a:r>
                      <a:endParaRPr kumimoji="1" lang="en-US" altLang="ja-JP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463550" indent="-285750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Wingdings" panose="05000000000000000000" pitchFamily="2" charset="2"/>
                        <a:buChar char="ü"/>
                      </a:pP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あああ</a:t>
                      </a:r>
                      <a:endParaRPr kumimoji="1" lang="en-US" altLang="ja-JP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463550" indent="-285750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Wingdings" panose="05000000000000000000" pitchFamily="2" charset="2"/>
                        <a:buChar char="ü"/>
                      </a:pPr>
                      <a:endParaRPr kumimoji="1" lang="en-US" altLang="ja-JP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0" indent="0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kumimoji="1" lang="ja-JP" altLang="en-US" sz="1400" b="1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顧客基盤の拡大</a:t>
                      </a:r>
                      <a:endParaRPr kumimoji="1" lang="en-US" altLang="ja-JP" sz="1400" b="1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463550" indent="-285750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Wingdings" panose="05000000000000000000" pitchFamily="2" charset="2"/>
                        <a:buChar char="ü"/>
                      </a:pP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あああ</a:t>
                      </a:r>
                      <a:endParaRPr kumimoji="1" lang="en-US" altLang="ja-JP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463550" indent="-285750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Wingdings" panose="05000000000000000000" pitchFamily="2" charset="2"/>
                        <a:buChar char="ü"/>
                      </a:pP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あああ</a:t>
                      </a:r>
                      <a:endParaRPr kumimoji="1" lang="en-US" altLang="ja-JP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982823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2026</a:t>
                      </a:r>
                    </a:p>
                    <a:p>
                      <a:pPr algn="ctr"/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サービス基盤確立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kumimoji="1" lang="ja-JP" altLang="en-US" sz="1400" b="1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ビジネスの拡大</a:t>
                      </a:r>
                      <a:endParaRPr kumimoji="1" lang="en-US" altLang="ja-JP" sz="1400" b="1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463550" indent="-285750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Wingdings" panose="05000000000000000000" pitchFamily="2" charset="2"/>
                        <a:buChar char="ü"/>
                      </a:pP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あああ</a:t>
                      </a:r>
                      <a:endParaRPr kumimoji="1" lang="en-US" altLang="ja-JP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463550" indent="-285750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Wingdings" panose="05000000000000000000" pitchFamily="2" charset="2"/>
                        <a:buChar char="ü"/>
                      </a:pP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あああ</a:t>
                      </a:r>
                      <a:endParaRPr kumimoji="1" lang="en-US" altLang="ja-JP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342900" indent="-342900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Wingdings" panose="05000000000000000000" pitchFamily="2" charset="2"/>
                        <a:buChar char="ü"/>
                      </a:pPr>
                      <a:endParaRPr kumimoji="1" lang="en-US" altLang="ja-JP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0" indent="0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kumimoji="1" lang="ja-JP" altLang="en-US" sz="1400" b="1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新規事業の展開</a:t>
                      </a:r>
                      <a:endParaRPr kumimoji="1" lang="en-US" altLang="ja-JP" sz="1400" b="1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463550" indent="-285750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Wingdings" panose="05000000000000000000" pitchFamily="2" charset="2"/>
                        <a:buChar char="ü"/>
                      </a:pP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あああ</a:t>
                      </a:r>
                      <a:endParaRPr kumimoji="1" lang="en-US" altLang="ja-JP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463550" indent="-285750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Wingdings" panose="05000000000000000000" pitchFamily="2" charset="2"/>
                        <a:buChar char="ü"/>
                      </a:pP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あああ</a:t>
                      </a:r>
                      <a:endParaRPr kumimoji="1" lang="en-US" altLang="ja-JP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285750" indent="-285750" algn="ctr">
                        <a:spcBef>
                          <a:spcPts val="600"/>
                        </a:spcBef>
                        <a:buFont typeface="Wingdings" panose="05000000000000000000" pitchFamily="2" charset="2"/>
                        <a:buChar char="ü"/>
                      </a:pPr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5868999"/>
                  </a:ext>
                </a:extLst>
              </a:tr>
              <a:tr h="3240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kumimoji="1" lang="ja-JP" altLang="en-US" sz="1400" b="1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コアサービスの確立</a:t>
                      </a:r>
                      <a:endParaRPr kumimoji="1" lang="en-US" altLang="ja-JP" sz="1400" b="1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463550" indent="-285750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Wingdings" panose="05000000000000000000" pitchFamily="2" charset="2"/>
                        <a:buChar char="ü"/>
                      </a:pP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あああ</a:t>
                      </a:r>
                      <a:endParaRPr kumimoji="1" lang="en-US" altLang="ja-JP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463550" indent="-285750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Wingdings" panose="05000000000000000000" pitchFamily="2" charset="2"/>
                        <a:buChar char="ü"/>
                      </a:pP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あああ</a:t>
                      </a:r>
                      <a:endParaRPr kumimoji="1" lang="en-US" altLang="ja-JP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endParaRPr kumimoji="1" lang="ja-JP" altLang="en-US" sz="1400" b="1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endParaRPr kumimoji="1" lang="ja-JP" altLang="en-US" sz="1400" b="1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endParaRPr kumimoji="1" lang="ja-JP" altLang="en-US" sz="1400" b="1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endParaRPr kumimoji="1" lang="ja-JP" altLang="en-US" sz="1400" b="1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21377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1618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4BA398-BBD6-429A-8D4D-70FF25833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1D6FD2D-134D-8923-A828-F0E7D6C7F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5AA93-092B-49A1-87A7-3C88D5F38AD7}" type="slidenum">
              <a:rPr lang="ja-JP" altLang="en-US" smtClean="0"/>
              <a:pPr/>
              <a:t>10</a:t>
            </a:fld>
            <a:endParaRPr lang="ja-JP" altLang="en-US" sz="900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00EA4BA-55BE-E5B2-2E58-3104D1DCBC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EA352F6C-F3F1-8591-900D-0A0DE8AB6D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567394"/>
              </p:ext>
            </p:extLst>
          </p:nvPr>
        </p:nvGraphicFramePr>
        <p:xfrm>
          <a:off x="2135371" y="1836195"/>
          <a:ext cx="9180000" cy="46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40000">
                  <a:extLst>
                    <a:ext uri="{9D8B030D-6E8A-4147-A177-3AD203B41FA5}">
                      <a16:colId xmlns:a16="http://schemas.microsoft.com/office/drawing/2014/main" val="425238571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98628619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50609088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307108069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48239635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内容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期待される効果・行動イメージ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ライン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リーダー</a:t>
                      </a:r>
                      <a:endParaRPr kumimoji="1" lang="en-US" altLang="ja-JP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メンバー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3166025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Wingdings" panose="05000000000000000000" pitchFamily="2" charset="2"/>
                        <a:buChar char="n"/>
                      </a:pPr>
                      <a:r>
                        <a:rPr kumimoji="1" lang="en-US" altLang="ja-JP" sz="1200" dirty="0" err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en-US" altLang="ja-JP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171450" indent="-171450">
                        <a:buFont typeface="Wingdings" panose="05000000000000000000" pitchFamily="2" charset="2"/>
                        <a:buChar char="n"/>
                      </a:pPr>
                      <a:r>
                        <a:rPr kumimoji="1" lang="en-US" altLang="ja-JP" sz="1200" dirty="0" err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6639903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Wingdings" panose="05000000000000000000" pitchFamily="2" charset="2"/>
                        <a:buChar char="n"/>
                      </a:pPr>
                      <a:r>
                        <a:rPr kumimoji="1" lang="en-US" altLang="ja-JP" sz="1200" dirty="0" err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●</a:t>
                      </a:r>
                    </a:p>
                    <a:p>
                      <a:pPr algn="ctr"/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●</a:t>
                      </a:r>
                    </a:p>
                    <a:p>
                      <a:pPr algn="ctr"/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8223349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Wingdings" panose="05000000000000000000" pitchFamily="2" charset="2"/>
                        <a:buChar char="n"/>
                      </a:pPr>
                      <a:r>
                        <a:rPr kumimoji="1" lang="en-US" altLang="ja-JP" sz="1200" dirty="0" err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●</a:t>
                      </a:r>
                    </a:p>
                    <a:p>
                      <a:pPr algn="ctr"/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●</a:t>
                      </a:r>
                    </a:p>
                    <a:p>
                      <a:pPr algn="ctr"/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4378328"/>
                  </a:ext>
                </a:extLst>
              </a:tr>
            </a:tbl>
          </a:graphicData>
        </a:graphic>
      </p:graphicFrame>
      <p:sp>
        <p:nvSpPr>
          <p:cNvPr id="6" name="矢印: 五方向 5">
            <a:extLst>
              <a:ext uri="{FF2B5EF4-FFF2-40B4-BE49-F238E27FC236}">
                <a16:creationId xmlns:a16="http://schemas.microsoft.com/office/drawing/2014/main" id="{AB78B42E-C5C3-3AB2-2180-4C4DD2C657EA}"/>
              </a:ext>
            </a:extLst>
          </p:cNvPr>
          <p:cNvSpPr/>
          <p:nvPr/>
        </p:nvSpPr>
        <p:spPr>
          <a:xfrm rot="5400000">
            <a:off x="641325" y="2279579"/>
            <a:ext cx="1368000" cy="1260000"/>
          </a:xfrm>
          <a:prstGeom prst="homePlate">
            <a:avLst>
              <a:gd name="adj" fmla="val 22291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kumimoji="1" lang="ja-JP" altLang="en-US" sz="1400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矢印: 五方向 6">
            <a:extLst>
              <a:ext uri="{FF2B5EF4-FFF2-40B4-BE49-F238E27FC236}">
                <a16:creationId xmlns:a16="http://schemas.microsoft.com/office/drawing/2014/main" id="{CB80DC8D-1DB3-056D-E365-C843B9B5C1A8}"/>
              </a:ext>
            </a:extLst>
          </p:cNvPr>
          <p:cNvSpPr/>
          <p:nvPr/>
        </p:nvSpPr>
        <p:spPr>
          <a:xfrm rot="5400000">
            <a:off x="641325" y="3732992"/>
            <a:ext cx="1368000" cy="1260000"/>
          </a:xfrm>
          <a:prstGeom prst="homePlate">
            <a:avLst>
              <a:gd name="adj" fmla="val 22291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kumimoji="1" lang="ja-JP" altLang="en-US" sz="1400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矢印: 五方向 7">
            <a:extLst>
              <a:ext uri="{FF2B5EF4-FFF2-40B4-BE49-F238E27FC236}">
                <a16:creationId xmlns:a16="http://schemas.microsoft.com/office/drawing/2014/main" id="{E37F4D30-9B93-E15F-2196-C1786C9D742A}"/>
              </a:ext>
            </a:extLst>
          </p:cNvPr>
          <p:cNvSpPr/>
          <p:nvPr/>
        </p:nvSpPr>
        <p:spPr>
          <a:xfrm rot="5400000">
            <a:off x="641325" y="5186404"/>
            <a:ext cx="1368000" cy="1260000"/>
          </a:xfrm>
          <a:prstGeom prst="homePlate">
            <a:avLst>
              <a:gd name="adj" fmla="val 22291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kumimoji="1" lang="ja-JP" altLang="en-US" sz="1400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6112732-61D8-5150-70F6-8DEDAA662E16}"/>
              </a:ext>
            </a:extLst>
          </p:cNvPr>
          <p:cNvSpPr txBox="1"/>
          <p:nvPr/>
        </p:nvSpPr>
        <p:spPr>
          <a:xfrm>
            <a:off x="785325" y="1942166"/>
            <a:ext cx="1080000" cy="27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 anchorCtr="0">
            <a:noAutofit/>
          </a:bodyPr>
          <a:lstStyle/>
          <a:p>
            <a:pPr algn="ctr"/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ステップ</a:t>
            </a:r>
          </a:p>
        </p:txBody>
      </p:sp>
    </p:spTree>
    <p:extLst>
      <p:ext uri="{BB962C8B-B14F-4D97-AF65-F5344CB8AC3E}">
        <p14:creationId xmlns:p14="http://schemas.microsoft.com/office/powerpoint/2010/main" val="23473994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ADA1C6-F828-CFF8-489D-FC7D62E36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8467B59-2E72-47E6-5F64-C1D989AA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5AA93-092B-49A1-87A7-3C88D5F38AD7}" type="slidenum">
              <a:rPr lang="ja-JP" altLang="en-US" smtClean="0"/>
              <a:pPr/>
              <a:t>11</a:t>
            </a:fld>
            <a:endParaRPr lang="ja-JP" altLang="en-US" sz="900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53039E8-8775-58AB-A920-62B8A1AD0E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EE517EF7-0527-204A-C3FE-91FD55F647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3418106"/>
              </p:ext>
            </p:extLst>
          </p:nvPr>
        </p:nvGraphicFramePr>
        <p:xfrm>
          <a:off x="695325" y="2495953"/>
          <a:ext cx="10620000" cy="39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3344091421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3674706981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1684269348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2493136644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3139809538"/>
                    </a:ext>
                  </a:extLst>
                </a:gridCol>
              </a:tblGrid>
              <a:tr h="198000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内容</a:t>
                      </a:r>
                    </a:p>
                  </a:txBody>
                  <a:tcPr vert="eaVert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2563" indent="-182563" algn="l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過去調査の結果</a:t>
                      </a:r>
                      <a:endParaRPr kumimoji="1" lang="en-US" altLang="ja-JP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182563" indent="-182563" algn="l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一般的な</a:t>
                      </a:r>
                      <a:r>
                        <a:rPr kumimoji="1" lang="en-US" altLang="ja-JP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OCR</a:t>
                      </a: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業務</a:t>
                      </a:r>
                      <a:endParaRPr kumimoji="1" lang="en-US" altLang="ja-JP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182563" indent="-182563" algn="l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対象帳票</a:t>
                      </a:r>
                      <a:endParaRPr kumimoji="1" lang="ja-JP" altLang="en-US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2563" indent="-182563" algn="l">
                        <a:buFont typeface="Wingdings" panose="05000000000000000000" pitchFamily="2" charset="2"/>
                        <a:buChar char="n"/>
                        <a:tabLst>
                          <a:tab pos="182563" algn="l"/>
                        </a:tabLst>
                      </a:pP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あ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2563" indent="-182563" algn="l">
                        <a:buFont typeface="Wingdings" panose="05000000000000000000" pitchFamily="2" charset="2"/>
                        <a:buChar char="n"/>
                        <a:tabLst>
                          <a:tab pos="182563" algn="l"/>
                        </a:tabLst>
                      </a:pPr>
                      <a:endParaRPr kumimoji="1" lang="ja-JP" altLang="en-US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2563" indent="-182563" algn="l">
                        <a:buFont typeface="Wingdings" panose="05000000000000000000" pitchFamily="2" charset="2"/>
                        <a:buChar char="n"/>
                        <a:tabLst>
                          <a:tab pos="182563" algn="l"/>
                        </a:tabLst>
                      </a:pPr>
                      <a:endParaRPr kumimoji="1" lang="ja-JP" altLang="en-US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8740482"/>
                  </a:ext>
                </a:extLst>
              </a:tr>
              <a:tr h="198000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ポイント</a:t>
                      </a:r>
                    </a:p>
                  </a:txBody>
                  <a:tcPr vert="eaVert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2563" indent="-182563" algn="l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過去調査における項目・</a:t>
                      </a:r>
                      <a:r>
                        <a:rPr kumimoji="1" lang="en-US" altLang="ja-JP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OCR</a:t>
                      </a: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業務・対象帳票の特徴をもとに、調査の観点・項目を整理した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2563" indent="-182563" algn="l">
                        <a:buFont typeface="+mj-lt"/>
                        <a:buAutoNum type="arabicPeriod"/>
                      </a:pPr>
                      <a:endParaRPr kumimoji="1" lang="ja-JP" altLang="en-US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2563" indent="-182563" algn="l">
                        <a:buFont typeface="+mj-lt"/>
                        <a:buAutoNum type="arabicPeriod"/>
                      </a:pPr>
                      <a:endParaRPr kumimoji="1" lang="ja-JP" altLang="en-US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2563" indent="-182563" algn="l">
                        <a:buFont typeface="+mj-lt"/>
                        <a:buAutoNum type="arabicPeriod"/>
                      </a:pPr>
                      <a:endParaRPr kumimoji="1" lang="ja-JP" altLang="en-US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5851288"/>
                  </a:ext>
                </a:extLst>
              </a:tr>
            </a:tbl>
          </a:graphicData>
        </a:graphic>
      </p:graphicFrame>
      <p:sp>
        <p:nvSpPr>
          <p:cNvPr id="6" name="矢印: 五方向 5">
            <a:extLst>
              <a:ext uri="{FF2B5EF4-FFF2-40B4-BE49-F238E27FC236}">
                <a16:creationId xmlns:a16="http://schemas.microsoft.com/office/drawing/2014/main" id="{4851914A-64F4-1C4C-21E3-495209392ABA}"/>
              </a:ext>
            </a:extLst>
          </p:cNvPr>
          <p:cNvSpPr/>
          <p:nvPr/>
        </p:nvSpPr>
        <p:spPr>
          <a:xfrm>
            <a:off x="1262540" y="1848689"/>
            <a:ext cx="2520000" cy="450000"/>
          </a:xfrm>
          <a:prstGeom prst="homePlate">
            <a:avLst>
              <a:gd name="adj" fmla="val 40764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ja-JP" altLang="en-US" sz="140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要求洗い出し</a:t>
            </a:r>
          </a:p>
        </p:txBody>
      </p:sp>
      <p:sp>
        <p:nvSpPr>
          <p:cNvPr id="7" name="矢印: 五方向 6">
            <a:extLst>
              <a:ext uri="{FF2B5EF4-FFF2-40B4-BE49-F238E27FC236}">
                <a16:creationId xmlns:a16="http://schemas.microsoft.com/office/drawing/2014/main" id="{601188B1-8E5D-DF11-9082-2DDAC753B40D}"/>
              </a:ext>
            </a:extLst>
          </p:cNvPr>
          <p:cNvSpPr/>
          <p:nvPr/>
        </p:nvSpPr>
        <p:spPr>
          <a:xfrm>
            <a:off x="3782540" y="1848689"/>
            <a:ext cx="2520000" cy="450000"/>
          </a:xfrm>
          <a:prstGeom prst="homePlate">
            <a:avLst>
              <a:gd name="adj" fmla="val 40764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ja-JP" altLang="en-US" sz="140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項目整理</a:t>
            </a:r>
          </a:p>
        </p:txBody>
      </p:sp>
      <p:sp>
        <p:nvSpPr>
          <p:cNvPr id="8" name="矢印: 五方向 7">
            <a:extLst>
              <a:ext uri="{FF2B5EF4-FFF2-40B4-BE49-F238E27FC236}">
                <a16:creationId xmlns:a16="http://schemas.microsoft.com/office/drawing/2014/main" id="{3DCA870C-CD18-AD0F-6915-61A8A2CCFFFA}"/>
              </a:ext>
            </a:extLst>
          </p:cNvPr>
          <p:cNvSpPr/>
          <p:nvPr/>
        </p:nvSpPr>
        <p:spPr>
          <a:xfrm>
            <a:off x="6302540" y="1848689"/>
            <a:ext cx="2520000" cy="450000"/>
          </a:xfrm>
          <a:prstGeom prst="homePlate">
            <a:avLst>
              <a:gd name="adj" fmla="val 40764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ja-JP" altLang="en-US" sz="140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サービス一覧化</a:t>
            </a:r>
          </a:p>
        </p:txBody>
      </p:sp>
      <p:sp>
        <p:nvSpPr>
          <p:cNvPr id="9" name="矢印: 五方向 8">
            <a:extLst>
              <a:ext uri="{FF2B5EF4-FFF2-40B4-BE49-F238E27FC236}">
                <a16:creationId xmlns:a16="http://schemas.microsoft.com/office/drawing/2014/main" id="{4AD58282-8AE7-DF03-9D48-940B4D13B88B}"/>
              </a:ext>
            </a:extLst>
          </p:cNvPr>
          <p:cNvSpPr/>
          <p:nvPr/>
        </p:nvSpPr>
        <p:spPr>
          <a:xfrm>
            <a:off x="8822540" y="1848689"/>
            <a:ext cx="2520000" cy="450000"/>
          </a:xfrm>
          <a:prstGeom prst="homePlate">
            <a:avLst>
              <a:gd name="adj" fmla="val 40764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ja-JP" altLang="en-US" sz="140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サービス選定</a:t>
            </a:r>
          </a:p>
        </p:txBody>
      </p:sp>
    </p:spTree>
    <p:extLst>
      <p:ext uri="{BB962C8B-B14F-4D97-AF65-F5344CB8AC3E}">
        <p14:creationId xmlns:p14="http://schemas.microsoft.com/office/powerpoint/2010/main" val="37915519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BB1C26-4C8D-FEFE-ECAA-5D39E65C4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C978778-70BD-FE86-99CC-8B80FC5DA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5AA93-092B-49A1-87A7-3C88D5F38AD7}" type="slidenum">
              <a:rPr lang="ja-JP" altLang="en-US" smtClean="0"/>
              <a:pPr/>
              <a:t>12</a:t>
            </a:fld>
            <a:endParaRPr lang="ja-JP" altLang="en-US" sz="900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073884C-55F6-D1E2-86EB-849F956C65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0A8EA9B4-280A-7ACD-A81A-D092BACBDF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0000842"/>
              </p:ext>
            </p:extLst>
          </p:nvPr>
        </p:nvGraphicFramePr>
        <p:xfrm>
          <a:off x="695325" y="2455427"/>
          <a:ext cx="10800000" cy="37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60000">
                  <a:extLst>
                    <a:ext uri="{9D8B030D-6E8A-4147-A177-3AD203B41FA5}">
                      <a16:colId xmlns:a16="http://schemas.microsoft.com/office/drawing/2014/main" val="3344091421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3674706981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1684269348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493136644"/>
                    </a:ext>
                  </a:extLst>
                </a:gridCol>
              </a:tblGrid>
              <a:tr h="1260000">
                <a:tc>
                  <a:txBody>
                    <a:bodyPr/>
                    <a:lstStyle/>
                    <a:p>
                      <a:r>
                        <a:rPr kumimoji="1" lang="ja-JP" altLang="en-US" sz="16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インプット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2563" indent="-182563" algn="l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過去調査の結果</a:t>
                      </a:r>
                      <a:endParaRPr kumimoji="1" lang="en-US" altLang="ja-JP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182563" indent="-182563" algn="l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一般的な</a:t>
                      </a:r>
                      <a:r>
                        <a:rPr kumimoji="1" lang="en-US" altLang="ja-JP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OCR</a:t>
                      </a:r>
                      <a:r>
                        <a:rPr kumimoji="1"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業務</a:t>
                      </a:r>
                      <a:endParaRPr kumimoji="1" lang="en-US" altLang="ja-JP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182563" indent="-182563" algn="l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対象帳票</a:t>
                      </a: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2563" indent="-182563" algn="l">
                        <a:buFont typeface="Wingdings" panose="05000000000000000000" pitchFamily="2" charset="2"/>
                        <a:buChar char="n"/>
                        <a:tabLst>
                          <a:tab pos="182563" algn="l"/>
                        </a:tabLst>
                      </a:pPr>
                      <a:r>
                        <a:rPr kumimoji="1"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あ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2563" indent="-182563" algn="l">
                        <a:buFont typeface="Wingdings" panose="05000000000000000000" pitchFamily="2" charset="2"/>
                        <a:buChar char="n"/>
                        <a:tabLst>
                          <a:tab pos="182563" algn="l"/>
                        </a:tabLst>
                      </a:pP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8740482"/>
                  </a:ext>
                </a:extLst>
              </a:tr>
              <a:tr h="1260000">
                <a:tc>
                  <a:txBody>
                    <a:bodyPr/>
                    <a:lstStyle/>
                    <a:p>
                      <a:r>
                        <a:rPr kumimoji="1" lang="ja-JP" altLang="en-US" sz="16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プロセス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2563" indent="-182563" algn="l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過去調査における項目・</a:t>
                      </a:r>
                      <a:r>
                        <a:rPr kumimoji="1" lang="en-US" altLang="ja-JP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OCR</a:t>
                      </a:r>
                      <a:r>
                        <a:rPr kumimoji="1"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業務・対象帳票の特徴をもとに、調査の観点・項目を整理した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2563" indent="-182563" algn="l">
                        <a:buFont typeface="+mj-lt"/>
                        <a:buAutoNum type="arabicPeriod"/>
                      </a:pP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2563" indent="-182563" algn="l">
                        <a:buFont typeface="+mj-lt"/>
                        <a:buAutoNum type="arabicPeriod"/>
                      </a:pP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5851288"/>
                  </a:ext>
                </a:extLst>
              </a:tr>
              <a:tr h="1260000">
                <a:tc>
                  <a:txBody>
                    <a:bodyPr/>
                    <a:lstStyle/>
                    <a:p>
                      <a:r>
                        <a:rPr kumimoji="1" lang="ja-JP" altLang="en-US" sz="16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アウトプット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2563" indent="-182563" algn="l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サービス一覧</a:t>
                      </a:r>
                    </a:p>
                    <a:p>
                      <a:pPr marL="182563" indent="-182563" algn="l">
                        <a:buFont typeface="+mj-lt"/>
                        <a:buAutoNum type="arabicPeriod"/>
                      </a:pP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2563" indent="-182563" algn="l">
                        <a:buFont typeface="+mj-lt"/>
                        <a:buAutoNum type="arabicPeriod"/>
                      </a:pP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2563" indent="-182563" algn="l">
                        <a:buFont typeface="+mj-lt"/>
                        <a:buAutoNum type="arabicPeriod"/>
                      </a:pP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981470"/>
                  </a:ext>
                </a:extLst>
              </a:tr>
            </a:tbl>
          </a:graphicData>
        </a:graphic>
      </p:graphicFrame>
      <p:sp>
        <p:nvSpPr>
          <p:cNvPr id="6" name="矢印: 五方向 5">
            <a:extLst>
              <a:ext uri="{FF2B5EF4-FFF2-40B4-BE49-F238E27FC236}">
                <a16:creationId xmlns:a16="http://schemas.microsoft.com/office/drawing/2014/main" id="{A7F791EF-D1FA-A517-F5C9-BFDB3D775111}"/>
              </a:ext>
            </a:extLst>
          </p:cNvPr>
          <p:cNvSpPr/>
          <p:nvPr/>
        </p:nvSpPr>
        <p:spPr>
          <a:xfrm>
            <a:off x="2855325" y="1808163"/>
            <a:ext cx="2880000" cy="450000"/>
          </a:xfrm>
          <a:prstGeom prst="homePlate">
            <a:avLst>
              <a:gd name="adj" fmla="val 40764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r>
              <a:rPr lang="ja-JP" altLang="en-US" sz="140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俯瞰</a:t>
            </a:r>
            <a:endParaRPr lang="en-US" altLang="ja-JP" sz="1400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ja-JP" altLang="en-US" sz="140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分析する範囲を設定</a:t>
            </a:r>
          </a:p>
        </p:txBody>
      </p:sp>
      <p:sp>
        <p:nvSpPr>
          <p:cNvPr id="7" name="矢印: 五方向 6">
            <a:extLst>
              <a:ext uri="{FF2B5EF4-FFF2-40B4-BE49-F238E27FC236}">
                <a16:creationId xmlns:a16="http://schemas.microsoft.com/office/drawing/2014/main" id="{0CC6C618-40CD-E513-9526-3B390493E5C0}"/>
              </a:ext>
            </a:extLst>
          </p:cNvPr>
          <p:cNvSpPr/>
          <p:nvPr/>
        </p:nvSpPr>
        <p:spPr>
          <a:xfrm>
            <a:off x="5735325" y="1808163"/>
            <a:ext cx="2880000" cy="450000"/>
          </a:xfrm>
          <a:prstGeom prst="homePlate">
            <a:avLst>
              <a:gd name="adj" fmla="val 40764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r>
              <a:rPr lang="ja-JP" altLang="en-US" sz="140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分解</a:t>
            </a:r>
            <a:endParaRPr lang="en-US" altLang="ja-JP" sz="1400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ja-JP" altLang="en-US" sz="140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特定の基準で切り分ける</a:t>
            </a:r>
          </a:p>
        </p:txBody>
      </p:sp>
      <p:sp>
        <p:nvSpPr>
          <p:cNvPr id="8" name="矢印: 五方向 7">
            <a:extLst>
              <a:ext uri="{FF2B5EF4-FFF2-40B4-BE49-F238E27FC236}">
                <a16:creationId xmlns:a16="http://schemas.microsoft.com/office/drawing/2014/main" id="{15804C1B-1870-8A15-6B72-CD57CA4C4966}"/>
              </a:ext>
            </a:extLst>
          </p:cNvPr>
          <p:cNvSpPr/>
          <p:nvPr/>
        </p:nvSpPr>
        <p:spPr>
          <a:xfrm>
            <a:off x="8615325" y="1808163"/>
            <a:ext cx="2880000" cy="450000"/>
          </a:xfrm>
          <a:prstGeom prst="homePlate">
            <a:avLst>
              <a:gd name="adj" fmla="val 40764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r>
              <a:rPr lang="ja-JP" altLang="en-US" sz="140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比較</a:t>
            </a:r>
            <a:endParaRPr lang="en-US" altLang="ja-JP" sz="1400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ja-JP" altLang="en-US" sz="140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指標を決めて優劣をつける</a:t>
            </a:r>
          </a:p>
        </p:txBody>
      </p:sp>
    </p:spTree>
    <p:extLst>
      <p:ext uri="{BB962C8B-B14F-4D97-AF65-F5344CB8AC3E}">
        <p14:creationId xmlns:p14="http://schemas.microsoft.com/office/powerpoint/2010/main" val="40788353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B968A5-67F8-8FE9-C8B3-6789FD839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FEE5AC4-5907-3315-EA32-23805F1B8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5AA93-092B-49A1-87A7-3C88D5F38AD7}" type="slidenum">
              <a:rPr lang="ja-JP" altLang="en-US" smtClean="0"/>
              <a:pPr/>
              <a:t>13</a:t>
            </a:fld>
            <a:endParaRPr lang="ja-JP" altLang="en-US" sz="900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06A4E09-9D4F-7346-A85E-53DB1B951DC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3AE3D8C7-4850-B7F8-E013-91975CAD71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4103065"/>
              </p:ext>
            </p:extLst>
          </p:nvPr>
        </p:nvGraphicFramePr>
        <p:xfrm>
          <a:off x="695325" y="2455427"/>
          <a:ext cx="10800000" cy="41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3344091421"/>
                    </a:ext>
                  </a:extLst>
                </a:gridCol>
                <a:gridCol w="2340000">
                  <a:extLst>
                    <a:ext uri="{9D8B030D-6E8A-4147-A177-3AD203B41FA5}">
                      <a16:colId xmlns:a16="http://schemas.microsoft.com/office/drawing/2014/main" val="3674706981"/>
                    </a:ext>
                  </a:extLst>
                </a:gridCol>
                <a:gridCol w="2340000">
                  <a:extLst>
                    <a:ext uri="{9D8B030D-6E8A-4147-A177-3AD203B41FA5}">
                      <a16:colId xmlns:a16="http://schemas.microsoft.com/office/drawing/2014/main" val="1684269348"/>
                    </a:ext>
                  </a:extLst>
                </a:gridCol>
                <a:gridCol w="2340000">
                  <a:extLst>
                    <a:ext uri="{9D8B030D-6E8A-4147-A177-3AD203B41FA5}">
                      <a16:colId xmlns:a16="http://schemas.microsoft.com/office/drawing/2014/main" val="2493136644"/>
                    </a:ext>
                  </a:extLst>
                </a:gridCol>
                <a:gridCol w="2340000">
                  <a:extLst>
                    <a:ext uri="{9D8B030D-6E8A-4147-A177-3AD203B41FA5}">
                      <a16:colId xmlns:a16="http://schemas.microsoft.com/office/drawing/2014/main" val="3139809538"/>
                    </a:ext>
                  </a:extLst>
                </a:gridCol>
              </a:tblGrid>
              <a:tr h="900000"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目的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マーケティング戦略・戦術の構築</a:t>
                      </a:r>
                      <a:endParaRPr kumimoji="1" lang="en-US" altLang="ja-JP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algn="l"/>
                      <a:r>
                        <a:rPr lang="en-US" altLang="ja-JP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KGI</a:t>
                      </a:r>
                      <a:r>
                        <a:rPr lang="ja-JP" altLang="en-US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・</a:t>
                      </a:r>
                      <a:r>
                        <a:rPr lang="en-US" altLang="ja-JP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KPI</a:t>
                      </a:r>
                      <a:r>
                        <a:rPr lang="ja-JP" altLang="en-US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設計</a:t>
                      </a:r>
                      <a:r>
                        <a:rPr lang="en-US" altLang="ja-JP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/</a:t>
                      </a:r>
                      <a:r>
                        <a:rPr lang="ja-JP" altLang="en-US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企画設計</a:t>
                      </a:r>
                      <a:r>
                        <a:rPr lang="en-US" altLang="ja-JP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/</a:t>
                      </a:r>
                      <a:r>
                        <a:rPr lang="ja-JP" altLang="en-US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検証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マーケティング戦略・戦術の構築</a:t>
                      </a:r>
                      <a:endParaRPr kumimoji="1" lang="en-US" altLang="ja-JP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algn="l"/>
                      <a:r>
                        <a:rPr lang="en-US" altLang="ja-JP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KGI</a:t>
                      </a:r>
                      <a:r>
                        <a:rPr lang="ja-JP" altLang="en-US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・</a:t>
                      </a:r>
                      <a:r>
                        <a:rPr lang="en-US" altLang="ja-JP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KPI</a:t>
                      </a:r>
                      <a:r>
                        <a:rPr lang="ja-JP" altLang="en-US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設計</a:t>
                      </a:r>
                      <a:r>
                        <a:rPr lang="en-US" altLang="ja-JP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/</a:t>
                      </a:r>
                      <a:r>
                        <a:rPr lang="ja-JP" altLang="en-US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企画設計</a:t>
                      </a:r>
                      <a:r>
                        <a:rPr lang="en-US" altLang="ja-JP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/</a:t>
                      </a:r>
                      <a:r>
                        <a:rPr lang="ja-JP" altLang="en-US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検証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マーケティング戦略・戦術の構築</a:t>
                      </a:r>
                      <a:endParaRPr kumimoji="1" lang="en-US" altLang="ja-JP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algn="l"/>
                      <a:r>
                        <a:rPr lang="en-US" altLang="ja-JP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KGI</a:t>
                      </a:r>
                      <a:r>
                        <a:rPr lang="ja-JP" altLang="en-US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・</a:t>
                      </a:r>
                      <a:r>
                        <a:rPr lang="en-US" altLang="ja-JP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KPI</a:t>
                      </a:r>
                      <a:r>
                        <a:rPr lang="ja-JP" altLang="en-US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設計</a:t>
                      </a:r>
                      <a:r>
                        <a:rPr lang="en-US" altLang="ja-JP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/</a:t>
                      </a:r>
                      <a:r>
                        <a:rPr lang="ja-JP" altLang="en-US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企画設計</a:t>
                      </a:r>
                      <a:r>
                        <a:rPr lang="en-US" altLang="ja-JP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/</a:t>
                      </a:r>
                      <a:r>
                        <a:rPr lang="ja-JP" altLang="en-US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検証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マーケティング戦略・戦術の構築</a:t>
                      </a:r>
                      <a:endParaRPr kumimoji="1" lang="en-US" altLang="ja-JP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algn="l"/>
                      <a:r>
                        <a:rPr lang="en-US" altLang="ja-JP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KGI</a:t>
                      </a:r>
                      <a:r>
                        <a:rPr lang="ja-JP" altLang="en-US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・</a:t>
                      </a:r>
                      <a:r>
                        <a:rPr lang="en-US" altLang="ja-JP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KPI</a:t>
                      </a:r>
                      <a:r>
                        <a:rPr lang="ja-JP" altLang="en-US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設計</a:t>
                      </a:r>
                      <a:r>
                        <a:rPr lang="en-US" altLang="ja-JP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/</a:t>
                      </a:r>
                      <a:r>
                        <a:rPr lang="ja-JP" altLang="en-US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企画設計</a:t>
                      </a:r>
                      <a:r>
                        <a:rPr lang="en-US" altLang="ja-JP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/</a:t>
                      </a:r>
                      <a:r>
                        <a:rPr lang="ja-JP" altLang="en-US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検証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84565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意思決定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2563" indent="-182563" algn="l">
                        <a:buFont typeface="Wingdings" panose="05000000000000000000" pitchFamily="2" charset="2"/>
                        <a:buChar char="n"/>
                        <a:tabLst>
                          <a:tab pos="182563" algn="l"/>
                        </a:tabLst>
                      </a:pPr>
                      <a:r>
                        <a:rPr kumimoji="1"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ロードマップ</a:t>
                      </a:r>
                      <a:endParaRPr kumimoji="1" lang="en-US" altLang="ja-JP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182563" indent="-182563" algn="l">
                        <a:buFont typeface="Wingdings" panose="05000000000000000000" pitchFamily="2" charset="2"/>
                        <a:buChar char="n"/>
                        <a:tabLst>
                          <a:tab pos="182563" algn="l"/>
                        </a:tabLst>
                      </a:pPr>
                      <a:r>
                        <a:rPr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施策の方向性</a:t>
                      </a:r>
                      <a:endParaRPr lang="en-US" altLang="ja-JP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182563" indent="-182563" algn="l">
                        <a:buFont typeface="Wingdings" panose="05000000000000000000" pitchFamily="2" charset="2"/>
                        <a:buChar char="n"/>
                        <a:tabLst>
                          <a:tab pos="182563" algn="l"/>
                        </a:tabLst>
                      </a:pPr>
                      <a:r>
                        <a:rPr kumimoji="1" lang="en-US" altLang="ja-JP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KGI/KPI</a:t>
                      </a:r>
                      <a:r>
                        <a:rPr kumimoji="1"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の設計・評価指標</a:t>
                      </a:r>
                      <a:endParaRPr kumimoji="1" lang="en-US" altLang="ja-JP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182563" indent="-182563" algn="l">
                        <a:buFont typeface="Wingdings" panose="05000000000000000000" pitchFamily="2" charset="2"/>
                        <a:buChar char="n"/>
                        <a:tabLst>
                          <a:tab pos="182563" algn="l"/>
                        </a:tabLst>
                      </a:pPr>
                      <a:r>
                        <a:rPr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検証項目の決定と実行</a:t>
                      </a: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2563" indent="-182563" algn="l">
                        <a:buFont typeface="Wingdings" panose="05000000000000000000" pitchFamily="2" charset="2"/>
                        <a:buChar char="n"/>
                        <a:tabLst>
                          <a:tab pos="182563" algn="l"/>
                        </a:tabLst>
                      </a:pPr>
                      <a:r>
                        <a:rPr kumimoji="1"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ロードマップ</a:t>
                      </a:r>
                      <a:endParaRPr kumimoji="1" lang="en-US" altLang="ja-JP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182563" indent="-182563" algn="l">
                        <a:buFont typeface="Wingdings" panose="05000000000000000000" pitchFamily="2" charset="2"/>
                        <a:buChar char="n"/>
                        <a:tabLst>
                          <a:tab pos="182563" algn="l"/>
                        </a:tabLst>
                      </a:pPr>
                      <a:r>
                        <a:rPr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施策の方向性</a:t>
                      </a:r>
                      <a:endParaRPr lang="en-US" altLang="ja-JP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182563" indent="-182563" algn="l">
                        <a:buFont typeface="Wingdings" panose="05000000000000000000" pitchFamily="2" charset="2"/>
                        <a:buChar char="n"/>
                        <a:tabLst>
                          <a:tab pos="182563" algn="l"/>
                        </a:tabLst>
                      </a:pPr>
                      <a:r>
                        <a:rPr kumimoji="1" lang="en-US" altLang="ja-JP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KGI/KPI</a:t>
                      </a:r>
                      <a:r>
                        <a:rPr kumimoji="1"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の設計・評価指標</a:t>
                      </a:r>
                      <a:endParaRPr kumimoji="1" lang="en-US" altLang="ja-JP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182563" indent="-182563" algn="l">
                        <a:buFont typeface="Wingdings" panose="05000000000000000000" pitchFamily="2" charset="2"/>
                        <a:buChar char="n"/>
                        <a:tabLst>
                          <a:tab pos="182563" algn="l"/>
                        </a:tabLst>
                      </a:pPr>
                      <a:r>
                        <a:rPr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検証項目の決定と実行</a:t>
                      </a: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2563" indent="-182563" algn="l">
                        <a:buFont typeface="Wingdings" panose="05000000000000000000" pitchFamily="2" charset="2"/>
                        <a:buChar char="n"/>
                        <a:tabLst>
                          <a:tab pos="182563" algn="l"/>
                        </a:tabLst>
                      </a:pPr>
                      <a:r>
                        <a:rPr kumimoji="1"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ロードマップ</a:t>
                      </a:r>
                      <a:endParaRPr kumimoji="1" lang="en-US" altLang="ja-JP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182563" indent="-182563" algn="l">
                        <a:buFont typeface="Wingdings" panose="05000000000000000000" pitchFamily="2" charset="2"/>
                        <a:buChar char="n"/>
                        <a:tabLst>
                          <a:tab pos="182563" algn="l"/>
                        </a:tabLst>
                      </a:pPr>
                      <a:r>
                        <a:rPr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施策の方向性</a:t>
                      </a:r>
                      <a:endParaRPr lang="en-US" altLang="ja-JP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182563" indent="-182563" algn="l">
                        <a:buFont typeface="Wingdings" panose="05000000000000000000" pitchFamily="2" charset="2"/>
                        <a:buChar char="n"/>
                        <a:tabLst>
                          <a:tab pos="182563" algn="l"/>
                        </a:tabLst>
                      </a:pPr>
                      <a:r>
                        <a:rPr kumimoji="1" lang="en-US" altLang="ja-JP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KGI/KPI</a:t>
                      </a:r>
                      <a:r>
                        <a:rPr kumimoji="1"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の設計・評価指標</a:t>
                      </a:r>
                      <a:endParaRPr kumimoji="1" lang="en-US" altLang="ja-JP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182563" indent="-182563" algn="l">
                        <a:buFont typeface="Wingdings" panose="05000000000000000000" pitchFamily="2" charset="2"/>
                        <a:buChar char="n"/>
                        <a:tabLst>
                          <a:tab pos="182563" algn="l"/>
                        </a:tabLst>
                      </a:pPr>
                      <a:r>
                        <a:rPr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検証項目の決定と実行</a:t>
                      </a: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2563" indent="-182563" algn="l">
                        <a:buFont typeface="Wingdings" panose="05000000000000000000" pitchFamily="2" charset="2"/>
                        <a:buChar char="n"/>
                        <a:tabLst>
                          <a:tab pos="182563" algn="l"/>
                        </a:tabLst>
                      </a:pPr>
                      <a:r>
                        <a:rPr kumimoji="1"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ロードマップ</a:t>
                      </a:r>
                      <a:endParaRPr kumimoji="1" lang="en-US" altLang="ja-JP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182563" indent="-182563" algn="l">
                        <a:buFont typeface="Wingdings" panose="05000000000000000000" pitchFamily="2" charset="2"/>
                        <a:buChar char="n"/>
                        <a:tabLst>
                          <a:tab pos="182563" algn="l"/>
                        </a:tabLst>
                      </a:pPr>
                      <a:r>
                        <a:rPr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施策の方向性</a:t>
                      </a:r>
                      <a:endParaRPr lang="en-US" altLang="ja-JP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182563" indent="-182563" algn="l">
                        <a:buFont typeface="Wingdings" panose="05000000000000000000" pitchFamily="2" charset="2"/>
                        <a:buChar char="n"/>
                        <a:tabLst>
                          <a:tab pos="182563" algn="l"/>
                        </a:tabLst>
                      </a:pPr>
                      <a:r>
                        <a:rPr kumimoji="1" lang="en-US" altLang="ja-JP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KGI/KPI</a:t>
                      </a:r>
                      <a:r>
                        <a:rPr kumimoji="1"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の設計・評価指標</a:t>
                      </a:r>
                      <a:endParaRPr kumimoji="1" lang="en-US" altLang="ja-JP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182563" indent="-182563" algn="l">
                        <a:buFont typeface="Wingdings" panose="05000000000000000000" pitchFamily="2" charset="2"/>
                        <a:buChar char="n"/>
                        <a:tabLst>
                          <a:tab pos="182563" algn="l"/>
                        </a:tabLst>
                      </a:pPr>
                      <a:r>
                        <a:rPr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検証項目の決定と実行</a:t>
                      </a: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8740482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実施内容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2563" indent="-182563" algn="l">
                        <a:buFont typeface="+mj-lt"/>
                        <a:buAutoNum type="arabicPeriod"/>
                      </a:pPr>
                      <a:r>
                        <a:rPr kumimoji="1"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ロードマップ</a:t>
                      </a:r>
                      <a:endParaRPr kumimoji="1" lang="en-US" altLang="ja-JP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182563" indent="-182563" algn="l">
                        <a:buFont typeface="+mj-lt"/>
                        <a:buAutoNum type="arabicPeriod"/>
                      </a:pPr>
                      <a:r>
                        <a:rPr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施策の方向性</a:t>
                      </a:r>
                      <a:endParaRPr lang="en-US" altLang="ja-JP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182563" indent="-182563" algn="l">
                        <a:buFont typeface="+mj-lt"/>
                        <a:buAutoNum type="arabicPeriod"/>
                      </a:pPr>
                      <a:r>
                        <a:rPr kumimoji="1" lang="en-US" altLang="ja-JP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KGI/KPI</a:t>
                      </a:r>
                      <a:r>
                        <a:rPr kumimoji="1"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の設計・評価指標</a:t>
                      </a:r>
                      <a:endParaRPr kumimoji="1" lang="en-US" altLang="ja-JP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182563" indent="-182563" algn="l">
                        <a:buFont typeface="+mj-lt"/>
                        <a:buAutoNum type="arabicPeriod"/>
                      </a:pPr>
                      <a:r>
                        <a:rPr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検証項目の決定と実行</a:t>
                      </a: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2563" indent="-182563" algn="l">
                        <a:buFont typeface="+mj-lt"/>
                        <a:buAutoNum type="arabicPeriod"/>
                      </a:pPr>
                      <a:r>
                        <a:rPr kumimoji="1"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ロードマップ</a:t>
                      </a:r>
                      <a:endParaRPr kumimoji="1" lang="en-US" altLang="ja-JP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182563" indent="-182563" algn="l">
                        <a:buFont typeface="+mj-lt"/>
                        <a:buAutoNum type="arabicPeriod"/>
                      </a:pPr>
                      <a:r>
                        <a:rPr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施策の方向性</a:t>
                      </a:r>
                      <a:endParaRPr lang="en-US" altLang="ja-JP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182563" indent="-182563" algn="l">
                        <a:buFont typeface="+mj-lt"/>
                        <a:buAutoNum type="arabicPeriod"/>
                      </a:pPr>
                      <a:r>
                        <a:rPr kumimoji="1" lang="en-US" altLang="ja-JP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KGI/KPI</a:t>
                      </a:r>
                      <a:r>
                        <a:rPr kumimoji="1"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の設計・評価指標</a:t>
                      </a:r>
                      <a:endParaRPr kumimoji="1" lang="en-US" altLang="ja-JP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182563" indent="-182563" algn="l">
                        <a:buFont typeface="+mj-lt"/>
                        <a:buAutoNum type="arabicPeriod"/>
                      </a:pPr>
                      <a:r>
                        <a:rPr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検証項目の決定と実行</a:t>
                      </a: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2563" indent="-182563" algn="l">
                        <a:buFont typeface="+mj-lt"/>
                        <a:buAutoNum type="arabicPeriod"/>
                      </a:pPr>
                      <a:r>
                        <a:rPr kumimoji="1"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ロードマップ</a:t>
                      </a:r>
                      <a:endParaRPr kumimoji="1" lang="en-US" altLang="ja-JP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182563" indent="-182563" algn="l">
                        <a:buFont typeface="+mj-lt"/>
                        <a:buAutoNum type="arabicPeriod"/>
                      </a:pPr>
                      <a:r>
                        <a:rPr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施策の方向性</a:t>
                      </a:r>
                      <a:endParaRPr lang="en-US" altLang="ja-JP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182563" indent="-182563" algn="l">
                        <a:buFont typeface="+mj-lt"/>
                        <a:buAutoNum type="arabicPeriod"/>
                      </a:pPr>
                      <a:r>
                        <a:rPr kumimoji="1" lang="en-US" altLang="ja-JP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KGI/KPI</a:t>
                      </a:r>
                      <a:r>
                        <a:rPr kumimoji="1"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の設計・評価指標</a:t>
                      </a:r>
                      <a:endParaRPr kumimoji="1" lang="en-US" altLang="ja-JP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182563" indent="-182563" algn="l">
                        <a:buFont typeface="+mj-lt"/>
                        <a:buAutoNum type="arabicPeriod"/>
                      </a:pPr>
                      <a:r>
                        <a:rPr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検証項目の決定と実行</a:t>
                      </a: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2563" indent="-182563" algn="l">
                        <a:buFont typeface="+mj-lt"/>
                        <a:buAutoNum type="arabicPeriod"/>
                      </a:pPr>
                      <a:r>
                        <a:rPr kumimoji="1"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ロードマップ</a:t>
                      </a:r>
                      <a:endParaRPr kumimoji="1" lang="en-US" altLang="ja-JP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182563" indent="-182563" algn="l">
                        <a:buFont typeface="+mj-lt"/>
                        <a:buAutoNum type="arabicPeriod"/>
                      </a:pPr>
                      <a:r>
                        <a:rPr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施策の方向性</a:t>
                      </a:r>
                      <a:endParaRPr lang="en-US" altLang="ja-JP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182563" indent="-182563" algn="l">
                        <a:buFont typeface="+mj-lt"/>
                        <a:buAutoNum type="arabicPeriod"/>
                      </a:pPr>
                      <a:r>
                        <a:rPr kumimoji="1" lang="en-US" altLang="ja-JP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KGI/KPI</a:t>
                      </a:r>
                      <a:r>
                        <a:rPr kumimoji="1"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の設計・評価指標</a:t>
                      </a:r>
                      <a:endParaRPr kumimoji="1" lang="en-US" altLang="ja-JP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182563" indent="-182563" algn="l">
                        <a:buFont typeface="+mj-lt"/>
                        <a:buAutoNum type="arabicPeriod"/>
                      </a:pPr>
                      <a:r>
                        <a:rPr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検証項目の決定と実行</a:t>
                      </a: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5851288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成果物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2563" indent="-182563" algn="l">
                        <a:buFont typeface="+mj-lt"/>
                        <a:buAutoNum type="arabicPeriod"/>
                      </a:pPr>
                      <a:r>
                        <a:rPr kumimoji="1"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ロードマップ</a:t>
                      </a:r>
                      <a:endParaRPr kumimoji="1" lang="en-US" altLang="ja-JP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182563" indent="-182563" algn="l">
                        <a:buFont typeface="+mj-lt"/>
                        <a:buAutoNum type="arabicPeriod"/>
                      </a:pPr>
                      <a:r>
                        <a:rPr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施策の方向性</a:t>
                      </a:r>
                      <a:endParaRPr lang="en-US" altLang="ja-JP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182563" indent="-182563" algn="l">
                        <a:buFont typeface="+mj-lt"/>
                        <a:buAutoNum type="arabicPeriod"/>
                      </a:pPr>
                      <a:r>
                        <a:rPr kumimoji="1" lang="en-US" altLang="ja-JP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KGI/KPI</a:t>
                      </a:r>
                      <a:r>
                        <a:rPr kumimoji="1"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の設計・評価指標</a:t>
                      </a:r>
                      <a:endParaRPr kumimoji="1" lang="en-US" altLang="ja-JP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182563" indent="-182563" algn="l">
                        <a:buFont typeface="+mj-lt"/>
                        <a:buAutoNum type="arabicPeriod"/>
                      </a:pPr>
                      <a:r>
                        <a:rPr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検証項目の決定と実行</a:t>
                      </a: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2563" indent="-182563" algn="l">
                        <a:buFont typeface="+mj-lt"/>
                        <a:buAutoNum type="arabicPeriod"/>
                      </a:pPr>
                      <a:r>
                        <a:rPr kumimoji="1"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ロードマップ</a:t>
                      </a:r>
                      <a:endParaRPr kumimoji="1" lang="en-US" altLang="ja-JP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182563" indent="-182563" algn="l">
                        <a:buFont typeface="+mj-lt"/>
                        <a:buAutoNum type="arabicPeriod"/>
                      </a:pPr>
                      <a:r>
                        <a:rPr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施策の方向性</a:t>
                      </a:r>
                      <a:endParaRPr lang="en-US" altLang="ja-JP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182563" indent="-182563" algn="l">
                        <a:buFont typeface="+mj-lt"/>
                        <a:buAutoNum type="arabicPeriod"/>
                      </a:pPr>
                      <a:r>
                        <a:rPr kumimoji="1" lang="en-US" altLang="ja-JP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KGI/KPI</a:t>
                      </a:r>
                      <a:r>
                        <a:rPr kumimoji="1"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の設計・評価指標</a:t>
                      </a:r>
                      <a:endParaRPr kumimoji="1" lang="en-US" altLang="ja-JP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182563" indent="-182563" algn="l">
                        <a:buFont typeface="+mj-lt"/>
                        <a:buAutoNum type="arabicPeriod"/>
                      </a:pPr>
                      <a:r>
                        <a:rPr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検証項目の決定と実行</a:t>
                      </a: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2563" indent="-182563" algn="l">
                        <a:buFont typeface="+mj-lt"/>
                        <a:buAutoNum type="arabicPeriod"/>
                      </a:pPr>
                      <a:r>
                        <a:rPr kumimoji="1"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ロードマップ</a:t>
                      </a:r>
                      <a:endParaRPr kumimoji="1" lang="en-US" altLang="ja-JP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182563" indent="-182563" algn="l">
                        <a:buFont typeface="+mj-lt"/>
                        <a:buAutoNum type="arabicPeriod"/>
                      </a:pPr>
                      <a:r>
                        <a:rPr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施策の方向性</a:t>
                      </a:r>
                      <a:endParaRPr lang="en-US" altLang="ja-JP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182563" indent="-182563" algn="l">
                        <a:buFont typeface="+mj-lt"/>
                        <a:buAutoNum type="arabicPeriod"/>
                      </a:pPr>
                      <a:r>
                        <a:rPr kumimoji="1" lang="en-US" altLang="ja-JP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KGI/KPI</a:t>
                      </a:r>
                      <a:r>
                        <a:rPr kumimoji="1"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の設計・評価指標</a:t>
                      </a:r>
                      <a:endParaRPr kumimoji="1" lang="en-US" altLang="ja-JP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182563" indent="-182563" algn="l">
                        <a:buFont typeface="+mj-lt"/>
                        <a:buAutoNum type="arabicPeriod"/>
                      </a:pPr>
                      <a:r>
                        <a:rPr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検証項目の決定と実行</a:t>
                      </a: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2563" indent="-182563" algn="l">
                        <a:buFont typeface="+mj-lt"/>
                        <a:buAutoNum type="arabicPeriod"/>
                      </a:pPr>
                      <a:r>
                        <a:rPr kumimoji="1"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ロードマップ</a:t>
                      </a:r>
                      <a:endParaRPr kumimoji="1" lang="en-US" altLang="ja-JP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182563" indent="-182563" algn="l">
                        <a:buFont typeface="+mj-lt"/>
                        <a:buAutoNum type="arabicPeriod"/>
                      </a:pPr>
                      <a:r>
                        <a:rPr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施策の方向性</a:t>
                      </a:r>
                      <a:endParaRPr lang="en-US" altLang="ja-JP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182563" indent="-182563" algn="l">
                        <a:buFont typeface="+mj-lt"/>
                        <a:buAutoNum type="arabicPeriod"/>
                      </a:pPr>
                      <a:r>
                        <a:rPr kumimoji="1" lang="en-US" altLang="ja-JP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KGI/KPI</a:t>
                      </a:r>
                      <a:r>
                        <a:rPr kumimoji="1"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の設計・評価指標</a:t>
                      </a:r>
                      <a:endParaRPr kumimoji="1" lang="en-US" altLang="ja-JP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182563" indent="-182563" algn="l">
                        <a:buFont typeface="+mj-lt"/>
                        <a:buAutoNum type="arabicPeriod"/>
                      </a:pPr>
                      <a:r>
                        <a:rPr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検証項目の決定と実行</a:t>
                      </a: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981470"/>
                  </a:ext>
                </a:extLst>
              </a:tr>
            </a:tbl>
          </a:graphicData>
        </a:graphic>
      </p:graphicFrame>
      <p:sp>
        <p:nvSpPr>
          <p:cNvPr id="6" name="矢印: 五方向 5">
            <a:extLst>
              <a:ext uri="{FF2B5EF4-FFF2-40B4-BE49-F238E27FC236}">
                <a16:creationId xmlns:a16="http://schemas.microsoft.com/office/drawing/2014/main" id="{4CD89847-E4BB-A2DB-04E1-CC644D10A275}"/>
              </a:ext>
            </a:extLst>
          </p:cNvPr>
          <p:cNvSpPr/>
          <p:nvPr/>
        </p:nvSpPr>
        <p:spPr>
          <a:xfrm>
            <a:off x="2135325" y="1808163"/>
            <a:ext cx="2340000" cy="450000"/>
          </a:xfrm>
          <a:prstGeom prst="homePlate">
            <a:avLst>
              <a:gd name="adj" fmla="val 40764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r>
              <a:rPr lang="ja-JP" altLang="en-US" sz="140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フェーズ</a:t>
            </a:r>
            <a:r>
              <a:rPr lang="en-US" altLang="ja-JP" sz="140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</a:t>
            </a:r>
            <a:endParaRPr kumimoji="1" lang="ja-JP" altLang="en-US" sz="1400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矢印: 五方向 6">
            <a:extLst>
              <a:ext uri="{FF2B5EF4-FFF2-40B4-BE49-F238E27FC236}">
                <a16:creationId xmlns:a16="http://schemas.microsoft.com/office/drawing/2014/main" id="{3DFA4DA8-B75B-F997-E902-78EC201B2A49}"/>
              </a:ext>
            </a:extLst>
          </p:cNvPr>
          <p:cNvSpPr/>
          <p:nvPr/>
        </p:nvSpPr>
        <p:spPr>
          <a:xfrm>
            <a:off x="4475325" y="1808163"/>
            <a:ext cx="2340000" cy="450000"/>
          </a:xfrm>
          <a:prstGeom prst="homePlate">
            <a:avLst>
              <a:gd name="adj" fmla="val 40764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r>
              <a:rPr lang="ja-JP" altLang="en-US" sz="140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フェーズ</a:t>
            </a:r>
            <a:r>
              <a:rPr lang="en-US" altLang="ja-JP" sz="140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endParaRPr lang="ja-JP" altLang="en-US" sz="1400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矢印: 五方向 7">
            <a:extLst>
              <a:ext uri="{FF2B5EF4-FFF2-40B4-BE49-F238E27FC236}">
                <a16:creationId xmlns:a16="http://schemas.microsoft.com/office/drawing/2014/main" id="{A000EFD5-EEF5-33A5-F436-709EFEDBB5C1}"/>
              </a:ext>
            </a:extLst>
          </p:cNvPr>
          <p:cNvSpPr/>
          <p:nvPr/>
        </p:nvSpPr>
        <p:spPr>
          <a:xfrm>
            <a:off x="6815325" y="1808163"/>
            <a:ext cx="2340000" cy="450000"/>
          </a:xfrm>
          <a:prstGeom prst="homePlate">
            <a:avLst>
              <a:gd name="adj" fmla="val 40764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r>
              <a:rPr lang="ja-JP" altLang="en-US" sz="140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フェーズ</a:t>
            </a:r>
            <a:r>
              <a:rPr lang="en-US" altLang="ja-JP" sz="140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endParaRPr lang="ja-JP" altLang="en-US" sz="1400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矢印: 五方向 8">
            <a:extLst>
              <a:ext uri="{FF2B5EF4-FFF2-40B4-BE49-F238E27FC236}">
                <a16:creationId xmlns:a16="http://schemas.microsoft.com/office/drawing/2014/main" id="{F99B96E0-A9FB-3611-A66E-D63C363F1CED}"/>
              </a:ext>
            </a:extLst>
          </p:cNvPr>
          <p:cNvSpPr/>
          <p:nvPr/>
        </p:nvSpPr>
        <p:spPr>
          <a:xfrm>
            <a:off x="9155325" y="1808163"/>
            <a:ext cx="2340000" cy="450000"/>
          </a:xfrm>
          <a:prstGeom prst="homePlate">
            <a:avLst>
              <a:gd name="adj" fmla="val 40764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r>
              <a:rPr lang="ja-JP" altLang="en-US" sz="140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フェーズ</a:t>
            </a:r>
            <a:r>
              <a:rPr lang="en-US" altLang="ja-JP" sz="140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endParaRPr lang="ja-JP" altLang="en-US" sz="1400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59209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375B8-1C4B-977A-7BBB-E07336654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383C44-DB04-184B-E776-D48E4328B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1AD46B-B167-BC24-83D0-F9BD3D350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5AA93-092B-49A1-87A7-3C88D5F38AD7}" type="slidenum">
              <a:rPr lang="ja-JP" altLang="en-US" smtClean="0"/>
              <a:pPr/>
              <a:t>14</a:t>
            </a:fld>
            <a:endParaRPr lang="ja-JP" altLang="en-US" sz="900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25173F7-0CB4-2E32-EEDC-CD59E9F64C36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95325" y="540327"/>
            <a:ext cx="10801350" cy="540000"/>
          </a:xfrm>
        </p:spPr>
        <p:txBody>
          <a:bodyPr/>
          <a:lstStyle/>
          <a:p>
            <a:endParaRPr kumimoji="1" lang="ja-JP" altLang="en-US"/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1F2030BF-CF69-89E2-169B-484152F457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6525196"/>
              </p:ext>
            </p:extLst>
          </p:nvPr>
        </p:nvGraphicFramePr>
        <p:xfrm>
          <a:off x="695325" y="1808163"/>
          <a:ext cx="10801349" cy="228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5461">
                  <a:extLst>
                    <a:ext uri="{9D8B030D-6E8A-4147-A177-3AD203B41FA5}">
                      <a16:colId xmlns:a16="http://schemas.microsoft.com/office/drawing/2014/main" val="279041293"/>
                    </a:ext>
                  </a:extLst>
                </a:gridCol>
                <a:gridCol w="2596472">
                  <a:extLst>
                    <a:ext uri="{9D8B030D-6E8A-4147-A177-3AD203B41FA5}">
                      <a16:colId xmlns:a16="http://schemas.microsoft.com/office/drawing/2014/main" val="1769139613"/>
                    </a:ext>
                  </a:extLst>
                </a:gridCol>
                <a:gridCol w="2596472">
                  <a:extLst>
                    <a:ext uri="{9D8B030D-6E8A-4147-A177-3AD203B41FA5}">
                      <a16:colId xmlns:a16="http://schemas.microsoft.com/office/drawing/2014/main" val="2390303899"/>
                    </a:ext>
                  </a:extLst>
                </a:gridCol>
                <a:gridCol w="2596472">
                  <a:extLst>
                    <a:ext uri="{9D8B030D-6E8A-4147-A177-3AD203B41FA5}">
                      <a16:colId xmlns:a16="http://schemas.microsoft.com/office/drawing/2014/main" val="3201373435"/>
                    </a:ext>
                  </a:extLst>
                </a:gridCol>
                <a:gridCol w="2596472">
                  <a:extLst>
                    <a:ext uri="{9D8B030D-6E8A-4147-A177-3AD203B41FA5}">
                      <a16:colId xmlns:a16="http://schemas.microsoft.com/office/drawing/2014/main" val="374253753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#</a:t>
                      </a:r>
                      <a:endParaRPr kumimoji="1" lang="ja-JP" altLang="en-US" sz="1200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5397185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1</a:t>
                      </a: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110559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2</a:t>
                      </a: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7178784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3</a:t>
                      </a: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911985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4</a:t>
                      </a: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895045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5</a:t>
                      </a: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732588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6</a:t>
                      </a: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en-US" altLang="ja-JP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en-US" altLang="ja-JP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308757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/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96574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18330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CA777A-F8A0-9735-E637-0E6448F3F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659B365-B733-8471-C3F4-784FC42B8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5AA93-092B-49A1-87A7-3C88D5F38AD7}" type="slidenum">
              <a:rPr lang="ja-JP" altLang="en-US" smtClean="0"/>
              <a:pPr/>
              <a:t>15</a:t>
            </a:fld>
            <a:endParaRPr lang="ja-JP" altLang="en-US" sz="900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4493A2C-8A5C-4C2D-B441-A74C4F04B6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2E59EAA4-5912-964B-44F1-625C5A7466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343098"/>
              </p:ext>
            </p:extLst>
          </p:nvPr>
        </p:nvGraphicFramePr>
        <p:xfrm>
          <a:off x="2426957" y="2356803"/>
          <a:ext cx="9069718" cy="42289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7837">
                  <a:extLst>
                    <a:ext uri="{9D8B030D-6E8A-4147-A177-3AD203B41FA5}">
                      <a16:colId xmlns:a16="http://schemas.microsoft.com/office/drawing/2014/main" val="3980483133"/>
                    </a:ext>
                  </a:extLst>
                </a:gridCol>
                <a:gridCol w="647837">
                  <a:extLst>
                    <a:ext uri="{9D8B030D-6E8A-4147-A177-3AD203B41FA5}">
                      <a16:colId xmlns:a16="http://schemas.microsoft.com/office/drawing/2014/main" val="2833189041"/>
                    </a:ext>
                  </a:extLst>
                </a:gridCol>
                <a:gridCol w="647837">
                  <a:extLst>
                    <a:ext uri="{9D8B030D-6E8A-4147-A177-3AD203B41FA5}">
                      <a16:colId xmlns:a16="http://schemas.microsoft.com/office/drawing/2014/main" val="1593930307"/>
                    </a:ext>
                  </a:extLst>
                </a:gridCol>
                <a:gridCol w="647837">
                  <a:extLst>
                    <a:ext uri="{9D8B030D-6E8A-4147-A177-3AD203B41FA5}">
                      <a16:colId xmlns:a16="http://schemas.microsoft.com/office/drawing/2014/main" val="12743640"/>
                    </a:ext>
                  </a:extLst>
                </a:gridCol>
                <a:gridCol w="647837">
                  <a:extLst>
                    <a:ext uri="{9D8B030D-6E8A-4147-A177-3AD203B41FA5}">
                      <a16:colId xmlns:a16="http://schemas.microsoft.com/office/drawing/2014/main" val="2482683887"/>
                    </a:ext>
                  </a:extLst>
                </a:gridCol>
                <a:gridCol w="647837">
                  <a:extLst>
                    <a:ext uri="{9D8B030D-6E8A-4147-A177-3AD203B41FA5}">
                      <a16:colId xmlns:a16="http://schemas.microsoft.com/office/drawing/2014/main" val="2776769265"/>
                    </a:ext>
                  </a:extLst>
                </a:gridCol>
                <a:gridCol w="647837">
                  <a:extLst>
                    <a:ext uri="{9D8B030D-6E8A-4147-A177-3AD203B41FA5}">
                      <a16:colId xmlns:a16="http://schemas.microsoft.com/office/drawing/2014/main" val="1336726473"/>
                    </a:ext>
                  </a:extLst>
                </a:gridCol>
                <a:gridCol w="647837">
                  <a:extLst>
                    <a:ext uri="{9D8B030D-6E8A-4147-A177-3AD203B41FA5}">
                      <a16:colId xmlns:a16="http://schemas.microsoft.com/office/drawing/2014/main" val="1388895245"/>
                    </a:ext>
                  </a:extLst>
                </a:gridCol>
                <a:gridCol w="647837">
                  <a:extLst>
                    <a:ext uri="{9D8B030D-6E8A-4147-A177-3AD203B41FA5}">
                      <a16:colId xmlns:a16="http://schemas.microsoft.com/office/drawing/2014/main" val="324767229"/>
                    </a:ext>
                  </a:extLst>
                </a:gridCol>
                <a:gridCol w="647837">
                  <a:extLst>
                    <a:ext uri="{9D8B030D-6E8A-4147-A177-3AD203B41FA5}">
                      <a16:colId xmlns:a16="http://schemas.microsoft.com/office/drawing/2014/main" val="218325864"/>
                    </a:ext>
                  </a:extLst>
                </a:gridCol>
                <a:gridCol w="647837">
                  <a:extLst>
                    <a:ext uri="{9D8B030D-6E8A-4147-A177-3AD203B41FA5}">
                      <a16:colId xmlns:a16="http://schemas.microsoft.com/office/drawing/2014/main" val="3257805110"/>
                    </a:ext>
                  </a:extLst>
                </a:gridCol>
                <a:gridCol w="647837">
                  <a:extLst>
                    <a:ext uri="{9D8B030D-6E8A-4147-A177-3AD203B41FA5}">
                      <a16:colId xmlns:a16="http://schemas.microsoft.com/office/drawing/2014/main" val="3302757415"/>
                    </a:ext>
                  </a:extLst>
                </a:gridCol>
                <a:gridCol w="647837">
                  <a:extLst>
                    <a:ext uri="{9D8B030D-6E8A-4147-A177-3AD203B41FA5}">
                      <a16:colId xmlns:a16="http://schemas.microsoft.com/office/drawing/2014/main" val="1868523119"/>
                    </a:ext>
                  </a:extLst>
                </a:gridCol>
                <a:gridCol w="647837">
                  <a:extLst>
                    <a:ext uri="{9D8B030D-6E8A-4147-A177-3AD203B41FA5}">
                      <a16:colId xmlns:a16="http://schemas.microsoft.com/office/drawing/2014/main" val="3570203347"/>
                    </a:ext>
                  </a:extLst>
                </a:gridCol>
              </a:tblGrid>
              <a:tr h="4228936"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8783519"/>
                  </a:ext>
                </a:extLst>
              </a:tr>
            </a:tbl>
          </a:graphicData>
        </a:graphic>
      </p:graphicFrame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7C800EE8-1202-CCD1-376C-6A36A14CA9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7487216"/>
              </p:ext>
            </p:extLst>
          </p:nvPr>
        </p:nvGraphicFramePr>
        <p:xfrm>
          <a:off x="695357" y="2356803"/>
          <a:ext cx="1731600" cy="423926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31600">
                  <a:extLst>
                    <a:ext uri="{9D8B030D-6E8A-4147-A177-3AD203B41FA5}">
                      <a16:colId xmlns:a16="http://schemas.microsoft.com/office/drawing/2014/main" val="1426875373"/>
                    </a:ext>
                  </a:extLst>
                </a:gridCol>
              </a:tblGrid>
              <a:tr h="1413087"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7866861"/>
                  </a:ext>
                </a:extLst>
              </a:tr>
              <a:tr h="1413087"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2105683"/>
                  </a:ext>
                </a:extLst>
              </a:tr>
              <a:tr h="1413087"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6267650"/>
                  </a:ext>
                </a:extLst>
              </a:tr>
            </a:tbl>
          </a:graphicData>
        </a:graphic>
      </p:graphicFrame>
      <p:sp>
        <p:nvSpPr>
          <p:cNvPr id="7" name="矢印: 五方向 6">
            <a:extLst>
              <a:ext uri="{FF2B5EF4-FFF2-40B4-BE49-F238E27FC236}">
                <a16:creationId xmlns:a16="http://schemas.microsoft.com/office/drawing/2014/main" id="{435AC5F5-2269-22F3-717F-FCA17D4D12B4}"/>
              </a:ext>
            </a:extLst>
          </p:cNvPr>
          <p:cNvSpPr/>
          <p:nvPr/>
        </p:nvSpPr>
        <p:spPr>
          <a:xfrm>
            <a:off x="3245966" y="2508412"/>
            <a:ext cx="2199719" cy="1020074"/>
          </a:xfrm>
          <a:prstGeom prst="homePlate">
            <a:avLst>
              <a:gd name="adj" fmla="val 22534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r>
              <a:rPr kumimoji="1" lang="en-US" altLang="ja-JP" sz="1200" dirty="0" err="1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aaa</a:t>
            </a:r>
            <a:endParaRPr kumimoji="1" lang="ja-JP" altLang="en-US" sz="12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矢印: 五方向 7">
            <a:extLst>
              <a:ext uri="{FF2B5EF4-FFF2-40B4-BE49-F238E27FC236}">
                <a16:creationId xmlns:a16="http://schemas.microsoft.com/office/drawing/2014/main" id="{5A4E2961-0AD0-76AF-0406-1C5390F4D2C2}"/>
              </a:ext>
            </a:extLst>
          </p:cNvPr>
          <p:cNvSpPr/>
          <p:nvPr/>
        </p:nvSpPr>
        <p:spPr>
          <a:xfrm>
            <a:off x="3449706" y="2814889"/>
            <a:ext cx="569925" cy="270000"/>
          </a:xfrm>
          <a:prstGeom prst="homePlate">
            <a:avLst>
              <a:gd name="adj" fmla="val 4345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l"/>
            <a:r>
              <a:rPr kumimoji="1" lang="ja-JP" altLang="en-US" sz="105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あ</a:t>
            </a:r>
          </a:p>
        </p:txBody>
      </p:sp>
      <p:sp>
        <p:nvSpPr>
          <p:cNvPr id="9" name="矢印: 五方向 8">
            <a:extLst>
              <a:ext uri="{FF2B5EF4-FFF2-40B4-BE49-F238E27FC236}">
                <a16:creationId xmlns:a16="http://schemas.microsoft.com/office/drawing/2014/main" id="{557D6F1C-66C9-4ECC-086F-6C34623FC9B6}"/>
              </a:ext>
            </a:extLst>
          </p:cNvPr>
          <p:cNvSpPr/>
          <p:nvPr/>
        </p:nvSpPr>
        <p:spPr>
          <a:xfrm>
            <a:off x="3732815" y="3209388"/>
            <a:ext cx="1288041" cy="270000"/>
          </a:xfrm>
          <a:prstGeom prst="homePlate">
            <a:avLst>
              <a:gd name="adj" fmla="val 4345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l"/>
            <a:r>
              <a:rPr kumimoji="1" lang="ja-JP" altLang="en-US" sz="105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あああ</a:t>
            </a:r>
          </a:p>
        </p:txBody>
      </p:sp>
      <p:sp>
        <p:nvSpPr>
          <p:cNvPr id="10" name="矢印: 五方向 9">
            <a:extLst>
              <a:ext uri="{FF2B5EF4-FFF2-40B4-BE49-F238E27FC236}">
                <a16:creationId xmlns:a16="http://schemas.microsoft.com/office/drawing/2014/main" id="{AF7EC1F8-9058-DFDD-67C5-38E413DF0750}"/>
              </a:ext>
            </a:extLst>
          </p:cNvPr>
          <p:cNvSpPr/>
          <p:nvPr/>
        </p:nvSpPr>
        <p:spPr>
          <a:xfrm>
            <a:off x="4050165" y="2814889"/>
            <a:ext cx="960800" cy="270000"/>
          </a:xfrm>
          <a:prstGeom prst="homePlate">
            <a:avLst>
              <a:gd name="adj" fmla="val 4345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l"/>
            <a:r>
              <a:rPr kumimoji="1" lang="ja-JP" altLang="en-US" sz="105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あ</a:t>
            </a:r>
          </a:p>
        </p:txBody>
      </p:sp>
      <p:sp>
        <p:nvSpPr>
          <p:cNvPr id="11" name="矢印: 五方向 10">
            <a:extLst>
              <a:ext uri="{FF2B5EF4-FFF2-40B4-BE49-F238E27FC236}">
                <a16:creationId xmlns:a16="http://schemas.microsoft.com/office/drawing/2014/main" id="{F3C3FC31-CB31-AD94-189C-1947AB33AA6C}"/>
              </a:ext>
            </a:extLst>
          </p:cNvPr>
          <p:cNvSpPr/>
          <p:nvPr/>
        </p:nvSpPr>
        <p:spPr>
          <a:xfrm>
            <a:off x="3245966" y="3886295"/>
            <a:ext cx="2199719" cy="640277"/>
          </a:xfrm>
          <a:prstGeom prst="homePlate">
            <a:avLst>
              <a:gd name="adj" fmla="val 22534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r>
              <a:rPr kumimoji="1" lang="en-US" altLang="ja-JP" sz="1200" dirty="0" err="1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aaa</a:t>
            </a:r>
            <a:endParaRPr kumimoji="1" lang="ja-JP" altLang="en-US" sz="12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2" name="矢印: 五方向 11">
            <a:extLst>
              <a:ext uri="{FF2B5EF4-FFF2-40B4-BE49-F238E27FC236}">
                <a16:creationId xmlns:a16="http://schemas.microsoft.com/office/drawing/2014/main" id="{BA0EBA92-AC87-85A0-6479-EAC1F78FE8F4}"/>
              </a:ext>
            </a:extLst>
          </p:cNvPr>
          <p:cNvSpPr/>
          <p:nvPr/>
        </p:nvSpPr>
        <p:spPr>
          <a:xfrm>
            <a:off x="3449706" y="4192772"/>
            <a:ext cx="569925" cy="270000"/>
          </a:xfrm>
          <a:prstGeom prst="homePlate">
            <a:avLst>
              <a:gd name="adj" fmla="val 4345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l"/>
            <a:r>
              <a:rPr kumimoji="1" lang="ja-JP" altLang="en-US" sz="105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あ</a:t>
            </a:r>
          </a:p>
        </p:txBody>
      </p:sp>
      <p:sp>
        <p:nvSpPr>
          <p:cNvPr id="13" name="矢印: 五方向 12">
            <a:extLst>
              <a:ext uri="{FF2B5EF4-FFF2-40B4-BE49-F238E27FC236}">
                <a16:creationId xmlns:a16="http://schemas.microsoft.com/office/drawing/2014/main" id="{80DC5E2C-F1A0-55EA-8749-E6F6A06B3A2F}"/>
              </a:ext>
            </a:extLst>
          </p:cNvPr>
          <p:cNvSpPr/>
          <p:nvPr/>
        </p:nvSpPr>
        <p:spPr>
          <a:xfrm>
            <a:off x="4050165" y="4192772"/>
            <a:ext cx="960800" cy="270000"/>
          </a:xfrm>
          <a:prstGeom prst="homePlate">
            <a:avLst>
              <a:gd name="adj" fmla="val 4345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l"/>
            <a:r>
              <a:rPr kumimoji="1" lang="ja-JP" altLang="en-US" sz="105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あ</a:t>
            </a:r>
          </a:p>
        </p:txBody>
      </p:sp>
      <p:sp>
        <p:nvSpPr>
          <p:cNvPr id="14" name="矢印: 五方向 13">
            <a:extLst>
              <a:ext uri="{FF2B5EF4-FFF2-40B4-BE49-F238E27FC236}">
                <a16:creationId xmlns:a16="http://schemas.microsoft.com/office/drawing/2014/main" id="{D1970590-5860-B419-234B-C92D4A74F672}"/>
              </a:ext>
            </a:extLst>
          </p:cNvPr>
          <p:cNvSpPr/>
          <p:nvPr/>
        </p:nvSpPr>
        <p:spPr>
          <a:xfrm>
            <a:off x="4693615" y="4596526"/>
            <a:ext cx="2199719" cy="883784"/>
          </a:xfrm>
          <a:prstGeom prst="homePlate">
            <a:avLst>
              <a:gd name="adj" fmla="val 22534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r>
              <a:rPr kumimoji="1" lang="en-US" altLang="ja-JP" sz="1200" dirty="0" err="1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aaa</a:t>
            </a:r>
            <a:endParaRPr kumimoji="1" lang="ja-JP" altLang="en-US" sz="12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矢印: 五方向 14">
            <a:extLst>
              <a:ext uri="{FF2B5EF4-FFF2-40B4-BE49-F238E27FC236}">
                <a16:creationId xmlns:a16="http://schemas.microsoft.com/office/drawing/2014/main" id="{352C52A6-D5F0-94F2-C019-7551904612B2}"/>
              </a:ext>
            </a:extLst>
          </p:cNvPr>
          <p:cNvSpPr/>
          <p:nvPr/>
        </p:nvSpPr>
        <p:spPr>
          <a:xfrm>
            <a:off x="5132095" y="4772518"/>
            <a:ext cx="569925" cy="270000"/>
          </a:xfrm>
          <a:prstGeom prst="homePlate">
            <a:avLst>
              <a:gd name="adj" fmla="val 4345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l"/>
            <a:r>
              <a:rPr kumimoji="1" lang="ja-JP" altLang="en-US" sz="105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あ</a:t>
            </a:r>
          </a:p>
        </p:txBody>
      </p:sp>
      <p:sp>
        <p:nvSpPr>
          <p:cNvPr id="16" name="矢印: 五方向 15">
            <a:extLst>
              <a:ext uri="{FF2B5EF4-FFF2-40B4-BE49-F238E27FC236}">
                <a16:creationId xmlns:a16="http://schemas.microsoft.com/office/drawing/2014/main" id="{662D291F-32A2-ED4F-C3F6-792C5C6F2200}"/>
              </a:ext>
            </a:extLst>
          </p:cNvPr>
          <p:cNvSpPr/>
          <p:nvPr/>
        </p:nvSpPr>
        <p:spPr>
          <a:xfrm>
            <a:off x="5142142" y="5147253"/>
            <a:ext cx="960800" cy="270000"/>
          </a:xfrm>
          <a:prstGeom prst="homePlate">
            <a:avLst>
              <a:gd name="adj" fmla="val 4345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l"/>
            <a:r>
              <a:rPr kumimoji="1" lang="ja-JP" altLang="en-US" sz="105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あ</a:t>
            </a:r>
          </a:p>
        </p:txBody>
      </p: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C8733436-4F60-88CA-BE06-D440E3E98D71}"/>
              </a:ext>
            </a:extLst>
          </p:cNvPr>
          <p:cNvGrpSpPr/>
          <p:nvPr/>
        </p:nvGrpSpPr>
        <p:grpSpPr>
          <a:xfrm>
            <a:off x="5807452" y="3512041"/>
            <a:ext cx="210964" cy="3073698"/>
            <a:chOff x="5773812" y="1963632"/>
            <a:chExt cx="310525" cy="4223808"/>
          </a:xfrm>
        </p:grpSpPr>
        <p:sp>
          <p:nvSpPr>
            <p:cNvPr id="18" name="二等辺三角形 17">
              <a:extLst>
                <a:ext uri="{FF2B5EF4-FFF2-40B4-BE49-F238E27FC236}">
                  <a16:creationId xmlns:a16="http://schemas.microsoft.com/office/drawing/2014/main" id="{C6977250-C449-1212-16CB-9A1410B1A871}"/>
                </a:ext>
              </a:extLst>
            </p:cNvPr>
            <p:cNvSpPr/>
            <p:nvPr/>
          </p:nvSpPr>
          <p:spPr>
            <a:xfrm rot="10800000">
              <a:off x="5773812" y="1963632"/>
              <a:ext cx="310525" cy="229561"/>
            </a:xfrm>
            <a:prstGeom prst="triangl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kumimoji="1" lang="ja-JP" altLang="en-US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cxnSp>
          <p:nvCxnSpPr>
            <p:cNvPr id="19" name="直線コネクタ 18">
              <a:extLst>
                <a:ext uri="{FF2B5EF4-FFF2-40B4-BE49-F238E27FC236}">
                  <a16:creationId xmlns:a16="http://schemas.microsoft.com/office/drawing/2014/main" id="{2C4F346B-9361-B2C4-90A8-A4F69B7E1C79}"/>
                </a:ext>
              </a:extLst>
            </p:cNvPr>
            <p:cNvCxnSpPr>
              <a:cxnSpLocks/>
            </p:cNvCxnSpPr>
            <p:nvPr/>
          </p:nvCxnSpPr>
          <p:spPr>
            <a:xfrm>
              <a:off x="5929074" y="2193193"/>
              <a:ext cx="0" cy="3994247"/>
            </a:xfrm>
            <a:prstGeom prst="line">
              <a:avLst/>
            </a:prstGeom>
            <a:ln>
              <a:solidFill>
                <a:schemeClr val="accent2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0" name="表 19">
            <a:extLst>
              <a:ext uri="{FF2B5EF4-FFF2-40B4-BE49-F238E27FC236}">
                <a16:creationId xmlns:a16="http://schemas.microsoft.com/office/drawing/2014/main" id="{EC280F99-B775-D954-664C-0EA40CBC98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5049756"/>
              </p:ext>
            </p:extLst>
          </p:nvPr>
        </p:nvGraphicFramePr>
        <p:xfrm>
          <a:off x="3077128" y="1808163"/>
          <a:ext cx="7771074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90358">
                  <a:extLst>
                    <a:ext uri="{9D8B030D-6E8A-4147-A177-3AD203B41FA5}">
                      <a16:colId xmlns:a16="http://schemas.microsoft.com/office/drawing/2014/main" val="183793257"/>
                    </a:ext>
                  </a:extLst>
                </a:gridCol>
                <a:gridCol w="2590358">
                  <a:extLst>
                    <a:ext uri="{9D8B030D-6E8A-4147-A177-3AD203B41FA5}">
                      <a16:colId xmlns:a16="http://schemas.microsoft.com/office/drawing/2014/main" val="252025401"/>
                    </a:ext>
                  </a:extLst>
                </a:gridCol>
                <a:gridCol w="2590358">
                  <a:extLst>
                    <a:ext uri="{9D8B030D-6E8A-4147-A177-3AD203B41FA5}">
                      <a16:colId xmlns:a16="http://schemas.microsoft.com/office/drawing/2014/main" val="4117697400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2025/10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2025/10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2025/10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3765726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Milestone A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Milestone A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Milestone A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5792429"/>
                  </a:ext>
                </a:extLst>
              </a:tr>
            </a:tbl>
          </a:graphicData>
        </a:graphic>
      </p:graphicFrame>
      <p:sp>
        <p:nvSpPr>
          <p:cNvPr id="21" name="星: 5 pt 20">
            <a:extLst>
              <a:ext uri="{FF2B5EF4-FFF2-40B4-BE49-F238E27FC236}">
                <a16:creationId xmlns:a16="http://schemas.microsoft.com/office/drawing/2014/main" id="{496499E3-5AC3-B05E-A2C7-D6D9AE6D4FFD}"/>
              </a:ext>
            </a:extLst>
          </p:cNvPr>
          <p:cNvSpPr/>
          <p:nvPr/>
        </p:nvSpPr>
        <p:spPr>
          <a:xfrm>
            <a:off x="4338711" y="2141661"/>
            <a:ext cx="180000" cy="180000"/>
          </a:xfrm>
          <a:prstGeom prst="star5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kumimoji="1" lang="ja-JP" altLang="en-US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2" name="星: 5 pt 21">
            <a:extLst>
              <a:ext uri="{FF2B5EF4-FFF2-40B4-BE49-F238E27FC236}">
                <a16:creationId xmlns:a16="http://schemas.microsoft.com/office/drawing/2014/main" id="{BBEC2BD9-29D2-7ACC-51D3-3FB94CDF3466}"/>
              </a:ext>
            </a:extLst>
          </p:cNvPr>
          <p:cNvSpPr/>
          <p:nvPr/>
        </p:nvSpPr>
        <p:spPr>
          <a:xfrm>
            <a:off x="7272737" y="2141661"/>
            <a:ext cx="180000" cy="180000"/>
          </a:xfrm>
          <a:prstGeom prst="star5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kumimoji="1" lang="ja-JP" altLang="en-US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3" name="星: 5 pt 22">
            <a:extLst>
              <a:ext uri="{FF2B5EF4-FFF2-40B4-BE49-F238E27FC236}">
                <a16:creationId xmlns:a16="http://schemas.microsoft.com/office/drawing/2014/main" id="{663F69ED-4520-8B6A-7228-06E3DEC188FD}"/>
              </a:ext>
            </a:extLst>
          </p:cNvPr>
          <p:cNvSpPr/>
          <p:nvPr/>
        </p:nvSpPr>
        <p:spPr>
          <a:xfrm>
            <a:off x="10595720" y="2141661"/>
            <a:ext cx="180000" cy="180000"/>
          </a:xfrm>
          <a:prstGeom prst="star5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kumimoji="1" lang="ja-JP" altLang="en-US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286889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82035A-EF37-C3C0-1502-0C1B09D13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28DF94E-5BE7-FB38-E3A9-C67B35BE6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5AA93-092B-49A1-87A7-3C88D5F38AD7}" type="slidenum">
              <a:rPr lang="ja-JP" altLang="en-US" smtClean="0"/>
              <a:pPr/>
              <a:t>16</a:t>
            </a:fld>
            <a:endParaRPr lang="ja-JP" altLang="en-US" sz="900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C18574F-1C5D-62C6-FECD-8ACCC82A33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014D30E0-BBF7-F9B4-1933-64CF1D4962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4739482"/>
              </p:ext>
            </p:extLst>
          </p:nvPr>
        </p:nvGraphicFramePr>
        <p:xfrm>
          <a:off x="2426957" y="2356803"/>
          <a:ext cx="9069718" cy="42289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7837">
                  <a:extLst>
                    <a:ext uri="{9D8B030D-6E8A-4147-A177-3AD203B41FA5}">
                      <a16:colId xmlns:a16="http://schemas.microsoft.com/office/drawing/2014/main" val="3980483133"/>
                    </a:ext>
                  </a:extLst>
                </a:gridCol>
                <a:gridCol w="647837">
                  <a:extLst>
                    <a:ext uri="{9D8B030D-6E8A-4147-A177-3AD203B41FA5}">
                      <a16:colId xmlns:a16="http://schemas.microsoft.com/office/drawing/2014/main" val="2833189041"/>
                    </a:ext>
                  </a:extLst>
                </a:gridCol>
                <a:gridCol w="647837">
                  <a:extLst>
                    <a:ext uri="{9D8B030D-6E8A-4147-A177-3AD203B41FA5}">
                      <a16:colId xmlns:a16="http://schemas.microsoft.com/office/drawing/2014/main" val="1593930307"/>
                    </a:ext>
                  </a:extLst>
                </a:gridCol>
                <a:gridCol w="647837">
                  <a:extLst>
                    <a:ext uri="{9D8B030D-6E8A-4147-A177-3AD203B41FA5}">
                      <a16:colId xmlns:a16="http://schemas.microsoft.com/office/drawing/2014/main" val="12743640"/>
                    </a:ext>
                  </a:extLst>
                </a:gridCol>
                <a:gridCol w="647837">
                  <a:extLst>
                    <a:ext uri="{9D8B030D-6E8A-4147-A177-3AD203B41FA5}">
                      <a16:colId xmlns:a16="http://schemas.microsoft.com/office/drawing/2014/main" val="2482683887"/>
                    </a:ext>
                  </a:extLst>
                </a:gridCol>
                <a:gridCol w="647837">
                  <a:extLst>
                    <a:ext uri="{9D8B030D-6E8A-4147-A177-3AD203B41FA5}">
                      <a16:colId xmlns:a16="http://schemas.microsoft.com/office/drawing/2014/main" val="2776769265"/>
                    </a:ext>
                  </a:extLst>
                </a:gridCol>
                <a:gridCol w="647837">
                  <a:extLst>
                    <a:ext uri="{9D8B030D-6E8A-4147-A177-3AD203B41FA5}">
                      <a16:colId xmlns:a16="http://schemas.microsoft.com/office/drawing/2014/main" val="1336726473"/>
                    </a:ext>
                  </a:extLst>
                </a:gridCol>
                <a:gridCol w="647837">
                  <a:extLst>
                    <a:ext uri="{9D8B030D-6E8A-4147-A177-3AD203B41FA5}">
                      <a16:colId xmlns:a16="http://schemas.microsoft.com/office/drawing/2014/main" val="1388895245"/>
                    </a:ext>
                  </a:extLst>
                </a:gridCol>
                <a:gridCol w="647837">
                  <a:extLst>
                    <a:ext uri="{9D8B030D-6E8A-4147-A177-3AD203B41FA5}">
                      <a16:colId xmlns:a16="http://schemas.microsoft.com/office/drawing/2014/main" val="324767229"/>
                    </a:ext>
                  </a:extLst>
                </a:gridCol>
                <a:gridCol w="647837">
                  <a:extLst>
                    <a:ext uri="{9D8B030D-6E8A-4147-A177-3AD203B41FA5}">
                      <a16:colId xmlns:a16="http://schemas.microsoft.com/office/drawing/2014/main" val="218325864"/>
                    </a:ext>
                  </a:extLst>
                </a:gridCol>
                <a:gridCol w="647837">
                  <a:extLst>
                    <a:ext uri="{9D8B030D-6E8A-4147-A177-3AD203B41FA5}">
                      <a16:colId xmlns:a16="http://schemas.microsoft.com/office/drawing/2014/main" val="3257805110"/>
                    </a:ext>
                  </a:extLst>
                </a:gridCol>
                <a:gridCol w="647837">
                  <a:extLst>
                    <a:ext uri="{9D8B030D-6E8A-4147-A177-3AD203B41FA5}">
                      <a16:colId xmlns:a16="http://schemas.microsoft.com/office/drawing/2014/main" val="3302757415"/>
                    </a:ext>
                  </a:extLst>
                </a:gridCol>
                <a:gridCol w="647837">
                  <a:extLst>
                    <a:ext uri="{9D8B030D-6E8A-4147-A177-3AD203B41FA5}">
                      <a16:colId xmlns:a16="http://schemas.microsoft.com/office/drawing/2014/main" val="1868523119"/>
                    </a:ext>
                  </a:extLst>
                </a:gridCol>
                <a:gridCol w="647837">
                  <a:extLst>
                    <a:ext uri="{9D8B030D-6E8A-4147-A177-3AD203B41FA5}">
                      <a16:colId xmlns:a16="http://schemas.microsoft.com/office/drawing/2014/main" val="3570203347"/>
                    </a:ext>
                  </a:extLst>
                </a:gridCol>
              </a:tblGrid>
              <a:tr h="4228936"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8783519"/>
                  </a:ext>
                </a:extLst>
              </a:tr>
            </a:tbl>
          </a:graphicData>
        </a:graphic>
      </p:graphicFrame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5A059B29-0D24-88E7-9EFE-5C32E255AE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9958138"/>
              </p:ext>
            </p:extLst>
          </p:nvPr>
        </p:nvGraphicFramePr>
        <p:xfrm>
          <a:off x="695357" y="2356803"/>
          <a:ext cx="1731600" cy="423926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31600">
                  <a:extLst>
                    <a:ext uri="{9D8B030D-6E8A-4147-A177-3AD203B41FA5}">
                      <a16:colId xmlns:a16="http://schemas.microsoft.com/office/drawing/2014/main" val="1426875373"/>
                    </a:ext>
                  </a:extLst>
                </a:gridCol>
              </a:tblGrid>
              <a:tr h="1413087"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7866861"/>
                  </a:ext>
                </a:extLst>
              </a:tr>
              <a:tr h="1413087"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2105683"/>
                  </a:ext>
                </a:extLst>
              </a:tr>
              <a:tr h="1413087"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6267650"/>
                  </a:ext>
                </a:extLst>
              </a:tr>
            </a:tbl>
          </a:graphicData>
        </a:graphic>
      </p:graphicFrame>
      <p:sp>
        <p:nvSpPr>
          <p:cNvPr id="7" name="矢印: 五方向 6">
            <a:extLst>
              <a:ext uri="{FF2B5EF4-FFF2-40B4-BE49-F238E27FC236}">
                <a16:creationId xmlns:a16="http://schemas.microsoft.com/office/drawing/2014/main" id="{4B8F17C6-A80F-2F9A-C6AF-BEB262D38C9A}"/>
              </a:ext>
            </a:extLst>
          </p:cNvPr>
          <p:cNvSpPr/>
          <p:nvPr/>
        </p:nvSpPr>
        <p:spPr>
          <a:xfrm>
            <a:off x="3245966" y="2508412"/>
            <a:ext cx="2199719" cy="1020074"/>
          </a:xfrm>
          <a:prstGeom prst="homePlate">
            <a:avLst>
              <a:gd name="adj" fmla="val 22534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r>
              <a:rPr kumimoji="1" lang="en-US" altLang="ja-JP" sz="1200" dirty="0" err="1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aaa</a:t>
            </a:r>
            <a:endParaRPr kumimoji="1" lang="ja-JP" altLang="en-US" sz="12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矢印: 五方向 7">
            <a:extLst>
              <a:ext uri="{FF2B5EF4-FFF2-40B4-BE49-F238E27FC236}">
                <a16:creationId xmlns:a16="http://schemas.microsoft.com/office/drawing/2014/main" id="{D9CF3AA6-8EB7-55B4-63D2-90CCEA731E5C}"/>
              </a:ext>
            </a:extLst>
          </p:cNvPr>
          <p:cNvSpPr/>
          <p:nvPr/>
        </p:nvSpPr>
        <p:spPr>
          <a:xfrm>
            <a:off x="3449706" y="2814889"/>
            <a:ext cx="569925" cy="270000"/>
          </a:xfrm>
          <a:prstGeom prst="homePlate">
            <a:avLst>
              <a:gd name="adj" fmla="val 4345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l"/>
            <a:r>
              <a:rPr kumimoji="1" lang="ja-JP" altLang="en-US" sz="105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あ</a:t>
            </a:r>
          </a:p>
        </p:txBody>
      </p:sp>
      <p:sp>
        <p:nvSpPr>
          <p:cNvPr id="9" name="矢印: 五方向 8">
            <a:extLst>
              <a:ext uri="{FF2B5EF4-FFF2-40B4-BE49-F238E27FC236}">
                <a16:creationId xmlns:a16="http://schemas.microsoft.com/office/drawing/2014/main" id="{5F680488-A5E8-A51B-593A-9F08B49C284D}"/>
              </a:ext>
            </a:extLst>
          </p:cNvPr>
          <p:cNvSpPr/>
          <p:nvPr/>
        </p:nvSpPr>
        <p:spPr>
          <a:xfrm>
            <a:off x="3732815" y="3209388"/>
            <a:ext cx="1288041" cy="270000"/>
          </a:xfrm>
          <a:prstGeom prst="homePlate">
            <a:avLst>
              <a:gd name="adj" fmla="val 4345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l"/>
            <a:r>
              <a:rPr kumimoji="1" lang="ja-JP" altLang="en-US" sz="105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あああ</a:t>
            </a:r>
          </a:p>
        </p:txBody>
      </p:sp>
      <p:sp>
        <p:nvSpPr>
          <p:cNvPr id="10" name="矢印: 五方向 9">
            <a:extLst>
              <a:ext uri="{FF2B5EF4-FFF2-40B4-BE49-F238E27FC236}">
                <a16:creationId xmlns:a16="http://schemas.microsoft.com/office/drawing/2014/main" id="{D47D2786-A513-520A-BDE4-F5EBB9766717}"/>
              </a:ext>
            </a:extLst>
          </p:cNvPr>
          <p:cNvSpPr/>
          <p:nvPr/>
        </p:nvSpPr>
        <p:spPr>
          <a:xfrm>
            <a:off x="4050165" y="2814889"/>
            <a:ext cx="960800" cy="270000"/>
          </a:xfrm>
          <a:prstGeom prst="homePlate">
            <a:avLst>
              <a:gd name="adj" fmla="val 4345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l"/>
            <a:r>
              <a:rPr kumimoji="1" lang="ja-JP" altLang="en-US" sz="105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あ</a:t>
            </a:r>
          </a:p>
        </p:txBody>
      </p:sp>
      <p:sp>
        <p:nvSpPr>
          <p:cNvPr id="11" name="矢印: 五方向 10">
            <a:extLst>
              <a:ext uri="{FF2B5EF4-FFF2-40B4-BE49-F238E27FC236}">
                <a16:creationId xmlns:a16="http://schemas.microsoft.com/office/drawing/2014/main" id="{FDD09E12-F1AC-1646-D765-1C4586BEADD9}"/>
              </a:ext>
            </a:extLst>
          </p:cNvPr>
          <p:cNvSpPr/>
          <p:nvPr/>
        </p:nvSpPr>
        <p:spPr>
          <a:xfrm>
            <a:off x="3245966" y="3886295"/>
            <a:ext cx="2199719" cy="640277"/>
          </a:xfrm>
          <a:prstGeom prst="homePlate">
            <a:avLst>
              <a:gd name="adj" fmla="val 22534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r>
              <a:rPr kumimoji="1" lang="en-US" altLang="ja-JP" sz="1200" dirty="0" err="1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aaa</a:t>
            </a:r>
            <a:endParaRPr kumimoji="1" lang="ja-JP" altLang="en-US" sz="12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2" name="矢印: 五方向 11">
            <a:extLst>
              <a:ext uri="{FF2B5EF4-FFF2-40B4-BE49-F238E27FC236}">
                <a16:creationId xmlns:a16="http://schemas.microsoft.com/office/drawing/2014/main" id="{08C03EFE-0AC6-9E5D-2404-D464564A31A8}"/>
              </a:ext>
            </a:extLst>
          </p:cNvPr>
          <p:cNvSpPr/>
          <p:nvPr/>
        </p:nvSpPr>
        <p:spPr>
          <a:xfrm>
            <a:off x="3449706" y="4192772"/>
            <a:ext cx="569925" cy="270000"/>
          </a:xfrm>
          <a:prstGeom prst="homePlate">
            <a:avLst>
              <a:gd name="adj" fmla="val 4345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l"/>
            <a:r>
              <a:rPr kumimoji="1" lang="ja-JP" altLang="en-US" sz="105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あ</a:t>
            </a:r>
          </a:p>
        </p:txBody>
      </p:sp>
      <p:sp>
        <p:nvSpPr>
          <p:cNvPr id="13" name="矢印: 五方向 12">
            <a:extLst>
              <a:ext uri="{FF2B5EF4-FFF2-40B4-BE49-F238E27FC236}">
                <a16:creationId xmlns:a16="http://schemas.microsoft.com/office/drawing/2014/main" id="{0B07E8E1-19D2-6852-23E3-07CB80A45A28}"/>
              </a:ext>
            </a:extLst>
          </p:cNvPr>
          <p:cNvSpPr/>
          <p:nvPr/>
        </p:nvSpPr>
        <p:spPr>
          <a:xfrm>
            <a:off x="4050165" y="4192772"/>
            <a:ext cx="960800" cy="270000"/>
          </a:xfrm>
          <a:prstGeom prst="homePlate">
            <a:avLst>
              <a:gd name="adj" fmla="val 4345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l"/>
            <a:r>
              <a:rPr kumimoji="1" lang="ja-JP" altLang="en-US" sz="105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あ</a:t>
            </a:r>
          </a:p>
        </p:txBody>
      </p:sp>
      <p:sp>
        <p:nvSpPr>
          <p:cNvPr id="14" name="矢印: 五方向 13">
            <a:extLst>
              <a:ext uri="{FF2B5EF4-FFF2-40B4-BE49-F238E27FC236}">
                <a16:creationId xmlns:a16="http://schemas.microsoft.com/office/drawing/2014/main" id="{01B49F80-A8A7-C325-1E70-11FD04A0353E}"/>
              </a:ext>
            </a:extLst>
          </p:cNvPr>
          <p:cNvSpPr/>
          <p:nvPr/>
        </p:nvSpPr>
        <p:spPr>
          <a:xfrm>
            <a:off x="4693615" y="4596526"/>
            <a:ext cx="2199719" cy="883784"/>
          </a:xfrm>
          <a:prstGeom prst="homePlate">
            <a:avLst>
              <a:gd name="adj" fmla="val 22534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r>
              <a:rPr kumimoji="1" lang="en-US" altLang="ja-JP" sz="1200" dirty="0" err="1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aaa</a:t>
            </a:r>
            <a:endParaRPr kumimoji="1" lang="ja-JP" altLang="en-US" sz="12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矢印: 五方向 14">
            <a:extLst>
              <a:ext uri="{FF2B5EF4-FFF2-40B4-BE49-F238E27FC236}">
                <a16:creationId xmlns:a16="http://schemas.microsoft.com/office/drawing/2014/main" id="{8C586540-036A-8EEF-10FA-50B83A32E0E1}"/>
              </a:ext>
            </a:extLst>
          </p:cNvPr>
          <p:cNvSpPr/>
          <p:nvPr/>
        </p:nvSpPr>
        <p:spPr>
          <a:xfrm>
            <a:off x="5132095" y="4772518"/>
            <a:ext cx="569925" cy="270000"/>
          </a:xfrm>
          <a:prstGeom prst="homePlate">
            <a:avLst>
              <a:gd name="adj" fmla="val 4345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l"/>
            <a:r>
              <a:rPr kumimoji="1" lang="ja-JP" altLang="en-US" sz="105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あ</a:t>
            </a:r>
          </a:p>
        </p:txBody>
      </p:sp>
      <p:sp>
        <p:nvSpPr>
          <p:cNvPr id="16" name="矢印: 五方向 15">
            <a:extLst>
              <a:ext uri="{FF2B5EF4-FFF2-40B4-BE49-F238E27FC236}">
                <a16:creationId xmlns:a16="http://schemas.microsoft.com/office/drawing/2014/main" id="{592425C9-79DF-1994-403A-24082CA7693B}"/>
              </a:ext>
            </a:extLst>
          </p:cNvPr>
          <p:cNvSpPr/>
          <p:nvPr/>
        </p:nvSpPr>
        <p:spPr>
          <a:xfrm>
            <a:off x="5142142" y="5147253"/>
            <a:ext cx="960800" cy="270000"/>
          </a:xfrm>
          <a:prstGeom prst="homePlate">
            <a:avLst>
              <a:gd name="adj" fmla="val 4345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l"/>
            <a:r>
              <a:rPr kumimoji="1" lang="ja-JP" altLang="en-US" sz="105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あ</a:t>
            </a:r>
          </a:p>
        </p:txBody>
      </p: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B5648338-0DCE-9D73-68D0-B2257A48D3B9}"/>
              </a:ext>
            </a:extLst>
          </p:cNvPr>
          <p:cNvGrpSpPr/>
          <p:nvPr/>
        </p:nvGrpSpPr>
        <p:grpSpPr>
          <a:xfrm>
            <a:off x="5807452" y="3512041"/>
            <a:ext cx="210964" cy="3073698"/>
            <a:chOff x="5773812" y="1963632"/>
            <a:chExt cx="310525" cy="4223808"/>
          </a:xfrm>
        </p:grpSpPr>
        <p:sp>
          <p:nvSpPr>
            <p:cNvPr id="18" name="二等辺三角形 17">
              <a:extLst>
                <a:ext uri="{FF2B5EF4-FFF2-40B4-BE49-F238E27FC236}">
                  <a16:creationId xmlns:a16="http://schemas.microsoft.com/office/drawing/2014/main" id="{8292AA20-C87E-F5E3-06EF-446E79C549F6}"/>
                </a:ext>
              </a:extLst>
            </p:cNvPr>
            <p:cNvSpPr/>
            <p:nvPr/>
          </p:nvSpPr>
          <p:spPr>
            <a:xfrm rot="10800000">
              <a:off x="5773812" y="1963632"/>
              <a:ext cx="310525" cy="229561"/>
            </a:xfrm>
            <a:prstGeom prst="triangl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kumimoji="1" lang="ja-JP" altLang="en-US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cxnSp>
          <p:nvCxnSpPr>
            <p:cNvPr id="19" name="直線コネクタ 18">
              <a:extLst>
                <a:ext uri="{FF2B5EF4-FFF2-40B4-BE49-F238E27FC236}">
                  <a16:creationId xmlns:a16="http://schemas.microsoft.com/office/drawing/2014/main" id="{94C9873C-3617-6748-7F46-F952B0120094}"/>
                </a:ext>
              </a:extLst>
            </p:cNvPr>
            <p:cNvCxnSpPr>
              <a:cxnSpLocks/>
            </p:cNvCxnSpPr>
            <p:nvPr/>
          </p:nvCxnSpPr>
          <p:spPr>
            <a:xfrm>
              <a:off x="5929074" y="2193193"/>
              <a:ext cx="0" cy="3994247"/>
            </a:xfrm>
            <a:prstGeom prst="line">
              <a:avLst/>
            </a:prstGeom>
            <a:ln>
              <a:solidFill>
                <a:schemeClr val="accent2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0" name="表 19">
            <a:extLst>
              <a:ext uri="{FF2B5EF4-FFF2-40B4-BE49-F238E27FC236}">
                <a16:creationId xmlns:a16="http://schemas.microsoft.com/office/drawing/2014/main" id="{94F43D9B-8362-BE37-C505-9E823C19DC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8040222"/>
              </p:ext>
            </p:extLst>
          </p:nvPr>
        </p:nvGraphicFramePr>
        <p:xfrm>
          <a:off x="3077128" y="1808163"/>
          <a:ext cx="7771076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42769">
                  <a:extLst>
                    <a:ext uri="{9D8B030D-6E8A-4147-A177-3AD203B41FA5}">
                      <a16:colId xmlns:a16="http://schemas.microsoft.com/office/drawing/2014/main" val="183793257"/>
                    </a:ext>
                  </a:extLst>
                </a:gridCol>
                <a:gridCol w="1942769">
                  <a:extLst>
                    <a:ext uri="{9D8B030D-6E8A-4147-A177-3AD203B41FA5}">
                      <a16:colId xmlns:a16="http://schemas.microsoft.com/office/drawing/2014/main" val="1252439268"/>
                    </a:ext>
                  </a:extLst>
                </a:gridCol>
                <a:gridCol w="1942769">
                  <a:extLst>
                    <a:ext uri="{9D8B030D-6E8A-4147-A177-3AD203B41FA5}">
                      <a16:colId xmlns:a16="http://schemas.microsoft.com/office/drawing/2014/main" val="252025401"/>
                    </a:ext>
                  </a:extLst>
                </a:gridCol>
                <a:gridCol w="1942769">
                  <a:extLst>
                    <a:ext uri="{9D8B030D-6E8A-4147-A177-3AD203B41FA5}">
                      <a16:colId xmlns:a16="http://schemas.microsoft.com/office/drawing/2014/main" val="4117697400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1Q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2Q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3Q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4Q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3765726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Milestone A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Milestone A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Milestone A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5792429"/>
                  </a:ext>
                </a:extLst>
              </a:tr>
            </a:tbl>
          </a:graphicData>
        </a:graphic>
      </p:graphicFrame>
      <p:sp>
        <p:nvSpPr>
          <p:cNvPr id="21" name="星: 5 pt 20">
            <a:extLst>
              <a:ext uri="{FF2B5EF4-FFF2-40B4-BE49-F238E27FC236}">
                <a16:creationId xmlns:a16="http://schemas.microsoft.com/office/drawing/2014/main" id="{08F251BD-F131-DBCD-BC97-DC759F43EE51}"/>
              </a:ext>
            </a:extLst>
          </p:cNvPr>
          <p:cNvSpPr/>
          <p:nvPr/>
        </p:nvSpPr>
        <p:spPr>
          <a:xfrm>
            <a:off x="4338711" y="2141661"/>
            <a:ext cx="180000" cy="180000"/>
          </a:xfrm>
          <a:prstGeom prst="star5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kumimoji="1" lang="ja-JP" altLang="en-US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2" name="星: 5 pt 21">
            <a:extLst>
              <a:ext uri="{FF2B5EF4-FFF2-40B4-BE49-F238E27FC236}">
                <a16:creationId xmlns:a16="http://schemas.microsoft.com/office/drawing/2014/main" id="{9E3F8B4C-76D9-4EB6-C0F2-FF241EAEF811}"/>
              </a:ext>
            </a:extLst>
          </p:cNvPr>
          <p:cNvSpPr/>
          <p:nvPr/>
        </p:nvSpPr>
        <p:spPr>
          <a:xfrm>
            <a:off x="7272737" y="2141661"/>
            <a:ext cx="180000" cy="180000"/>
          </a:xfrm>
          <a:prstGeom prst="star5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kumimoji="1" lang="ja-JP" altLang="en-US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3" name="星: 5 pt 22">
            <a:extLst>
              <a:ext uri="{FF2B5EF4-FFF2-40B4-BE49-F238E27FC236}">
                <a16:creationId xmlns:a16="http://schemas.microsoft.com/office/drawing/2014/main" id="{E37CC81D-9285-4B85-1B64-5D5C94F8563B}"/>
              </a:ext>
            </a:extLst>
          </p:cNvPr>
          <p:cNvSpPr/>
          <p:nvPr/>
        </p:nvSpPr>
        <p:spPr>
          <a:xfrm>
            <a:off x="10595720" y="2141661"/>
            <a:ext cx="180000" cy="180000"/>
          </a:xfrm>
          <a:prstGeom prst="star5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kumimoji="1" lang="ja-JP" altLang="en-US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361606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ED5BAD-9EE8-22DA-E742-6190C00F4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DCB4C01-63B5-488F-D58C-378868F1C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5AA93-092B-49A1-87A7-3C88D5F38AD7}" type="slidenum">
              <a:rPr lang="ja-JP" altLang="en-US" smtClean="0"/>
              <a:pPr/>
              <a:t>17</a:t>
            </a:fld>
            <a:endParaRPr lang="ja-JP" altLang="en-US" sz="900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B0ABCCB-BAF9-F228-E052-3D111AB664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E54759B6-C8E2-2B4E-2B4A-487D3F324F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481985"/>
              </p:ext>
            </p:extLst>
          </p:nvPr>
        </p:nvGraphicFramePr>
        <p:xfrm>
          <a:off x="2426957" y="3249613"/>
          <a:ext cx="9069718" cy="32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7837">
                  <a:extLst>
                    <a:ext uri="{9D8B030D-6E8A-4147-A177-3AD203B41FA5}">
                      <a16:colId xmlns:a16="http://schemas.microsoft.com/office/drawing/2014/main" val="3980483133"/>
                    </a:ext>
                  </a:extLst>
                </a:gridCol>
                <a:gridCol w="647837">
                  <a:extLst>
                    <a:ext uri="{9D8B030D-6E8A-4147-A177-3AD203B41FA5}">
                      <a16:colId xmlns:a16="http://schemas.microsoft.com/office/drawing/2014/main" val="2833189041"/>
                    </a:ext>
                  </a:extLst>
                </a:gridCol>
                <a:gridCol w="647837">
                  <a:extLst>
                    <a:ext uri="{9D8B030D-6E8A-4147-A177-3AD203B41FA5}">
                      <a16:colId xmlns:a16="http://schemas.microsoft.com/office/drawing/2014/main" val="1593930307"/>
                    </a:ext>
                  </a:extLst>
                </a:gridCol>
                <a:gridCol w="647837">
                  <a:extLst>
                    <a:ext uri="{9D8B030D-6E8A-4147-A177-3AD203B41FA5}">
                      <a16:colId xmlns:a16="http://schemas.microsoft.com/office/drawing/2014/main" val="12743640"/>
                    </a:ext>
                  </a:extLst>
                </a:gridCol>
                <a:gridCol w="647837">
                  <a:extLst>
                    <a:ext uri="{9D8B030D-6E8A-4147-A177-3AD203B41FA5}">
                      <a16:colId xmlns:a16="http://schemas.microsoft.com/office/drawing/2014/main" val="2482683887"/>
                    </a:ext>
                  </a:extLst>
                </a:gridCol>
                <a:gridCol w="647837">
                  <a:extLst>
                    <a:ext uri="{9D8B030D-6E8A-4147-A177-3AD203B41FA5}">
                      <a16:colId xmlns:a16="http://schemas.microsoft.com/office/drawing/2014/main" val="2776769265"/>
                    </a:ext>
                  </a:extLst>
                </a:gridCol>
                <a:gridCol w="647837">
                  <a:extLst>
                    <a:ext uri="{9D8B030D-6E8A-4147-A177-3AD203B41FA5}">
                      <a16:colId xmlns:a16="http://schemas.microsoft.com/office/drawing/2014/main" val="1336726473"/>
                    </a:ext>
                  </a:extLst>
                </a:gridCol>
                <a:gridCol w="647837">
                  <a:extLst>
                    <a:ext uri="{9D8B030D-6E8A-4147-A177-3AD203B41FA5}">
                      <a16:colId xmlns:a16="http://schemas.microsoft.com/office/drawing/2014/main" val="1388895245"/>
                    </a:ext>
                  </a:extLst>
                </a:gridCol>
                <a:gridCol w="647837">
                  <a:extLst>
                    <a:ext uri="{9D8B030D-6E8A-4147-A177-3AD203B41FA5}">
                      <a16:colId xmlns:a16="http://schemas.microsoft.com/office/drawing/2014/main" val="324767229"/>
                    </a:ext>
                  </a:extLst>
                </a:gridCol>
                <a:gridCol w="647837">
                  <a:extLst>
                    <a:ext uri="{9D8B030D-6E8A-4147-A177-3AD203B41FA5}">
                      <a16:colId xmlns:a16="http://schemas.microsoft.com/office/drawing/2014/main" val="218325864"/>
                    </a:ext>
                  </a:extLst>
                </a:gridCol>
                <a:gridCol w="647837">
                  <a:extLst>
                    <a:ext uri="{9D8B030D-6E8A-4147-A177-3AD203B41FA5}">
                      <a16:colId xmlns:a16="http://schemas.microsoft.com/office/drawing/2014/main" val="3257805110"/>
                    </a:ext>
                  </a:extLst>
                </a:gridCol>
                <a:gridCol w="647837">
                  <a:extLst>
                    <a:ext uri="{9D8B030D-6E8A-4147-A177-3AD203B41FA5}">
                      <a16:colId xmlns:a16="http://schemas.microsoft.com/office/drawing/2014/main" val="3302757415"/>
                    </a:ext>
                  </a:extLst>
                </a:gridCol>
                <a:gridCol w="647837">
                  <a:extLst>
                    <a:ext uri="{9D8B030D-6E8A-4147-A177-3AD203B41FA5}">
                      <a16:colId xmlns:a16="http://schemas.microsoft.com/office/drawing/2014/main" val="1868523119"/>
                    </a:ext>
                  </a:extLst>
                </a:gridCol>
                <a:gridCol w="647837">
                  <a:extLst>
                    <a:ext uri="{9D8B030D-6E8A-4147-A177-3AD203B41FA5}">
                      <a16:colId xmlns:a16="http://schemas.microsoft.com/office/drawing/2014/main" val="3570203347"/>
                    </a:ext>
                  </a:extLst>
                </a:gridCol>
              </a:tblGrid>
              <a:tr h="3240000"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8783519"/>
                  </a:ext>
                </a:extLst>
              </a:tr>
            </a:tbl>
          </a:graphicData>
        </a:graphic>
      </p:graphicFrame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7DF8BDF5-B057-6A3D-59FE-5C7E8EDA53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0902153"/>
              </p:ext>
            </p:extLst>
          </p:nvPr>
        </p:nvGraphicFramePr>
        <p:xfrm>
          <a:off x="695357" y="3249613"/>
          <a:ext cx="1731600" cy="32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31600">
                  <a:extLst>
                    <a:ext uri="{9D8B030D-6E8A-4147-A177-3AD203B41FA5}">
                      <a16:colId xmlns:a16="http://schemas.microsoft.com/office/drawing/2014/main" val="1426875373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7866861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2105683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6267650"/>
                  </a:ext>
                </a:extLst>
              </a:tr>
            </a:tbl>
          </a:graphicData>
        </a:graphic>
      </p:graphicFrame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735503CB-55BA-87AB-C4C2-0471EA3DC7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3128703"/>
              </p:ext>
            </p:extLst>
          </p:nvPr>
        </p:nvGraphicFramePr>
        <p:xfrm>
          <a:off x="3076279" y="2707659"/>
          <a:ext cx="7771074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90358">
                  <a:extLst>
                    <a:ext uri="{9D8B030D-6E8A-4147-A177-3AD203B41FA5}">
                      <a16:colId xmlns:a16="http://schemas.microsoft.com/office/drawing/2014/main" val="183793257"/>
                    </a:ext>
                  </a:extLst>
                </a:gridCol>
                <a:gridCol w="2590358">
                  <a:extLst>
                    <a:ext uri="{9D8B030D-6E8A-4147-A177-3AD203B41FA5}">
                      <a16:colId xmlns:a16="http://schemas.microsoft.com/office/drawing/2014/main" val="252025401"/>
                    </a:ext>
                  </a:extLst>
                </a:gridCol>
                <a:gridCol w="2590358">
                  <a:extLst>
                    <a:ext uri="{9D8B030D-6E8A-4147-A177-3AD203B41FA5}">
                      <a16:colId xmlns:a16="http://schemas.microsoft.com/office/drawing/2014/main" val="4117697400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2025/10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2025/10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2025/10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3765726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Milestone A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Milestone A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Milestone A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5792429"/>
                  </a:ext>
                </a:extLst>
              </a:tr>
            </a:tbl>
          </a:graphicData>
        </a:graphic>
      </p:graphicFrame>
      <p:sp>
        <p:nvSpPr>
          <p:cNvPr id="8" name="星: 5 pt 7">
            <a:extLst>
              <a:ext uri="{FF2B5EF4-FFF2-40B4-BE49-F238E27FC236}">
                <a16:creationId xmlns:a16="http://schemas.microsoft.com/office/drawing/2014/main" id="{E8999BAD-C040-7D20-4802-ABCF396A867F}"/>
              </a:ext>
            </a:extLst>
          </p:cNvPr>
          <p:cNvSpPr/>
          <p:nvPr/>
        </p:nvSpPr>
        <p:spPr>
          <a:xfrm>
            <a:off x="4338711" y="3036099"/>
            <a:ext cx="180000" cy="180000"/>
          </a:xfrm>
          <a:prstGeom prst="star5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kumimoji="1" lang="ja-JP" altLang="en-US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星: 5 pt 8">
            <a:extLst>
              <a:ext uri="{FF2B5EF4-FFF2-40B4-BE49-F238E27FC236}">
                <a16:creationId xmlns:a16="http://schemas.microsoft.com/office/drawing/2014/main" id="{841D58F1-16A5-D00B-469E-C905B694839E}"/>
              </a:ext>
            </a:extLst>
          </p:cNvPr>
          <p:cNvSpPr/>
          <p:nvPr/>
        </p:nvSpPr>
        <p:spPr>
          <a:xfrm>
            <a:off x="7272737" y="3036099"/>
            <a:ext cx="180000" cy="180000"/>
          </a:xfrm>
          <a:prstGeom prst="star5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kumimoji="1" lang="ja-JP" altLang="en-US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星: 5 pt 9">
            <a:extLst>
              <a:ext uri="{FF2B5EF4-FFF2-40B4-BE49-F238E27FC236}">
                <a16:creationId xmlns:a16="http://schemas.microsoft.com/office/drawing/2014/main" id="{F258516F-2526-6F42-BF0D-6973788C4C43}"/>
              </a:ext>
            </a:extLst>
          </p:cNvPr>
          <p:cNvSpPr/>
          <p:nvPr/>
        </p:nvSpPr>
        <p:spPr>
          <a:xfrm>
            <a:off x="10595720" y="3036099"/>
            <a:ext cx="180000" cy="180000"/>
          </a:xfrm>
          <a:prstGeom prst="star5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kumimoji="1" lang="ja-JP" altLang="en-US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" name="矢印: 五方向 10">
            <a:extLst>
              <a:ext uri="{FF2B5EF4-FFF2-40B4-BE49-F238E27FC236}">
                <a16:creationId xmlns:a16="http://schemas.microsoft.com/office/drawing/2014/main" id="{2CBB5006-6991-6383-7702-3644A028A2DB}"/>
              </a:ext>
            </a:extLst>
          </p:cNvPr>
          <p:cNvSpPr/>
          <p:nvPr/>
        </p:nvSpPr>
        <p:spPr>
          <a:xfrm>
            <a:off x="3245966" y="3409537"/>
            <a:ext cx="2199719" cy="669457"/>
          </a:xfrm>
          <a:prstGeom prst="homePlate">
            <a:avLst>
              <a:gd name="adj" fmla="val 22534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r>
              <a:rPr kumimoji="1" lang="en-US" altLang="ja-JP" sz="1200" dirty="0" err="1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aaa</a:t>
            </a:r>
            <a:endParaRPr kumimoji="1" lang="ja-JP" altLang="en-US" sz="12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2" name="矢印: 五方向 11">
            <a:extLst>
              <a:ext uri="{FF2B5EF4-FFF2-40B4-BE49-F238E27FC236}">
                <a16:creationId xmlns:a16="http://schemas.microsoft.com/office/drawing/2014/main" id="{48A31F9C-77F8-2DA8-7B5D-5441D3E17AE2}"/>
              </a:ext>
            </a:extLst>
          </p:cNvPr>
          <p:cNvSpPr/>
          <p:nvPr/>
        </p:nvSpPr>
        <p:spPr>
          <a:xfrm>
            <a:off x="3449706" y="3716014"/>
            <a:ext cx="569925" cy="270000"/>
          </a:xfrm>
          <a:prstGeom prst="homePlate">
            <a:avLst>
              <a:gd name="adj" fmla="val 4345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l"/>
            <a:r>
              <a:rPr kumimoji="1" lang="ja-JP" altLang="en-US" sz="105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あ</a:t>
            </a:r>
          </a:p>
        </p:txBody>
      </p:sp>
      <p:sp>
        <p:nvSpPr>
          <p:cNvPr id="13" name="矢印: 五方向 12">
            <a:extLst>
              <a:ext uri="{FF2B5EF4-FFF2-40B4-BE49-F238E27FC236}">
                <a16:creationId xmlns:a16="http://schemas.microsoft.com/office/drawing/2014/main" id="{73B89304-8343-12E1-4042-A1DCE584A5C2}"/>
              </a:ext>
            </a:extLst>
          </p:cNvPr>
          <p:cNvSpPr/>
          <p:nvPr/>
        </p:nvSpPr>
        <p:spPr>
          <a:xfrm>
            <a:off x="4050165" y="3716014"/>
            <a:ext cx="960800" cy="270000"/>
          </a:xfrm>
          <a:prstGeom prst="homePlate">
            <a:avLst>
              <a:gd name="adj" fmla="val 4345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l"/>
            <a:r>
              <a:rPr kumimoji="1" lang="ja-JP" altLang="en-US" sz="105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あ</a:t>
            </a:r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82D9AD73-1CEA-427A-36C5-832342E8A110}"/>
              </a:ext>
            </a:extLst>
          </p:cNvPr>
          <p:cNvGrpSpPr/>
          <p:nvPr/>
        </p:nvGrpSpPr>
        <p:grpSpPr>
          <a:xfrm>
            <a:off x="5807452" y="3043785"/>
            <a:ext cx="210964" cy="3073698"/>
            <a:chOff x="5773812" y="1963632"/>
            <a:chExt cx="310525" cy="4223808"/>
          </a:xfrm>
        </p:grpSpPr>
        <p:sp>
          <p:nvSpPr>
            <p:cNvPr id="15" name="二等辺三角形 14">
              <a:extLst>
                <a:ext uri="{FF2B5EF4-FFF2-40B4-BE49-F238E27FC236}">
                  <a16:creationId xmlns:a16="http://schemas.microsoft.com/office/drawing/2014/main" id="{4F4A06A0-FE95-80CE-1300-490206E47588}"/>
                </a:ext>
              </a:extLst>
            </p:cNvPr>
            <p:cNvSpPr/>
            <p:nvPr/>
          </p:nvSpPr>
          <p:spPr>
            <a:xfrm rot="10800000">
              <a:off x="5773812" y="1963632"/>
              <a:ext cx="310525" cy="229561"/>
            </a:xfrm>
            <a:prstGeom prst="triangl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kumimoji="1" lang="ja-JP" altLang="en-US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cxnSp>
          <p:nvCxnSpPr>
            <p:cNvPr id="16" name="直線コネクタ 15">
              <a:extLst>
                <a:ext uri="{FF2B5EF4-FFF2-40B4-BE49-F238E27FC236}">
                  <a16:creationId xmlns:a16="http://schemas.microsoft.com/office/drawing/2014/main" id="{32C45D3C-4D69-9AA2-2FB8-6ED170AEEF13}"/>
                </a:ext>
              </a:extLst>
            </p:cNvPr>
            <p:cNvCxnSpPr>
              <a:cxnSpLocks/>
            </p:cNvCxnSpPr>
            <p:nvPr/>
          </p:nvCxnSpPr>
          <p:spPr>
            <a:xfrm>
              <a:off x="5929074" y="2193193"/>
              <a:ext cx="0" cy="3994247"/>
            </a:xfrm>
            <a:prstGeom prst="line">
              <a:avLst/>
            </a:prstGeom>
            <a:ln>
              <a:solidFill>
                <a:schemeClr val="accent2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544214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D8E510-E446-E623-67B6-636835E5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9F8FFB4-D18F-E6B2-1EBB-A66ADC46D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5AA93-092B-49A1-87A7-3C88D5F38AD7}" type="slidenum">
              <a:rPr lang="ja-JP" altLang="en-US" smtClean="0"/>
              <a:pPr/>
              <a:t>18</a:t>
            </a:fld>
            <a:endParaRPr lang="ja-JP" altLang="en-US" sz="900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3B643FA-039E-EA1A-6B0A-5EBD9D5195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A690200A-BD11-268B-E4DD-B1C301AA44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1759551"/>
              </p:ext>
            </p:extLst>
          </p:nvPr>
        </p:nvGraphicFramePr>
        <p:xfrm>
          <a:off x="2426957" y="3247466"/>
          <a:ext cx="9069718" cy="32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7837">
                  <a:extLst>
                    <a:ext uri="{9D8B030D-6E8A-4147-A177-3AD203B41FA5}">
                      <a16:colId xmlns:a16="http://schemas.microsoft.com/office/drawing/2014/main" val="3980483133"/>
                    </a:ext>
                  </a:extLst>
                </a:gridCol>
                <a:gridCol w="647837">
                  <a:extLst>
                    <a:ext uri="{9D8B030D-6E8A-4147-A177-3AD203B41FA5}">
                      <a16:colId xmlns:a16="http://schemas.microsoft.com/office/drawing/2014/main" val="2833189041"/>
                    </a:ext>
                  </a:extLst>
                </a:gridCol>
                <a:gridCol w="647837">
                  <a:extLst>
                    <a:ext uri="{9D8B030D-6E8A-4147-A177-3AD203B41FA5}">
                      <a16:colId xmlns:a16="http://schemas.microsoft.com/office/drawing/2014/main" val="1593930307"/>
                    </a:ext>
                  </a:extLst>
                </a:gridCol>
                <a:gridCol w="647837">
                  <a:extLst>
                    <a:ext uri="{9D8B030D-6E8A-4147-A177-3AD203B41FA5}">
                      <a16:colId xmlns:a16="http://schemas.microsoft.com/office/drawing/2014/main" val="12743640"/>
                    </a:ext>
                  </a:extLst>
                </a:gridCol>
                <a:gridCol w="647837">
                  <a:extLst>
                    <a:ext uri="{9D8B030D-6E8A-4147-A177-3AD203B41FA5}">
                      <a16:colId xmlns:a16="http://schemas.microsoft.com/office/drawing/2014/main" val="2482683887"/>
                    </a:ext>
                  </a:extLst>
                </a:gridCol>
                <a:gridCol w="647837">
                  <a:extLst>
                    <a:ext uri="{9D8B030D-6E8A-4147-A177-3AD203B41FA5}">
                      <a16:colId xmlns:a16="http://schemas.microsoft.com/office/drawing/2014/main" val="2776769265"/>
                    </a:ext>
                  </a:extLst>
                </a:gridCol>
                <a:gridCol w="647837">
                  <a:extLst>
                    <a:ext uri="{9D8B030D-6E8A-4147-A177-3AD203B41FA5}">
                      <a16:colId xmlns:a16="http://schemas.microsoft.com/office/drawing/2014/main" val="1336726473"/>
                    </a:ext>
                  </a:extLst>
                </a:gridCol>
                <a:gridCol w="647837">
                  <a:extLst>
                    <a:ext uri="{9D8B030D-6E8A-4147-A177-3AD203B41FA5}">
                      <a16:colId xmlns:a16="http://schemas.microsoft.com/office/drawing/2014/main" val="1388895245"/>
                    </a:ext>
                  </a:extLst>
                </a:gridCol>
                <a:gridCol w="647837">
                  <a:extLst>
                    <a:ext uri="{9D8B030D-6E8A-4147-A177-3AD203B41FA5}">
                      <a16:colId xmlns:a16="http://schemas.microsoft.com/office/drawing/2014/main" val="324767229"/>
                    </a:ext>
                  </a:extLst>
                </a:gridCol>
                <a:gridCol w="647837">
                  <a:extLst>
                    <a:ext uri="{9D8B030D-6E8A-4147-A177-3AD203B41FA5}">
                      <a16:colId xmlns:a16="http://schemas.microsoft.com/office/drawing/2014/main" val="218325864"/>
                    </a:ext>
                  </a:extLst>
                </a:gridCol>
                <a:gridCol w="647837">
                  <a:extLst>
                    <a:ext uri="{9D8B030D-6E8A-4147-A177-3AD203B41FA5}">
                      <a16:colId xmlns:a16="http://schemas.microsoft.com/office/drawing/2014/main" val="3257805110"/>
                    </a:ext>
                  </a:extLst>
                </a:gridCol>
                <a:gridCol w="647837">
                  <a:extLst>
                    <a:ext uri="{9D8B030D-6E8A-4147-A177-3AD203B41FA5}">
                      <a16:colId xmlns:a16="http://schemas.microsoft.com/office/drawing/2014/main" val="3302757415"/>
                    </a:ext>
                  </a:extLst>
                </a:gridCol>
                <a:gridCol w="647837">
                  <a:extLst>
                    <a:ext uri="{9D8B030D-6E8A-4147-A177-3AD203B41FA5}">
                      <a16:colId xmlns:a16="http://schemas.microsoft.com/office/drawing/2014/main" val="1868523119"/>
                    </a:ext>
                  </a:extLst>
                </a:gridCol>
                <a:gridCol w="647837">
                  <a:extLst>
                    <a:ext uri="{9D8B030D-6E8A-4147-A177-3AD203B41FA5}">
                      <a16:colId xmlns:a16="http://schemas.microsoft.com/office/drawing/2014/main" val="3570203347"/>
                    </a:ext>
                  </a:extLst>
                </a:gridCol>
              </a:tblGrid>
              <a:tr h="3240000"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8783519"/>
                  </a:ext>
                </a:extLst>
              </a:tr>
            </a:tbl>
          </a:graphicData>
        </a:graphic>
      </p:graphicFrame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B08A4692-0A2E-CFE9-02EB-8FA5292625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9161710"/>
              </p:ext>
            </p:extLst>
          </p:nvPr>
        </p:nvGraphicFramePr>
        <p:xfrm>
          <a:off x="695357" y="3247465"/>
          <a:ext cx="1731600" cy="32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31600">
                  <a:extLst>
                    <a:ext uri="{9D8B030D-6E8A-4147-A177-3AD203B41FA5}">
                      <a16:colId xmlns:a16="http://schemas.microsoft.com/office/drawing/2014/main" val="1426875373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7866861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2105683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6267650"/>
                  </a:ext>
                </a:extLst>
              </a:tr>
            </a:tbl>
          </a:graphicData>
        </a:graphic>
      </p:graphicFrame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EBC99691-8BB4-E7C7-3402-2392E0F19F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3568607"/>
              </p:ext>
            </p:extLst>
          </p:nvPr>
        </p:nvGraphicFramePr>
        <p:xfrm>
          <a:off x="3077128" y="2698826"/>
          <a:ext cx="7771076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42769">
                  <a:extLst>
                    <a:ext uri="{9D8B030D-6E8A-4147-A177-3AD203B41FA5}">
                      <a16:colId xmlns:a16="http://schemas.microsoft.com/office/drawing/2014/main" val="183793257"/>
                    </a:ext>
                  </a:extLst>
                </a:gridCol>
                <a:gridCol w="1942769">
                  <a:extLst>
                    <a:ext uri="{9D8B030D-6E8A-4147-A177-3AD203B41FA5}">
                      <a16:colId xmlns:a16="http://schemas.microsoft.com/office/drawing/2014/main" val="841778014"/>
                    </a:ext>
                  </a:extLst>
                </a:gridCol>
                <a:gridCol w="1942769">
                  <a:extLst>
                    <a:ext uri="{9D8B030D-6E8A-4147-A177-3AD203B41FA5}">
                      <a16:colId xmlns:a16="http://schemas.microsoft.com/office/drawing/2014/main" val="252025401"/>
                    </a:ext>
                  </a:extLst>
                </a:gridCol>
                <a:gridCol w="1942769">
                  <a:extLst>
                    <a:ext uri="{9D8B030D-6E8A-4147-A177-3AD203B41FA5}">
                      <a16:colId xmlns:a16="http://schemas.microsoft.com/office/drawing/2014/main" val="4117697400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1Q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2Q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3Q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4Q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3765726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Milestone A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Milestone A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Milestone A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5792429"/>
                  </a:ext>
                </a:extLst>
              </a:tr>
            </a:tbl>
          </a:graphicData>
        </a:graphic>
      </p:graphicFrame>
      <p:sp>
        <p:nvSpPr>
          <p:cNvPr id="8" name="星: 5 pt 7">
            <a:extLst>
              <a:ext uri="{FF2B5EF4-FFF2-40B4-BE49-F238E27FC236}">
                <a16:creationId xmlns:a16="http://schemas.microsoft.com/office/drawing/2014/main" id="{133A256C-1C14-BFA9-2309-0EE5DC1F8854}"/>
              </a:ext>
            </a:extLst>
          </p:cNvPr>
          <p:cNvSpPr/>
          <p:nvPr/>
        </p:nvSpPr>
        <p:spPr>
          <a:xfrm>
            <a:off x="4338711" y="3033952"/>
            <a:ext cx="180000" cy="180000"/>
          </a:xfrm>
          <a:prstGeom prst="star5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kumimoji="1" lang="ja-JP" altLang="en-US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星: 5 pt 8">
            <a:extLst>
              <a:ext uri="{FF2B5EF4-FFF2-40B4-BE49-F238E27FC236}">
                <a16:creationId xmlns:a16="http://schemas.microsoft.com/office/drawing/2014/main" id="{AC375C1D-3824-1D78-D047-7ACECD6C5388}"/>
              </a:ext>
            </a:extLst>
          </p:cNvPr>
          <p:cNvSpPr/>
          <p:nvPr/>
        </p:nvSpPr>
        <p:spPr>
          <a:xfrm>
            <a:off x="7272737" y="3033952"/>
            <a:ext cx="180000" cy="180000"/>
          </a:xfrm>
          <a:prstGeom prst="star5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kumimoji="1" lang="ja-JP" altLang="en-US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星: 5 pt 9">
            <a:extLst>
              <a:ext uri="{FF2B5EF4-FFF2-40B4-BE49-F238E27FC236}">
                <a16:creationId xmlns:a16="http://schemas.microsoft.com/office/drawing/2014/main" id="{C796B8B3-5A69-C225-3989-9745F0252A28}"/>
              </a:ext>
            </a:extLst>
          </p:cNvPr>
          <p:cNvSpPr/>
          <p:nvPr/>
        </p:nvSpPr>
        <p:spPr>
          <a:xfrm>
            <a:off x="10595720" y="3033952"/>
            <a:ext cx="180000" cy="180000"/>
          </a:xfrm>
          <a:prstGeom prst="star5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kumimoji="1" lang="ja-JP" altLang="en-US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" name="矢印: 五方向 10">
            <a:extLst>
              <a:ext uri="{FF2B5EF4-FFF2-40B4-BE49-F238E27FC236}">
                <a16:creationId xmlns:a16="http://schemas.microsoft.com/office/drawing/2014/main" id="{E2B1A8CA-5092-C5AA-BBBE-1BA535C118F6}"/>
              </a:ext>
            </a:extLst>
          </p:cNvPr>
          <p:cNvSpPr/>
          <p:nvPr/>
        </p:nvSpPr>
        <p:spPr>
          <a:xfrm>
            <a:off x="3245966" y="3407390"/>
            <a:ext cx="2199719" cy="669457"/>
          </a:xfrm>
          <a:prstGeom prst="homePlate">
            <a:avLst>
              <a:gd name="adj" fmla="val 22534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r>
              <a:rPr kumimoji="1" lang="en-US" altLang="ja-JP" sz="1200" dirty="0" err="1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aaa</a:t>
            </a:r>
            <a:endParaRPr kumimoji="1" lang="ja-JP" altLang="en-US" sz="12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2" name="矢印: 五方向 11">
            <a:extLst>
              <a:ext uri="{FF2B5EF4-FFF2-40B4-BE49-F238E27FC236}">
                <a16:creationId xmlns:a16="http://schemas.microsoft.com/office/drawing/2014/main" id="{3BC6D7B0-1D09-6F40-47E5-D92B78FEA95A}"/>
              </a:ext>
            </a:extLst>
          </p:cNvPr>
          <p:cNvSpPr/>
          <p:nvPr/>
        </p:nvSpPr>
        <p:spPr>
          <a:xfrm>
            <a:off x="3449706" y="3713867"/>
            <a:ext cx="569925" cy="270000"/>
          </a:xfrm>
          <a:prstGeom prst="homePlate">
            <a:avLst>
              <a:gd name="adj" fmla="val 4345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l"/>
            <a:r>
              <a:rPr kumimoji="1" lang="ja-JP" altLang="en-US" sz="105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あ</a:t>
            </a:r>
          </a:p>
        </p:txBody>
      </p:sp>
      <p:sp>
        <p:nvSpPr>
          <p:cNvPr id="13" name="矢印: 五方向 12">
            <a:extLst>
              <a:ext uri="{FF2B5EF4-FFF2-40B4-BE49-F238E27FC236}">
                <a16:creationId xmlns:a16="http://schemas.microsoft.com/office/drawing/2014/main" id="{8F1EE731-426B-E0F9-C4F2-858905BD32E4}"/>
              </a:ext>
            </a:extLst>
          </p:cNvPr>
          <p:cNvSpPr/>
          <p:nvPr/>
        </p:nvSpPr>
        <p:spPr>
          <a:xfrm>
            <a:off x="4050165" y="3713867"/>
            <a:ext cx="960800" cy="270000"/>
          </a:xfrm>
          <a:prstGeom prst="homePlate">
            <a:avLst>
              <a:gd name="adj" fmla="val 4345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l"/>
            <a:r>
              <a:rPr kumimoji="1" lang="ja-JP" altLang="en-US" sz="105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あ</a:t>
            </a:r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F39C12E3-81BD-3DF0-70CD-48958020ADA5}"/>
              </a:ext>
            </a:extLst>
          </p:cNvPr>
          <p:cNvGrpSpPr/>
          <p:nvPr/>
        </p:nvGrpSpPr>
        <p:grpSpPr>
          <a:xfrm>
            <a:off x="5807452" y="3041638"/>
            <a:ext cx="210964" cy="3073698"/>
            <a:chOff x="5773812" y="1963632"/>
            <a:chExt cx="310525" cy="4223808"/>
          </a:xfrm>
        </p:grpSpPr>
        <p:sp>
          <p:nvSpPr>
            <p:cNvPr id="15" name="二等辺三角形 14">
              <a:extLst>
                <a:ext uri="{FF2B5EF4-FFF2-40B4-BE49-F238E27FC236}">
                  <a16:creationId xmlns:a16="http://schemas.microsoft.com/office/drawing/2014/main" id="{88D8ADF5-2D57-E2E9-5070-A6BBF428BF29}"/>
                </a:ext>
              </a:extLst>
            </p:cNvPr>
            <p:cNvSpPr/>
            <p:nvPr/>
          </p:nvSpPr>
          <p:spPr>
            <a:xfrm rot="10800000">
              <a:off x="5773812" y="1963632"/>
              <a:ext cx="310525" cy="229561"/>
            </a:xfrm>
            <a:prstGeom prst="triangl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kumimoji="1" lang="ja-JP" altLang="en-US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cxnSp>
          <p:nvCxnSpPr>
            <p:cNvPr id="16" name="直線コネクタ 15">
              <a:extLst>
                <a:ext uri="{FF2B5EF4-FFF2-40B4-BE49-F238E27FC236}">
                  <a16:creationId xmlns:a16="http://schemas.microsoft.com/office/drawing/2014/main" id="{E1BD1A6C-B04E-4389-5CE9-FDEFCC16ADEB}"/>
                </a:ext>
              </a:extLst>
            </p:cNvPr>
            <p:cNvCxnSpPr>
              <a:cxnSpLocks/>
            </p:cNvCxnSpPr>
            <p:nvPr/>
          </p:nvCxnSpPr>
          <p:spPr>
            <a:xfrm>
              <a:off x="5929074" y="2193193"/>
              <a:ext cx="0" cy="3994247"/>
            </a:xfrm>
            <a:prstGeom prst="line">
              <a:avLst/>
            </a:prstGeom>
            <a:ln>
              <a:solidFill>
                <a:schemeClr val="accent2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273322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BA6224-3609-CDBD-9763-C9A4C834C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8B9B222-727E-C491-AFA7-5DC05F89A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5AA93-092B-49A1-87A7-3C88D5F38AD7}" type="slidenum">
              <a:rPr lang="ja-JP" altLang="en-US" smtClean="0"/>
              <a:pPr/>
              <a:t>19</a:t>
            </a:fld>
            <a:endParaRPr lang="ja-JP" altLang="en-US" sz="900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D5B0C2E-B186-7BFD-07E6-7E6D842B3E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6A3E5E1-805B-8908-68C7-FA860814D679}"/>
              </a:ext>
            </a:extLst>
          </p:cNvPr>
          <p:cNvSpPr/>
          <p:nvPr/>
        </p:nvSpPr>
        <p:spPr>
          <a:xfrm>
            <a:off x="4659747" y="2122713"/>
            <a:ext cx="6211777" cy="419495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r>
              <a:rPr lang="ja-JP" altLang="en-US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弊社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F4E7D1B-3496-148E-7543-B14CF5514A70}"/>
              </a:ext>
            </a:extLst>
          </p:cNvPr>
          <p:cNvSpPr/>
          <p:nvPr/>
        </p:nvSpPr>
        <p:spPr>
          <a:xfrm>
            <a:off x="1270513" y="2122714"/>
            <a:ext cx="2741750" cy="419495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お客様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A554FA7-C192-1E87-59F7-67A3AB52D2EC}"/>
              </a:ext>
            </a:extLst>
          </p:cNvPr>
          <p:cNvSpPr txBox="1"/>
          <p:nvPr/>
        </p:nvSpPr>
        <p:spPr>
          <a:xfrm>
            <a:off x="3629415" y="3304007"/>
            <a:ext cx="1107676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PJ</a:t>
            </a: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進行に関わる</a:t>
            </a:r>
            <a:endParaRPr lang="en-US" altLang="ja-JP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意思決定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15DD66C-0179-556F-E3C2-5E795F088DF7}"/>
              </a:ext>
            </a:extLst>
          </p:cNvPr>
          <p:cNvSpPr txBox="1"/>
          <p:nvPr/>
        </p:nvSpPr>
        <p:spPr>
          <a:xfrm>
            <a:off x="6151371" y="4512382"/>
            <a:ext cx="1274388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PJ</a:t>
            </a: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計画の進行管理</a:t>
            </a:r>
            <a:endParaRPr lang="en-US" altLang="ja-JP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PJ</a:t>
            </a: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進捗報告の責任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270C947-AAC5-E1C7-FEE3-0BACDF6B8908}"/>
              </a:ext>
            </a:extLst>
          </p:cNvPr>
          <p:cNvSpPr txBox="1"/>
          <p:nvPr/>
        </p:nvSpPr>
        <p:spPr>
          <a:xfrm>
            <a:off x="5505196" y="2602658"/>
            <a:ext cx="146193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契約・予算の執行責任</a:t>
            </a:r>
            <a:endParaRPr lang="en-US" altLang="ja-JP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A202665-A21E-7035-C551-88A9BC98BEBB}"/>
              </a:ext>
            </a:extLst>
          </p:cNvPr>
          <p:cNvSpPr txBox="1"/>
          <p:nvPr/>
        </p:nvSpPr>
        <p:spPr>
          <a:xfrm>
            <a:off x="9509898" y="3304007"/>
            <a:ext cx="1077218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人員確保の責任</a:t>
            </a:r>
            <a:endParaRPr lang="en-US" altLang="ja-JP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6EB1987-E6BD-5C4D-0159-8D64086628DE}"/>
              </a:ext>
            </a:extLst>
          </p:cNvPr>
          <p:cNvSpPr txBox="1"/>
          <p:nvPr/>
        </p:nvSpPr>
        <p:spPr>
          <a:xfrm>
            <a:off x="9574288" y="4582622"/>
            <a:ext cx="1538883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リーダーと現場の整合</a:t>
            </a:r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ギャップ解消</a:t>
            </a:r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D6DCCFC-773C-4005-AB8A-492BB0AB4BF5}"/>
              </a:ext>
            </a:extLst>
          </p:cNvPr>
          <p:cNvSpPr txBox="1"/>
          <p:nvPr/>
        </p:nvSpPr>
        <p:spPr>
          <a:xfrm>
            <a:off x="4439043" y="6061943"/>
            <a:ext cx="769441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設計判断</a:t>
            </a:r>
            <a:endParaRPr lang="en-US" altLang="ja-JP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実現可能性</a:t>
            </a:r>
            <a:endParaRPr lang="en-US" altLang="ja-JP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8BE8E97-0D36-FC3D-516E-9C01B201290C}"/>
              </a:ext>
            </a:extLst>
          </p:cNvPr>
          <p:cNvSpPr txBox="1"/>
          <p:nvPr/>
        </p:nvSpPr>
        <p:spPr>
          <a:xfrm>
            <a:off x="7197397" y="6061943"/>
            <a:ext cx="615553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効率改善</a:t>
            </a:r>
            <a:endParaRPr lang="en-US" altLang="ja-JP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品質担保</a:t>
            </a:r>
            <a:endParaRPr lang="en-US" altLang="ja-JP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B34E7732-10F5-4331-C188-9AA8E4969410}"/>
              </a:ext>
            </a:extLst>
          </p:cNvPr>
          <p:cNvSpPr txBox="1"/>
          <p:nvPr/>
        </p:nvSpPr>
        <p:spPr>
          <a:xfrm>
            <a:off x="9771738" y="6061943"/>
            <a:ext cx="1384995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業務要件の意思決定</a:t>
            </a:r>
            <a:endParaRPr lang="en-US" altLang="ja-JP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要望窓口</a:t>
            </a:r>
            <a:endParaRPr lang="en-US" altLang="ja-JP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graphicFrame>
        <p:nvGraphicFramePr>
          <p:cNvPr id="15" name="表 14">
            <a:extLst>
              <a:ext uri="{FF2B5EF4-FFF2-40B4-BE49-F238E27FC236}">
                <a16:creationId xmlns:a16="http://schemas.microsoft.com/office/drawing/2014/main" id="{A1C976D4-2C21-DC41-C24F-B64FA3C593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5969034"/>
              </p:ext>
            </p:extLst>
          </p:nvPr>
        </p:nvGraphicFramePr>
        <p:xfrm>
          <a:off x="5071371" y="2568127"/>
          <a:ext cx="2160000" cy="609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60000">
                  <a:extLst>
                    <a:ext uri="{9D8B030D-6E8A-4147-A177-3AD203B41FA5}">
                      <a16:colId xmlns:a16="http://schemas.microsoft.com/office/drawing/2014/main" val="33105697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プロジェクトオーナー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153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C</a:t>
                      </a: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部長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971354"/>
                  </a:ext>
                </a:extLst>
              </a:tr>
            </a:tbl>
          </a:graphicData>
        </a:graphic>
      </p:graphicFrame>
      <p:graphicFrame>
        <p:nvGraphicFramePr>
          <p:cNvPr id="16" name="表 15">
            <a:extLst>
              <a:ext uri="{FF2B5EF4-FFF2-40B4-BE49-F238E27FC236}">
                <a16:creationId xmlns:a16="http://schemas.microsoft.com/office/drawing/2014/main" id="{F2558E63-CA13-1391-D426-0D54798F05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5475687"/>
              </p:ext>
            </p:extLst>
          </p:nvPr>
        </p:nvGraphicFramePr>
        <p:xfrm>
          <a:off x="5071371" y="3877426"/>
          <a:ext cx="2160000" cy="609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60000">
                  <a:extLst>
                    <a:ext uri="{9D8B030D-6E8A-4147-A177-3AD203B41FA5}">
                      <a16:colId xmlns:a16="http://schemas.microsoft.com/office/drawing/2014/main" val="33105697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プロジェクトマネージャー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153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F</a:t>
                      </a: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971354"/>
                  </a:ext>
                </a:extLst>
              </a:tr>
            </a:tbl>
          </a:graphicData>
        </a:graphic>
      </p:graphicFrame>
      <p:graphicFrame>
        <p:nvGraphicFramePr>
          <p:cNvPr id="17" name="表 16">
            <a:extLst>
              <a:ext uri="{FF2B5EF4-FFF2-40B4-BE49-F238E27FC236}">
                <a16:creationId xmlns:a16="http://schemas.microsoft.com/office/drawing/2014/main" id="{96AEF5AD-87A0-44F2-9188-DF1EB38266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5351229"/>
              </p:ext>
            </p:extLst>
          </p:nvPr>
        </p:nvGraphicFramePr>
        <p:xfrm>
          <a:off x="9188815" y="5286719"/>
          <a:ext cx="1256805" cy="609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56805">
                  <a:extLst>
                    <a:ext uri="{9D8B030D-6E8A-4147-A177-3AD203B41FA5}">
                      <a16:colId xmlns:a16="http://schemas.microsoft.com/office/drawing/2014/main" val="33105697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テストチーム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153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C</a:t>
                      </a: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部長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971354"/>
                  </a:ext>
                </a:extLst>
              </a:tr>
            </a:tbl>
          </a:graphicData>
        </a:graphic>
      </p:graphicFrame>
      <p:graphicFrame>
        <p:nvGraphicFramePr>
          <p:cNvPr id="18" name="表 17">
            <a:extLst>
              <a:ext uri="{FF2B5EF4-FFF2-40B4-BE49-F238E27FC236}">
                <a16:creationId xmlns:a16="http://schemas.microsoft.com/office/drawing/2014/main" id="{D8A5FE1A-2550-CF53-5C8F-726412D42B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9370837"/>
              </p:ext>
            </p:extLst>
          </p:nvPr>
        </p:nvGraphicFramePr>
        <p:xfrm>
          <a:off x="7130093" y="5286719"/>
          <a:ext cx="1256805" cy="609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56805">
                  <a:extLst>
                    <a:ext uri="{9D8B030D-6E8A-4147-A177-3AD203B41FA5}">
                      <a16:colId xmlns:a16="http://schemas.microsoft.com/office/drawing/2014/main" val="33105697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運用チーム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153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C</a:t>
                      </a: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部長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971354"/>
                  </a:ext>
                </a:extLst>
              </a:tr>
            </a:tbl>
          </a:graphicData>
        </a:graphic>
      </p:graphicFrame>
      <p:graphicFrame>
        <p:nvGraphicFramePr>
          <p:cNvPr id="19" name="表 18">
            <a:extLst>
              <a:ext uri="{FF2B5EF4-FFF2-40B4-BE49-F238E27FC236}">
                <a16:creationId xmlns:a16="http://schemas.microsoft.com/office/drawing/2014/main" id="{5D638F12-EA17-4186-2C33-D60D0D441A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551254"/>
              </p:ext>
            </p:extLst>
          </p:nvPr>
        </p:nvGraphicFramePr>
        <p:xfrm>
          <a:off x="5071371" y="5286719"/>
          <a:ext cx="1256805" cy="609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56805">
                  <a:extLst>
                    <a:ext uri="{9D8B030D-6E8A-4147-A177-3AD203B41FA5}">
                      <a16:colId xmlns:a16="http://schemas.microsoft.com/office/drawing/2014/main" val="33105697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開発チーム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153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C</a:t>
                      </a: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部長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971354"/>
                  </a:ext>
                </a:extLst>
              </a:tr>
            </a:tbl>
          </a:graphicData>
        </a:graphic>
      </p:graphicFrame>
      <p:graphicFrame>
        <p:nvGraphicFramePr>
          <p:cNvPr id="20" name="表 19">
            <a:extLst>
              <a:ext uri="{FF2B5EF4-FFF2-40B4-BE49-F238E27FC236}">
                <a16:creationId xmlns:a16="http://schemas.microsoft.com/office/drawing/2014/main" id="{9C06606A-17BD-4EA0-113A-B9C669A6F8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934534"/>
              </p:ext>
            </p:extLst>
          </p:nvPr>
        </p:nvGraphicFramePr>
        <p:xfrm>
          <a:off x="8240933" y="2571560"/>
          <a:ext cx="2160000" cy="609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60000">
                  <a:extLst>
                    <a:ext uri="{9D8B030D-6E8A-4147-A177-3AD203B41FA5}">
                      <a16:colId xmlns:a16="http://schemas.microsoft.com/office/drawing/2014/main" val="33105697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社内サポート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153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C</a:t>
                      </a: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部長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971354"/>
                  </a:ext>
                </a:extLst>
              </a:tr>
            </a:tbl>
          </a:graphicData>
        </a:graphic>
      </p:graphicFrame>
      <p:graphicFrame>
        <p:nvGraphicFramePr>
          <p:cNvPr id="21" name="表 20">
            <a:extLst>
              <a:ext uri="{FF2B5EF4-FFF2-40B4-BE49-F238E27FC236}">
                <a16:creationId xmlns:a16="http://schemas.microsoft.com/office/drawing/2014/main" id="{C2CF275B-FFE8-D820-2AEE-3C65DB01DC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3893787"/>
              </p:ext>
            </p:extLst>
          </p:nvPr>
        </p:nvGraphicFramePr>
        <p:xfrm>
          <a:off x="8240933" y="3877426"/>
          <a:ext cx="2160000" cy="609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60000">
                  <a:extLst>
                    <a:ext uri="{9D8B030D-6E8A-4147-A177-3AD203B41FA5}">
                      <a16:colId xmlns:a16="http://schemas.microsoft.com/office/drawing/2014/main" val="33105697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マネジメント補佐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153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C</a:t>
                      </a: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部長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971354"/>
                  </a:ext>
                </a:extLst>
              </a:tr>
            </a:tbl>
          </a:graphicData>
        </a:graphic>
      </p:graphicFrame>
      <p:graphicFrame>
        <p:nvGraphicFramePr>
          <p:cNvPr id="22" name="表 21">
            <a:extLst>
              <a:ext uri="{FF2B5EF4-FFF2-40B4-BE49-F238E27FC236}">
                <a16:creationId xmlns:a16="http://schemas.microsoft.com/office/drawing/2014/main" id="{15E4D9CB-C8A0-070C-DB20-34A1A0697F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2497130"/>
              </p:ext>
            </p:extLst>
          </p:nvPr>
        </p:nvGraphicFramePr>
        <p:xfrm>
          <a:off x="1548746" y="2602658"/>
          <a:ext cx="2160000" cy="609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60000">
                  <a:extLst>
                    <a:ext uri="{9D8B030D-6E8A-4147-A177-3AD203B41FA5}">
                      <a16:colId xmlns:a16="http://schemas.microsoft.com/office/drawing/2014/main" val="33105697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ステコミ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153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C</a:t>
                      </a: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部長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971354"/>
                  </a:ext>
                </a:extLst>
              </a:tr>
            </a:tbl>
          </a:graphicData>
        </a:graphic>
      </p:graphicFrame>
      <p:graphicFrame>
        <p:nvGraphicFramePr>
          <p:cNvPr id="23" name="表 22">
            <a:extLst>
              <a:ext uri="{FF2B5EF4-FFF2-40B4-BE49-F238E27FC236}">
                <a16:creationId xmlns:a16="http://schemas.microsoft.com/office/drawing/2014/main" id="{CB24D11B-5909-F446-8DF3-FD03CA40C5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1907373"/>
              </p:ext>
            </p:extLst>
          </p:nvPr>
        </p:nvGraphicFramePr>
        <p:xfrm>
          <a:off x="1548746" y="3877426"/>
          <a:ext cx="2160000" cy="609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60000">
                  <a:extLst>
                    <a:ext uri="{9D8B030D-6E8A-4147-A177-3AD203B41FA5}">
                      <a16:colId xmlns:a16="http://schemas.microsoft.com/office/drawing/2014/main" val="33105697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 err="1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hoge</a:t>
                      </a:r>
                      <a:endParaRPr kumimoji="1" lang="ja-JP" altLang="en-US" sz="1400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153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C</a:t>
                      </a: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部長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9713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20204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C1E3AD-06DC-B47F-5C0C-692148CB9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67B4CE6-0CFE-2901-FBCE-20B096228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5AA93-092B-49A1-87A7-3C88D5F38AD7}" type="slidenum">
              <a:rPr lang="ja-JP" altLang="en-US" smtClean="0"/>
              <a:pPr/>
              <a:t>20</a:t>
            </a:fld>
            <a:endParaRPr lang="ja-JP" altLang="en-US" sz="900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C378536-F474-589C-E561-DCFC454F83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40544175-CA9C-4965-5AA4-1D221B19E4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8554089"/>
              </p:ext>
            </p:extLst>
          </p:nvPr>
        </p:nvGraphicFramePr>
        <p:xfrm>
          <a:off x="695325" y="1813547"/>
          <a:ext cx="10800000" cy="480121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645286974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1528513917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144716837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3228783370"/>
                    </a:ext>
                  </a:extLst>
                </a:gridCol>
                <a:gridCol w="2340000">
                  <a:extLst>
                    <a:ext uri="{9D8B030D-6E8A-4147-A177-3AD203B41FA5}">
                      <a16:colId xmlns:a16="http://schemas.microsoft.com/office/drawing/2014/main" val="3489296020"/>
                    </a:ext>
                  </a:extLst>
                </a:gridCol>
                <a:gridCol w="2340000">
                  <a:extLst>
                    <a:ext uri="{9D8B030D-6E8A-4147-A177-3AD203B41FA5}">
                      <a16:colId xmlns:a16="http://schemas.microsoft.com/office/drawing/2014/main" val="136846522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3523641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endParaRPr kumimoji="1" lang="ja-JP" altLang="en-US" sz="900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kumimoji="1" lang="ja-JP" altLang="en-US" sz="105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今期実績</a:t>
                      </a:r>
                    </a:p>
                  </a:txBody>
                  <a:tcPr anchor="b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kumimoji="1" lang="ja-JP" altLang="en-US" sz="105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前期実績</a:t>
                      </a:r>
                    </a:p>
                  </a:txBody>
                  <a:tcPr anchor="b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前年同期比</a:t>
                      </a:r>
                    </a:p>
                  </a:txBody>
                  <a:tcPr anchor="b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b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b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b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446164"/>
                  </a:ext>
                </a:extLst>
              </a:tr>
              <a:tr h="882771"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通算実績</a:t>
                      </a:r>
                      <a:endParaRPr kumimoji="1" lang="en-US" altLang="ja-JP" sz="1400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単位</a:t>
                      </a:r>
                      <a:r>
                        <a:rPr kumimoji="1" lang="en-US" altLang="ja-JP" sz="1400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: </a:t>
                      </a:r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百万円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売上   </a:t>
                      </a:r>
                      <a:r>
                        <a:rPr kumimoji="1" lang="en-US" altLang="ja-JP" sz="1400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4,000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粗利   </a:t>
                      </a:r>
                      <a:r>
                        <a:rPr kumimoji="1" lang="en-US" altLang="ja-JP" sz="1400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4,000</a:t>
                      </a:r>
                      <a:endParaRPr kumimoji="1" lang="ja-JP" altLang="en-US" sz="1400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売上   </a:t>
                      </a:r>
                      <a:r>
                        <a:rPr kumimoji="1" lang="en-US" altLang="ja-JP" sz="1400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4,000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粗利   </a:t>
                      </a:r>
                      <a:r>
                        <a:rPr kumimoji="1" lang="en-US" altLang="ja-JP" sz="1400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4,000</a:t>
                      </a:r>
                      <a:endParaRPr kumimoji="1" lang="ja-JP" altLang="en-US" sz="1400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▲</a:t>
                      </a:r>
                      <a:r>
                        <a:rPr kumimoji="1" lang="en-US" altLang="ja-JP" sz="1400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0.2%</a:t>
                      </a:r>
                      <a:endParaRPr kumimoji="1" lang="ja-JP" altLang="en-US" sz="1400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kumimoji="1" lang="ja-JP" altLang="en-US" sz="1050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あああ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812459"/>
                  </a:ext>
                </a:extLst>
              </a:tr>
              <a:tr h="889612">
                <a:tc>
                  <a:txBody>
                    <a:bodyPr/>
                    <a:lstStyle/>
                    <a:p>
                      <a:r>
                        <a:rPr kumimoji="1" lang="en-US" altLang="ja-JP" sz="1400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X</a:t>
                      </a:r>
                      <a:endParaRPr kumimoji="1" lang="ja-JP" altLang="en-US" sz="1400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売上   </a:t>
                      </a: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4,000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粗利   </a:t>
                      </a: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4,000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売上   </a:t>
                      </a: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4,000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粗利   </a:t>
                      </a: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4,000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▲</a:t>
                      </a: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0.2%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kumimoji="1" lang="ja-JP" altLang="en-US" sz="105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あああ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885637"/>
                  </a:ext>
                </a:extLst>
              </a:tr>
              <a:tr h="889612">
                <a:tc>
                  <a:txBody>
                    <a:bodyPr/>
                    <a:lstStyle/>
                    <a:p>
                      <a:r>
                        <a:rPr kumimoji="1" lang="en-US" altLang="ja-JP" sz="1400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Y</a:t>
                      </a:r>
                      <a:endParaRPr kumimoji="1" lang="ja-JP" altLang="en-US" sz="1400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売上   </a:t>
                      </a: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4,000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粗利   </a:t>
                      </a: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4,000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売上   </a:t>
                      </a: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4,000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粗利   </a:t>
                      </a: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4,000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▲</a:t>
                      </a: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0.2%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kumimoji="1" lang="ja-JP" altLang="en-US" sz="105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あああ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6842589"/>
                  </a:ext>
                </a:extLst>
              </a:tr>
              <a:tr h="889612">
                <a:tc>
                  <a:txBody>
                    <a:bodyPr/>
                    <a:lstStyle/>
                    <a:p>
                      <a:r>
                        <a:rPr kumimoji="1" lang="en-US" altLang="ja-JP" sz="1400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Z</a:t>
                      </a:r>
                      <a:endParaRPr kumimoji="1" lang="ja-JP" altLang="en-US" sz="1400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売上   </a:t>
                      </a: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4,000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粗利   </a:t>
                      </a: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4,000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売上   </a:t>
                      </a: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4,000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粗利   </a:t>
                      </a: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4,000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▲</a:t>
                      </a: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0.2%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kumimoji="1" lang="ja-JP" altLang="en-US" sz="105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あああ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888066"/>
                  </a:ext>
                </a:extLst>
              </a:tr>
              <a:tr h="889612">
                <a:tc>
                  <a:txBody>
                    <a:bodyPr/>
                    <a:lstStyle/>
                    <a:p>
                      <a:r>
                        <a:rPr kumimoji="1" lang="en-US" altLang="ja-JP" sz="1400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</a:t>
                      </a:r>
                      <a:endParaRPr kumimoji="1" lang="ja-JP" altLang="en-US" sz="1400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売上   </a:t>
                      </a: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4,000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粗利   </a:t>
                      </a: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4,000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売上   </a:t>
                      </a: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4,000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粗利   </a:t>
                      </a: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4,000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▲</a:t>
                      </a: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0.2%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kumimoji="1" lang="ja-JP" altLang="en-US" sz="105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あああ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742855"/>
                  </a:ext>
                </a:extLst>
              </a:tr>
            </a:tbl>
          </a:graphicData>
        </a:graphic>
      </p:graphicFrame>
      <p:sp>
        <p:nvSpPr>
          <p:cNvPr id="6" name="矢印: 下 5">
            <a:extLst>
              <a:ext uri="{FF2B5EF4-FFF2-40B4-BE49-F238E27FC236}">
                <a16:creationId xmlns:a16="http://schemas.microsoft.com/office/drawing/2014/main" id="{6534B90D-63D1-1C0D-CDAC-56A88E8E98E3}"/>
              </a:ext>
            </a:extLst>
          </p:cNvPr>
          <p:cNvSpPr/>
          <p:nvPr/>
        </p:nvSpPr>
        <p:spPr>
          <a:xfrm rot="10800000">
            <a:off x="11204999" y="2352907"/>
            <a:ext cx="204679" cy="263149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kumimoji="1" lang="ja-JP" altLang="en-US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矢印: 下 6">
            <a:extLst>
              <a:ext uri="{FF2B5EF4-FFF2-40B4-BE49-F238E27FC236}">
                <a16:creationId xmlns:a16="http://schemas.microsoft.com/office/drawing/2014/main" id="{0831155D-F5B2-1E05-7944-3D9D8358C497}"/>
              </a:ext>
            </a:extLst>
          </p:cNvPr>
          <p:cNvSpPr/>
          <p:nvPr/>
        </p:nvSpPr>
        <p:spPr>
          <a:xfrm rot="10800000">
            <a:off x="11204999" y="3278579"/>
            <a:ext cx="204679" cy="263149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kumimoji="1" lang="ja-JP" altLang="en-US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矢印: 下 7">
            <a:extLst>
              <a:ext uri="{FF2B5EF4-FFF2-40B4-BE49-F238E27FC236}">
                <a16:creationId xmlns:a16="http://schemas.microsoft.com/office/drawing/2014/main" id="{324FF5AF-0BD0-A7D6-982C-F674217C847D}"/>
              </a:ext>
            </a:extLst>
          </p:cNvPr>
          <p:cNvSpPr/>
          <p:nvPr/>
        </p:nvSpPr>
        <p:spPr>
          <a:xfrm>
            <a:off x="11205002" y="4204251"/>
            <a:ext cx="204679" cy="263149"/>
          </a:xfrm>
          <a:prstGeom prst="down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kumimoji="1" lang="ja-JP" altLang="en-US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矢印: 下 8">
            <a:extLst>
              <a:ext uri="{FF2B5EF4-FFF2-40B4-BE49-F238E27FC236}">
                <a16:creationId xmlns:a16="http://schemas.microsoft.com/office/drawing/2014/main" id="{5F7ABDF0-FE40-F5E0-1100-4B00E35E4E16}"/>
              </a:ext>
            </a:extLst>
          </p:cNvPr>
          <p:cNvSpPr/>
          <p:nvPr/>
        </p:nvSpPr>
        <p:spPr>
          <a:xfrm rot="10800000">
            <a:off x="11205000" y="5129923"/>
            <a:ext cx="204679" cy="263149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kumimoji="1" lang="ja-JP" altLang="en-US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矢印: 下 9">
            <a:extLst>
              <a:ext uri="{FF2B5EF4-FFF2-40B4-BE49-F238E27FC236}">
                <a16:creationId xmlns:a16="http://schemas.microsoft.com/office/drawing/2014/main" id="{9C574682-9BA8-0E69-47B0-50AA6B6CE7E4}"/>
              </a:ext>
            </a:extLst>
          </p:cNvPr>
          <p:cNvSpPr/>
          <p:nvPr/>
        </p:nvSpPr>
        <p:spPr>
          <a:xfrm rot="10800000">
            <a:off x="11205000" y="6055595"/>
            <a:ext cx="204679" cy="263149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kumimoji="1" lang="ja-JP" altLang="en-US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693770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4070B-162C-700A-E780-CF9743F2D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DFA8FB-2179-6D52-FB5C-FC9E66DBB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2E75859-89A3-169F-685E-D1360A39A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5AA93-092B-49A1-87A7-3C88D5F38AD7}" type="slidenum">
              <a:rPr lang="ja-JP" altLang="en-US" smtClean="0"/>
              <a:pPr/>
              <a:t>21</a:t>
            </a:fld>
            <a:endParaRPr lang="ja-JP" altLang="en-US" sz="900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F383FD8-BBAC-F539-7549-E607D100FA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F88769DD-A585-96DE-71CC-2DD4E3383F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4791035"/>
              </p:ext>
            </p:extLst>
          </p:nvPr>
        </p:nvGraphicFramePr>
        <p:xfrm>
          <a:off x="695325" y="1808163"/>
          <a:ext cx="10800000" cy="4361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645286974"/>
                    </a:ext>
                  </a:extLst>
                </a:gridCol>
                <a:gridCol w="3391720">
                  <a:extLst>
                    <a:ext uri="{9D8B030D-6E8A-4147-A177-3AD203B41FA5}">
                      <a16:colId xmlns:a16="http://schemas.microsoft.com/office/drawing/2014/main" val="2177128203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1528513917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144716837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3228783370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365316244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145040093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4025976644"/>
                    </a:ext>
                  </a:extLst>
                </a:gridCol>
              </a:tblGrid>
              <a:tr h="246856">
                <a:tc>
                  <a:txBody>
                    <a:bodyPr/>
                    <a:lstStyle/>
                    <a:p>
                      <a:endParaRPr kumimoji="1" lang="ja-JP" altLang="en-US" sz="900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kumimoji="1" lang="en-US" altLang="ja-JP" sz="1050" dirty="0" err="1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b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kumimoji="1" lang="ja-JP" altLang="en-US" sz="105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b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05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b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r>
                        <a:rPr kumimoji="1" lang="en-US" altLang="ja-JP" sz="1050" dirty="0" err="1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b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05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b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05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b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260635"/>
                  </a:ext>
                </a:extLst>
              </a:tr>
              <a:tr h="246856">
                <a:tc>
                  <a:txBody>
                    <a:bodyPr/>
                    <a:lstStyle/>
                    <a:p>
                      <a:endParaRPr kumimoji="1" lang="ja-JP" altLang="en-US" sz="900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b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B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b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C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b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D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b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E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b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F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b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446164"/>
                  </a:ext>
                </a:extLst>
              </a:tr>
              <a:tr h="540000">
                <a:tc gridSpan="2">
                  <a:txBody>
                    <a:bodyPr/>
                    <a:lstStyle/>
                    <a:p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通算実績</a:t>
                      </a:r>
                      <a:endParaRPr kumimoji="1" lang="en-US" altLang="ja-JP" sz="1400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単位</a:t>
                      </a:r>
                      <a:r>
                        <a:rPr kumimoji="1" lang="en-US" altLang="ja-JP" sz="1400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: </a:t>
                      </a:r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百万円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4,000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4,000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▲</a:t>
                      </a: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0.2%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812459"/>
                  </a:ext>
                </a:extLst>
              </a:tr>
              <a:tr h="540000">
                <a:tc gridSpan="2">
                  <a:txBody>
                    <a:bodyPr/>
                    <a:lstStyle/>
                    <a:p>
                      <a:r>
                        <a:rPr kumimoji="1" lang="en-US" altLang="ja-JP" sz="1400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X</a:t>
                      </a:r>
                      <a:endParaRPr kumimoji="1" lang="ja-JP" altLang="en-US" sz="1400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4,000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4,000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▲</a:t>
                      </a: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0.2%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885637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kumimoji="1" lang="ja-JP" altLang="en-US" sz="1200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402873"/>
                  </a:ext>
                </a:extLst>
              </a:tr>
              <a:tr h="540000">
                <a:tc gridSpan="2">
                  <a:txBody>
                    <a:bodyPr/>
                    <a:lstStyle/>
                    <a:p>
                      <a:r>
                        <a:rPr kumimoji="1" lang="en-US" altLang="ja-JP" sz="1400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X</a:t>
                      </a:r>
                      <a:endParaRPr kumimoji="1" lang="ja-JP" altLang="en-US" sz="1400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779274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kumimoji="1" lang="ja-JP" altLang="en-US" sz="1200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Y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4,000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4,000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▲</a:t>
                      </a: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0.2%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6842589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kumimoji="1" lang="ja-JP" altLang="en-US" sz="1200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Z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4,000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4,000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▲</a:t>
                      </a: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0.2%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888066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kumimoji="1" lang="ja-JP" altLang="en-US" sz="1200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4,000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4,000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▲</a:t>
                      </a: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0.2%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7428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82359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4A64C7-A071-C98C-805F-CBBFA31C8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178899B-24DB-C4F2-79DD-CCF6F0AC1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5AA93-092B-49A1-87A7-3C88D5F38AD7}" type="slidenum">
              <a:rPr lang="ja-JP" altLang="en-US" smtClean="0"/>
              <a:pPr/>
              <a:t>22</a:t>
            </a:fld>
            <a:endParaRPr lang="ja-JP" altLang="en-US" sz="900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B2C7B08-C929-C551-2678-08B7382846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graphicFrame>
        <p:nvGraphicFramePr>
          <p:cNvPr id="6" name="オブジェクト 6">
            <a:extLst>
              <a:ext uri="{FF2B5EF4-FFF2-40B4-BE49-F238E27FC236}">
                <a16:creationId xmlns:a16="http://schemas.microsoft.com/office/drawing/2014/main" id="{B98DA68F-57BD-1F2E-6DC7-2099D9EBE9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856063"/>
              </p:ext>
            </p:extLst>
          </p:nvPr>
        </p:nvGraphicFramePr>
        <p:xfrm>
          <a:off x="695325" y="1852448"/>
          <a:ext cx="5364163" cy="40306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042B6024-981B-F797-9D9D-811A9BF300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142317"/>
              </p:ext>
            </p:extLst>
          </p:nvPr>
        </p:nvGraphicFramePr>
        <p:xfrm>
          <a:off x="6347074" y="1852448"/>
          <a:ext cx="5149601" cy="4057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7341">
                  <a:extLst>
                    <a:ext uri="{9D8B030D-6E8A-4147-A177-3AD203B41FA5}">
                      <a16:colId xmlns:a16="http://schemas.microsoft.com/office/drawing/2014/main" val="1942810117"/>
                    </a:ext>
                  </a:extLst>
                </a:gridCol>
                <a:gridCol w="217000">
                  <a:extLst>
                    <a:ext uri="{9D8B030D-6E8A-4147-A177-3AD203B41FA5}">
                      <a16:colId xmlns:a16="http://schemas.microsoft.com/office/drawing/2014/main" val="316984183"/>
                    </a:ext>
                  </a:extLst>
                </a:gridCol>
                <a:gridCol w="755260">
                  <a:extLst>
                    <a:ext uri="{9D8B030D-6E8A-4147-A177-3AD203B41FA5}">
                      <a16:colId xmlns:a16="http://schemas.microsoft.com/office/drawing/2014/main" val="4010669748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26213804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543006796"/>
                    </a:ext>
                  </a:extLst>
                </a:gridCol>
              </a:tblGrid>
              <a:tr h="360000">
                <a:tc gridSpan="5">
                  <a:txBody>
                    <a:bodyPr/>
                    <a:lstStyle/>
                    <a:p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2026</a:t>
                      </a:r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年</a:t>
                      </a:r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2</a:t>
                      </a:r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月度の進捗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446150"/>
                  </a:ext>
                </a:extLst>
              </a:tr>
              <a:tr h="360000">
                <a:tc gridSpan="3">
                  <a:txBody>
                    <a:bodyPr/>
                    <a:lstStyle/>
                    <a:p>
                      <a:r>
                        <a:rPr kumimoji="1" lang="ja-JP" altLang="en-US" sz="1200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全体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314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ジョ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5449795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562144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B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9707491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C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880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委託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727065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5849924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B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673032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C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720843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27202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1431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ACA843-4785-CD1D-6EDC-EB89C56A6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E268C5C-905C-6F50-7178-96A5FB028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5AA93-092B-49A1-87A7-3C88D5F38AD7}" type="slidenum">
              <a:rPr lang="ja-JP" altLang="en-US" smtClean="0"/>
              <a:pPr/>
              <a:t>23</a:t>
            </a:fld>
            <a:endParaRPr lang="ja-JP" altLang="en-US" sz="900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01B9233-9B11-4927-35B3-46E400CC23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矢印: 右 4">
            <a:extLst>
              <a:ext uri="{FF2B5EF4-FFF2-40B4-BE49-F238E27FC236}">
                <a16:creationId xmlns:a16="http://schemas.microsoft.com/office/drawing/2014/main" id="{42F71830-C0DD-8631-A1E4-3086636D7688}"/>
              </a:ext>
            </a:extLst>
          </p:cNvPr>
          <p:cNvSpPr/>
          <p:nvPr/>
        </p:nvSpPr>
        <p:spPr>
          <a:xfrm>
            <a:off x="3965510" y="3606436"/>
            <a:ext cx="4254760" cy="368449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kumimoji="1" lang="ja-JP" altLang="en-US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矢印: 右 5">
            <a:extLst>
              <a:ext uri="{FF2B5EF4-FFF2-40B4-BE49-F238E27FC236}">
                <a16:creationId xmlns:a16="http://schemas.microsoft.com/office/drawing/2014/main" id="{CB2571C3-7F74-FE10-FE4C-BD94EA7D94A6}"/>
              </a:ext>
            </a:extLst>
          </p:cNvPr>
          <p:cNvSpPr/>
          <p:nvPr/>
        </p:nvSpPr>
        <p:spPr>
          <a:xfrm>
            <a:off x="3965510" y="4678850"/>
            <a:ext cx="4254760" cy="368449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kumimoji="1" lang="ja-JP" altLang="en-US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矢印: 右 6">
            <a:extLst>
              <a:ext uri="{FF2B5EF4-FFF2-40B4-BE49-F238E27FC236}">
                <a16:creationId xmlns:a16="http://schemas.microsoft.com/office/drawing/2014/main" id="{E4624502-26A7-BFFB-47D5-9E31AFED165F}"/>
              </a:ext>
            </a:extLst>
          </p:cNvPr>
          <p:cNvSpPr/>
          <p:nvPr/>
        </p:nvSpPr>
        <p:spPr>
          <a:xfrm>
            <a:off x="3965510" y="5773158"/>
            <a:ext cx="4254760" cy="368449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kumimoji="1" lang="ja-JP" altLang="en-US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矢印: 右 7">
            <a:extLst>
              <a:ext uri="{FF2B5EF4-FFF2-40B4-BE49-F238E27FC236}">
                <a16:creationId xmlns:a16="http://schemas.microsoft.com/office/drawing/2014/main" id="{41E4BB67-6236-B070-22D7-B20519F72BB2}"/>
              </a:ext>
            </a:extLst>
          </p:cNvPr>
          <p:cNvSpPr/>
          <p:nvPr/>
        </p:nvSpPr>
        <p:spPr>
          <a:xfrm>
            <a:off x="3965509" y="2528162"/>
            <a:ext cx="4254760" cy="368449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kumimoji="1" lang="ja-JP" altLang="en-US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graphicFrame>
        <p:nvGraphicFramePr>
          <p:cNvPr id="12" name="表 11">
            <a:extLst>
              <a:ext uri="{FF2B5EF4-FFF2-40B4-BE49-F238E27FC236}">
                <a16:creationId xmlns:a16="http://schemas.microsoft.com/office/drawing/2014/main" id="{BA5A31BA-A529-8A98-6092-89010079DC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7237867"/>
              </p:ext>
            </p:extLst>
          </p:nvPr>
        </p:nvGraphicFramePr>
        <p:xfrm>
          <a:off x="695325" y="1808163"/>
          <a:ext cx="10798440" cy="46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879833956"/>
                    </a:ext>
                  </a:extLst>
                </a:gridCol>
                <a:gridCol w="3031200">
                  <a:extLst>
                    <a:ext uri="{9D8B030D-6E8A-4147-A177-3AD203B41FA5}">
                      <a16:colId xmlns:a16="http://schemas.microsoft.com/office/drawing/2014/main" val="61837779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05635475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5046214"/>
                    </a:ext>
                  </a:extLst>
                </a:gridCol>
                <a:gridCol w="3031200">
                  <a:extLst>
                    <a:ext uri="{9D8B030D-6E8A-4147-A177-3AD203B41FA5}">
                      <a16:colId xmlns:a16="http://schemas.microsoft.com/office/drawing/2014/main" val="321952328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437914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027483288"/>
                    </a:ext>
                  </a:extLst>
                </a:gridCol>
                <a:gridCol w="3031200">
                  <a:extLst>
                    <a:ext uri="{9D8B030D-6E8A-4147-A177-3AD203B41FA5}">
                      <a16:colId xmlns:a16="http://schemas.microsoft.com/office/drawing/2014/main" val="324609507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社会課題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産業の強み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有望領域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4719159"/>
                  </a:ext>
                </a:extLst>
              </a:tr>
              <a:tr h="1080000">
                <a:tc gridSpan="2">
                  <a:txBody>
                    <a:bodyPr/>
                    <a:lstStyle/>
                    <a:p>
                      <a:r>
                        <a:rPr kumimoji="1" lang="en-US" altLang="ja-JP" sz="1200" dirty="0" err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dirty="0" err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dirty="0" err="1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200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345965"/>
                  </a:ext>
                </a:extLst>
              </a:tr>
              <a:tr h="1080000">
                <a:tc gridSpan="2">
                  <a:txBody>
                    <a:bodyPr/>
                    <a:lstStyle/>
                    <a:p>
                      <a:r>
                        <a:rPr kumimoji="1" lang="en-US" altLang="ja-JP" sz="1200" dirty="0" err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dirty="0" err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dirty="0" err="1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200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9336034"/>
                  </a:ext>
                </a:extLst>
              </a:tr>
              <a:tr h="1080000">
                <a:tc gridSpan="2">
                  <a:txBody>
                    <a:bodyPr/>
                    <a:lstStyle/>
                    <a:p>
                      <a:r>
                        <a:rPr kumimoji="1" lang="en-US" altLang="ja-JP" sz="1200" dirty="0" err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dirty="0" err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dirty="0" err="1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200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594497"/>
                  </a:ext>
                </a:extLst>
              </a:tr>
              <a:tr h="1080000">
                <a:tc gridSpan="2">
                  <a:txBody>
                    <a:bodyPr/>
                    <a:lstStyle/>
                    <a:p>
                      <a:r>
                        <a:rPr kumimoji="1" lang="en-US" altLang="ja-JP" sz="1200" dirty="0" err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dirty="0" err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dirty="0" err="1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200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99281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88058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矢印: 右 16">
            <a:extLst>
              <a:ext uri="{FF2B5EF4-FFF2-40B4-BE49-F238E27FC236}">
                <a16:creationId xmlns:a16="http://schemas.microsoft.com/office/drawing/2014/main" id="{5F9304E2-612D-09E7-DBE7-E07D764B98E7}"/>
              </a:ext>
            </a:extLst>
          </p:cNvPr>
          <p:cNvSpPr/>
          <p:nvPr/>
        </p:nvSpPr>
        <p:spPr>
          <a:xfrm>
            <a:off x="2947653" y="3625371"/>
            <a:ext cx="6296694" cy="368449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kumimoji="1" lang="ja-JP" altLang="en-US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8" name="矢印: 右 17">
            <a:extLst>
              <a:ext uri="{FF2B5EF4-FFF2-40B4-BE49-F238E27FC236}">
                <a16:creationId xmlns:a16="http://schemas.microsoft.com/office/drawing/2014/main" id="{946C09FB-61F6-50A0-1F3E-A432776DCC3F}"/>
              </a:ext>
            </a:extLst>
          </p:cNvPr>
          <p:cNvSpPr/>
          <p:nvPr/>
        </p:nvSpPr>
        <p:spPr>
          <a:xfrm>
            <a:off x="2947653" y="4697785"/>
            <a:ext cx="6296694" cy="368449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kumimoji="1" lang="ja-JP" altLang="en-US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9" name="矢印: 右 18">
            <a:extLst>
              <a:ext uri="{FF2B5EF4-FFF2-40B4-BE49-F238E27FC236}">
                <a16:creationId xmlns:a16="http://schemas.microsoft.com/office/drawing/2014/main" id="{46FF00FF-1D38-1E7D-A20B-184B7E995A30}"/>
              </a:ext>
            </a:extLst>
          </p:cNvPr>
          <p:cNvSpPr/>
          <p:nvPr/>
        </p:nvSpPr>
        <p:spPr>
          <a:xfrm>
            <a:off x="2947653" y="5792093"/>
            <a:ext cx="6296694" cy="368449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kumimoji="1" lang="ja-JP" altLang="en-US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矢印: 右 7">
            <a:extLst>
              <a:ext uri="{FF2B5EF4-FFF2-40B4-BE49-F238E27FC236}">
                <a16:creationId xmlns:a16="http://schemas.microsoft.com/office/drawing/2014/main" id="{EEE5CC4E-C694-7D94-6C65-AC2F4EE41DCA}"/>
              </a:ext>
            </a:extLst>
          </p:cNvPr>
          <p:cNvSpPr/>
          <p:nvPr/>
        </p:nvSpPr>
        <p:spPr>
          <a:xfrm>
            <a:off x="2947652" y="2547097"/>
            <a:ext cx="6296694" cy="368449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kumimoji="1" lang="ja-JP" altLang="en-US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05434F51-88FF-8A18-11F5-683EDFC45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77096B3-8BF0-0A77-2286-D4A6B7D74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5AA93-092B-49A1-87A7-3C88D5F38AD7}" type="slidenum">
              <a:rPr lang="ja-JP" altLang="en-US" smtClean="0"/>
              <a:pPr/>
              <a:t>24</a:t>
            </a:fld>
            <a:endParaRPr lang="ja-JP" altLang="en-US" sz="900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6D593F2-C4EB-DF4C-5036-798E3E61D7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graphicFrame>
        <p:nvGraphicFramePr>
          <p:cNvPr id="16" name="表 15">
            <a:extLst>
              <a:ext uri="{FF2B5EF4-FFF2-40B4-BE49-F238E27FC236}">
                <a16:creationId xmlns:a16="http://schemas.microsoft.com/office/drawing/2014/main" id="{13012791-B857-0FA2-9D9B-DB69BE55FA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4323905"/>
              </p:ext>
            </p:extLst>
          </p:nvPr>
        </p:nvGraphicFramePr>
        <p:xfrm>
          <a:off x="695325" y="1827098"/>
          <a:ext cx="10797920" cy="46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879833956"/>
                    </a:ext>
                  </a:extLst>
                </a:gridCol>
                <a:gridCol w="1951200">
                  <a:extLst>
                    <a:ext uri="{9D8B030D-6E8A-4147-A177-3AD203B41FA5}">
                      <a16:colId xmlns:a16="http://schemas.microsoft.com/office/drawing/2014/main" val="61837779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05635475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441692525"/>
                    </a:ext>
                  </a:extLst>
                </a:gridCol>
                <a:gridCol w="1951200">
                  <a:extLst>
                    <a:ext uri="{9D8B030D-6E8A-4147-A177-3AD203B41FA5}">
                      <a16:colId xmlns:a16="http://schemas.microsoft.com/office/drawing/2014/main" val="28663950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78983486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5046214"/>
                    </a:ext>
                  </a:extLst>
                </a:gridCol>
                <a:gridCol w="1951200">
                  <a:extLst>
                    <a:ext uri="{9D8B030D-6E8A-4147-A177-3AD203B41FA5}">
                      <a16:colId xmlns:a16="http://schemas.microsoft.com/office/drawing/2014/main" val="321952328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8437914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027483288"/>
                    </a:ext>
                  </a:extLst>
                </a:gridCol>
                <a:gridCol w="1951200">
                  <a:extLst>
                    <a:ext uri="{9D8B030D-6E8A-4147-A177-3AD203B41FA5}">
                      <a16:colId xmlns:a16="http://schemas.microsoft.com/office/drawing/2014/main" val="324609507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社会課題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テクノロジー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産業の強み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有望領域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4719159"/>
                  </a:ext>
                </a:extLst>
              </a:tr>
              <a:tr h="1080000">
                <a:tc gridSpan="2">
                  <a:txBody>
                    <a:bodyPr/>
                    <a:lstStyle/>
                    <a:p>
                      <a:r>
                        <a:rPr kumimoji="1" lang="en-US" altLang="ja-JP" sz="1200" dirty="0" err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dirty="0" err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dirty="0" err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dirty="0" err="1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200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345965"/>
                  </a:ext>
                </a:extLst>
              </a:tr>
              <a:tr h="1080000">
                <a:tc gridSpan="2">
                  <a:txBody>
                    <a:bodyPr/>
                    <a:lstStyle/>
                    <a:p>
                      <a:r>
                        <a:rPr kumimoji="1" lang="en-US" altLang="ja-JP" sz="1200" dirty="0" err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dirty="0" err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dirty="0" err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dirty="0" err="1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200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9336034"/>
                  </a:ext>
                </a:extLst>
              </a:tr>
              <a:tr h="1080000">
                <a:tc gridSpan="2">
                  <a:txBody>
                    <a:bodyPr/>
                    <a:lstStyle/>
                    <a:p>
                      <a:r>
                        <a:rPr kumimoji="1" lang="en-US" altLang="ja-JP" sz="1200" dirty="0" err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dirty="0" err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dirty="0" err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dirty="0" err="1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200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594497"/>
                  </a:ext>
                </a:extLst>
              </a:tr>
              <a:tr h="1080000">
                <a:tc gridSpan="2">
                  <a:txBody>
                    <a:bodyPr/>
                    <a:lstStyle/>
                    <a:p>
                      <a:r>
                        <a:rPr kumimoji="1" lang="en-US" altLang="ja-JP" sz="1200" dirty="0" err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dirty="0" err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dirty="0" err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dirty="0" err="1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200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99281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93780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90D603-53EA-2498-BC34-54C0396B3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5644E8E-5F31-B082-AE77-06F73EB28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5AA93-092B-49A1-87A7-3C88D5F38AD7}" type="slidenum">
              <a:rPr lang="ja-JP" altLang="en-US" smtClean="0"/>
              <a:pPr/>
              <a:t>25</a:t>
            </a:fld>
            <a:endParaRPr lang="ja-JP" altLang="en-US" sz="900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C831DE3-CC03-BE6B-C69D-B1EF5AFABD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88668510-91A0-2981-5EFD-32CAF7A7F2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9896867"/>
              </p:ext>
            </p:extLst>
          </p:nvPr>
        </p:nvGraphicFramePr>
        <p:xfrm>
          <a:off x="695324" y="1808163"/>
          <a:ext cx="10800000" cy="4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3027865278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3109220460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1569716803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695752814"/>
                    </a:ext>
                  </a:extLst>
                </a:gridCol>
              </a:tblGrid>
              <a:tr h="900000">
                <a:tc rowSpan="3">
                  <a:txBody>
                    <a:bodyPr/>
                    <a:lstStyle/>
                    <a:p>
                      <a:r>
                        <a:rPr kumimoji="1" lang="en-US" altLang="ja-JP" sz="1400" b="0" dirty="0" err="1">
                          <a:solidFill>
                            <a:schemeClr val="bg1"/>
                          </a:solidFill>
                        </a:rPr>
                        <a:t>aaa</a:t>
                      </a:r>
                      <a:endParaRPr kumimoji="1" lang="ja-JP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0" dirty="0" err="1">
                          <a:solidFill>
                            <a:schemeClr val="tx1"/>
                          </a:solidFill>
                        </a:rPr>
                        <a:t>aaa</a:t>
                      </a:r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p"/>
                      </a:pPr>
                      <a:r>
                        <a:rPr kumimoji="1" lang="en-US" altLang="ja-JP" sz="1400" b="0" dirty="0" err="1">
                          <a:solidFill>
                            <a:schemeClr val="tx1"/>
                          </a:solidFill>
                        </a:rPr>
                        <a:t>aaa</a:t>
                      </a:r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dirty="0" err="1">
                          <a:solidFill>
                            <a:schemeClr val="tx1"/>
                          </a:solidFill>
                        </a:rPr>
                        <a:t>aaa</a:t>
                      </a:r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5368603"/>
                  </a:ext>
                </a:extLst>
              </a:tr>
              <a:tr h="900000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0" dirty="0" err="1">
                          <a:solidFill>
                            <a:schemeClr val="tx1"/>
                          </a:solidFill>
                        </a:rPr>
                        <a:t>aaa</a:t>
                      </a:r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dirty="0" err="1">
                          <a:solidFill>
                            <a:schemeClr val="tx1"/>
                          </a:solidFill>
                        </a:rPr>
                        <a:t>aaa</a:t>
                      </a:r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dirty="0" err="1">
                          <a:solidFill>
                            <a:schemeClr val="tx1"/>
                          </a:solidFill>
                        </a:rPr>
                        <a:t>aaa</a:t>
                      </a:r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8424018"/>
                  </a:ext>
                </a:extLst>
              </a:tr>
              <a:tr h="900000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0" dirty="0" err="1">
                          <a:solidFill>
                            <a:schemeClr val="tx1"/>
                          </a:solidFill>
                        </a:rPr>
                        <a:t>aaa</a:t>
                      </a:r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dirty="0" err="1">
                          <a:solidFill>
                            <a:schemeClr val="tx1"/>
                          </a:solidFill>
                        </a:rPr>
                        <a:t>aaa</a:t>
                      </a:r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dirty="0" err="1">
                          <a:solidFill>
                            <a:schemeClr val="tx1"/>
                          </a:solidFill>
                        </a:rPr>
                        <a:t>aaa</a:t>
                      </a:r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1773291"/>
                  </a:ext>
                </a:extLst>
              </a:tr>
              <a:tr h="900000">
                <a:tc rowSpan="2">
                  <a:txBody>
                    <a:bodyPr/>
                    <a:lstStyle/>
                    <a:p>
                      <a:r>
                        <a:rPr kumimoji="1" lang="en-US" altLang="ja-JP" sz="1400" b="0" dirty="0" err="1">
                          <a:solidFill>
                            <a:schemeClr val="bg1"/>
                          </a:solidFill>
                        </a:rPr>
                        <a:t>aaa</a:t>
                      </a:r>
                      <a:endParaRPr kumimoji="1" lang="ja-JP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0" dirty="0" err="1">
                          <a:solidFill>
                            <a:schemeClr val="tx1"/>
                          </a:solidFill>
                        </a:rPr>
                        <a:t>aaa</a:t>
                      </a:r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dirty="0" err="1">
                          <a:solidFill>
                            <a:schemeClr val="tx1"/>
                          </a:solidFill>
                        </a:rPr>
                        <a:t>aaa</a:t>
                      </a:r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dirty="0" err="1">
                          <a:solidFill>
                            <a:schemeClr val="tx1"/>
                          </a:solidFill>
                        </a:rPr>
                        <a:t>aaa</a:t>
                      </a:r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3877366"/>
                  </a:ext>
                </a:extLst>
              </a:tr>
              <a:tr h="900000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0" dirty="0" err="1">
                          <a:solidFill>
                            <a:schemeClr val="tx1"/>
                          </a:solidFill>
                        </a:rPr>
                        <a:t>aaa</a:t>
                      </a:r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dirty="0" err="1">
                          <a:solidFill>
                            <a:schemeClr val="tx1"/>
                          </a:solidFill>
                        </a:rPr>
                        <a:t>aaa</a:t>
                      </a:r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dirty="0" err="1">
                          <a:solidFill>
                            <a:schemeClr val="tx1"/>
                          </a:solidFill>
                        </a:rPr>
                        <a:t>aaa</a:t>
                      </a:r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8192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52254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989D2B-65B2-149B-028B-616B0B5CA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0C83EF6-EF86-C1FC-ADE8-60343A77C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5AA93-092B-49A1-87A7-3C88D5F38AD7}" type="slidenum">
              <a:rPr lang="ja-JP" altLang="en-US" smtClean="0"/>
              <a:pPr/>
              <a:t>26</a:t>
            </a:fld>
            <a:endParaRPr lang="ja-JP" altLang="en-US" sz="900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CDE0967-AAC9-E73D-7DEB-7B28E586DE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2A0D2461-8C70-55CD-172B-8D3017FFD6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2089128"/>
              </p:ext>
            </p:extLst>
          </p:nvPr>
        </p:nvGraphicFramePr>
        <p:xfrm>
          <a:off x="695324" y="1808163"/>
          <a:ext cx="10799480" cy="4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302786527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273868322"/>
                    </a:ext>
                  </a:extLst>
                </a:gridCol>
                <a:gridCol w="1951200">
                  <a:extLst>
                    <a:ext uri="{9D8B030D-6E8A-4147-A177-3AD203B41FA5}">
                      <a16:colId xmlns:a16="http://schemas.microsoft.com/office/drawing/2014/main" val="3109220460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1569716803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695752814"/>
                    </a:ext>
                  </a:extLst>
                </a:gridCol>
              </a:tblGrid>
              <a:tr h="900000">
                <a:tc rowSpan="3">
                  <a:txBody>
                    <a:bodyPr/>
                    <a:lstStyle/>
                    <a:p>
                      <a:r>
                        <a:rPr kumimoji="1" lang="en-US" altLang="ja-JP" sz="1400" b="0" dirty="0" err="1">
                          <a:solidFill>
                            <a:schemeClr val="bg1"/>
                          </a:solidFill>
                        </a:rPr>
                        <a:t>aaa</a:t>
                      </a:r>
                      <a:endParaRPr kumimoji="1" lang="ja-JP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400" b="0" dirty="0" err="1">
                          <a:solidFill>
                            <a:schemeClr val="tx1"/>
                          </a:solidFill>
                        </a:rPr>
                        <a:t>aaa</a:t>
                      </a:r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p"/>
                      </a:pPr>
                      <a:r>
                        <a:rPr kumimoji="1" lang="en-US" altLang="ja-JP" sz="1400" b="0" dirty="0" err="1">
                          <a:solidFill>
                            <a:schemeClr val="tx1"/>
                          </a:solidFill>
                        </a:rPr>
                        <a:t>aaa</a:t>
                      </a:r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dirty="0" err="1">
                          <a:solidFill>
                            <a:schemeClr val="tx1"/>
                          </a:solidFill>
                        </a:rPr>
                        <a:t>aaa</a:t>
                      </a:r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5368603"/>
                  </a:ext>
                </a:extLst>
              </a:tr>
              <a:tr h="900000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269875"/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kumimoji="1" lang="en-US" altLang="ja-JP" sz="1400" b="0" dirty="0" err="1">
                          <a:solidFill>
                            <a:schemeClr val="tx1"/>
                          </a:solidFill>
                        </a:rPr>
                        <a:t>aaa</a:t>
                      </a:r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dirty="0" err="1">
                          <a:solidFill>
                            <a:schemeClr val="tx1"/>
                          </a:solidFill>
                        </a:rPr>
                        <a:t>aaa</a:t>
                      </a:r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dirty="0" err="1">
                          <a:solidFill>
                            <a:schemeClr val="tx1"/>
                          </a:solidFill>
                        </a:rPr>
                        <a:t>aaa</a:t>
                      </a:r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8424018"/>
                  </a:ext>
                </a:extLst>
              </a:tr>
              <a:tr h="900000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269875"/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kumimoji="1" lang="en-US" altLang="ja-JP" sz="1400" b="0" dirty="0" err="1">
                          <a:solidFill>
                            <a:schemeClr val="tx1"/>
                          </a:solidFill>
                        </a:rPr>
                        <a:t>aaa</a:t>
                      </a:r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dirty="0" err="1">
                          <a:solidFill>
                            <a:schemeClr val="tx1"/>
                          </a:solidFill>
                        </a:rPr>
                        <a:t>aaa</a:t>
                      </a:r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dirty="0" err="1">
                          <a:solidFill>
                            <a:schemeClr val="tx1"/>
                          </a:solidFill>
                        </a:rPr>
                        <a:t>aaa</a:t>
                      </a:r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1773291"/>
                  </a:ext>
                </a:extLst>
              </a:tr>
              <a:tr h="900000">
                <a:tc rowSpan="2">
                  <a:txBody>
                    <a:bodyPr/>
                    <a:lstStyle/>
                    <a:p>
                      <a:r>
                        <a:rPr kumimoji="1" lang="en-US" altLang="ja-JP" sz="1400" b="0" dirty="0" err="1">
                          <a:solidFill>
                            <a:schemeClr val="bg1"/>
                          </a:solidFill>
                        </a:rPr>
                        <a:t>aaa</a:t>
                      </a:r>
                      <a:endParaRPr kumimoji="1" lang="ja-JP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400" b="0" dirty="0" err="1">
                          <a:solidFill>
                            <a:schemeClr val="tx1"/>
                          </a:solidFill>
                        </a:rPr>
                        <a:t>aaa</a:t>
                      </a:r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dirty="0" err="1">
                          <a:solidFill>
                            <a:schemeClr val="tx1"/>
                          </a:solidFill>
                        </a:rPr>
                        <a:t>aaa</a:t>
                      </a:r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dirty="0" err="1">
                          <a:solidFill>
                            <a:schemeClr val="tx1"/>
                          </a:solidFill>
                        </a:rPr>
                        <a:t>aaa</a:t>
                      </a:r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3877366"/>
                  </a:ext>
                </a:extLst>
              </a:tr>
              <a:tr h="900000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400" b="0" dirty="0" err="1">
                          <a:solidFill>
                            <a:schemeClr val="tx1"/>
                          </a:solidFill>
                        </a:rPr>
                        <a:t>aaa</a:t>
                      </a:r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dirty="0" err="1">
                          <a:solidFill>
                            <a:schemeClr val="tx1"/>
                          </a:solidFill>
                        </a:rPr>
                        <a:t>aaa</a:t>
                      </a:r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dirty="0" err="1">
                          <a:solidFill>
                            <a:schemeClr val="tx1"/>
                          </a:solidFill>
                        </a:rPr>
                        <a:t>aaa</a:t>
                      </a:r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8192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84567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9EF29B-A929-7DDE-27C5-48C76BEA1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791A2D8-2217-9A26-21BF-3646CB5A2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5AA93-092B-49A1-87A7-3C88D5F38AD7}" type="slidenum">
              <a:rPr lang="ja-JP" altLang="en-US" smtClean="0"/>
              <a:pPr/>
              <a:t>27</a:t>
            </a:fld>
            <a:endParaRPr lang="ja-JP" altLang="en-US" sz="900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3417B35-4152-5DDF-679F-3B53741C7D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graphicFrame>
        <p:nvGraphicFramePr>
          <p:cNvPr id="13" name="表 12">
            <a:extLst>
              <a:ext uri="{FF2B5EF4-FFF2-40B4-BE49-F238E27FC236}">
                <a16:creationId xmlns:a16="http://schemas.microsoft.com/office/drawing/2014/main" id="{FF148662-1C5C-58BF-73DE-7B5FF3FBCE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1627702"/>
              </p:ext>
            </p:extLst>
          </p:nvPr>
        </p:nvGraphicFramePr>
        <p:xfrm>
          <a:off x="7536673" y="2416948"/>
          <a:ext cx="3960000" cy="342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053562507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3846209694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664534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1</a:t>
                      </a: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 err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237300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2</a:t>
                      </a: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 err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</a:t>
                      </a: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35715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3</a:t>
                      </a: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</a:t>
                      </a: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868073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4</a:t>
                      </a: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</a:t>
                      </a: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767392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5</a:t>
                      </a: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</a:t>
                      </a: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153495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6</a:t>
                      </a: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</a:t>
                      </a: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66064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7</a:t>
                      </a: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</a:t>
                      </a: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136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8</a:t>
                      </a: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</a:t>
                      </a: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2107577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1360618"/>
                  </a:ext>
                </a:extLst>
              </a:tr>
            </a:tbl>
          </a:graphicData>
        </a:graphic>
      </p:graphicFrame>
      <p:graphicFrame>
        <p:nvGraphicFramePr>
          <p:cNvPr id="17" name="表 16">
            <a:extLst>
              <a:ext uri="{FF2B5EF4-FFF2-40B4-BE49-F238E27FC236}">
                <a16:creationId xmlns:a16="http://schemas.microsoft.com/office/drawing/2014/main" id="{BEB35AB6-A6D3-6869-1C51-7C0ACAE2AA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4438370"/>
              </p:ext>
            </p:extLst>
          </p:nvPr>
        </p:nvGraphicFramePr>
        <p:xfrm>
          <a:off x="695325" y="1808163"/>
          <a:ext cx="611896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409135183"/>
                    </a:ext>
                  </a:extLst>
                </a:gridCol>
                <a:gridCol w="2671200">
                  <a:extLst>
                    <a:ext uri="{9D8B030D-6E8A-4147-A177-3AD203B41FA5}">
                      <a16:colId xmlns:a16="http://schemas.microsoft.com/office/drawing/2014/main" val="234386593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1928738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10215350"/>
                    </a:ext>
                  </a:extLst>
                </a:gridCol>
                <a:gridCol w="2671200">
                  <a:extLst>
                    <a:ext uri="{9D8B030D-6E8A-4147-A177-3AD203B41FA5}">
                      <a16:colId xmlns:a16="http://schemas.microsoft.com/office/drawing/2014/main" val="419262753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施策のマッピング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セグメント定義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7875283"/>
                  </a:ext>
                </a:extLst>
              </a:tr>
            </a:tbl>
          </a:graphicData>
        </a:graphic>
      </p:graphicFrame>
      <p:graphicFrame>
        <p:nvGraphicFramePr>
          <p:cNvPr id="18" name="表 17">
            <a:extLst>
              <a:ext uri="{FF2B5EF4-FFF2-40B4-BE49-F238E27FC236}">
                <a16:creationId xmlns:a16="http://schemas.microsoft.com/office/drawing/2014/main" id="{642BB02C-4C81-955D-1492-A2432E0E87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7251503"/>
              </p:ext>
            </p:extLst>
          </p:nvPr>
        </p:nvGraphicFramePr>
        <p:xfrm>
          <a:off x="7537195" y="1808163"/>
          <a:ext cx="395948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409135183"/>
                    </a:ext>
                  </a:extLst>
                </a:gridCol>
                <a:gridCol w="3751200">
                  <a:extLst>
                    <a:ext uri="{9D8B030D-6E8A-4147-A177-3AD203B41FA5}">
                      <a16:colId xmlns:a16="http://schemas.microsoft.com/office/drawing/2014/main" val="234386593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施策一覧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7875283"/>
                  </a:ext>
                </a:extLst>
              </a:tr>
            </a:tbl>
          </a:graphicData>
        </a:graphic>
      </p:graphicFrame>
      <p:graphicFrame>
        <p:nvGraphicFramePr>
          <p:cNvPr id="22" name="表 21">
            <a:extLst>
              <a:ext uri="{FF2B5EF4-FFF2-40B4-BE49-F238E27FC236}">
                <a16:creationId xmlns:a16="http://schemas.microsoft.com/office/drawing/2014/main" id="{FCAA8E55-AEA3-4D84-8DB4-7849ABBFBF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7484965"/>
              </p:ext>
            </p:extLst>
          </p:nvPr>
        </p:nvGraphicFramePr>
        <p:xfrm>
          <a:off x="695325" y="2416948"/>
          <a:ext cx="6120000" cy="34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3053562507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384620969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9571998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630594492"/>
                    </a:ext>
                  </a:extLst>
                </a:gridCol>
                <a:gridCol w="2340000">
                  <a:extLst>
                    <a:ext uri="{9D8B030D-6E8A-4147-A177-3AD203B41FA5}">
                      <a16:colId xmlns:a16="http://schemas.microsoft.com/office/drawing/2014/main" val="760603550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r>
                        <a:rPr kumimoji="1" lang="ja-JP" altLang="en-US" sz="105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↑ 効果の大きさ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8403356"/>
                  </a:ext>
                </a:extLst>
              </a:tr>
              <a:tr h="720000">
                <a:tc rowSpan="2"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必要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重要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重要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 err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aaaaaaaaa</a:t>
                      </a: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2373007"/>
                  </a:ext>
                </a:extLst>
              </a:tr>
              <a:tr h="72000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必要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 err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aaaaaaaaa</a:t>
                      </a: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553744"/>
                  </a:ext>
                </a:extLst>
              </a:tr>
              <a:tr h="720000">
                <a:tc rowSpan="2"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 err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aaaaaaaaa</a:t>
                      </a: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571596"/>
                  </a:ext>
                </a:extLst>
              </a:tr>
              <a:tr h="72000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 err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aaaaaaaaa</a:t>
                      </a: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8500194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endParaRPr kumimoji="1" lang="ja-JP" altLang="en-US" sz="105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ja-JP" altLang="en-US" sz="105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実現の低さ →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kumimoji="1" lang="ja-JP" altLang="en-US" sz="105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kumimoji="1" lang="ja-JP" altLang="en-US" sz="105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kumimoji="1" lang="ja-JP" altLang="en-US" sz="105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221319"/>
                  </a:ext>
                </a:extLst>
              </a:tr>
            </a:tbl>
          </a:graphicData>
        </a:graphic>
      </p:graphicFrame>
      <p:sp>
        <p:nvSpPr>
          <p:cNvPr id="5" name="二等辺三角形 4">
            <a:extLst>
              <a:ext uri="{FF2B5EF4-FFF2-40B4-BE49-F238E27FC236}">
                <a16:creationId xmlns:a16="http://schemas.microsoft.com/office/drawing/2014/main" id="{E8E4CC59-D2A3-3382-510E-D47CC845446C}"/>
              </a:ext>
            </a:extLst>
          </p:cNvPr>
          <p:cNvSpPr/>
          <p:nvPr/>
        </p:nvSpPr>
        <p:spPr>
          <a:xfrm rot="5400000">
            <a:off x="6896162" y="4000614"/>
            <a:ext cx="559674" cy="261308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kumimoji="1" lang="ja-JP" altLang="en-US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441177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66863B-EE32-F5A8-5EC7-71EB1AB25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079C36F-B6B2-CB63-3B8F-EEEABEC89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5AA93-092B-49A1-87A7-3C88D5F38AD7}" type="slidenum">
              <a:rPr lang="ja-JP" altLang="en-US" smtClean="0"/>
              <a:pPr/>
              <a:t>28</a:t>
            </a:fld>
            <a:endParaRPr lang="ja-JP" altLang="en-US" sz="900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EDD3746-12C4-C8F5-44E2-082AA048FC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0521F10A-04DB-DDDB-7895-B1C4F98650F3}"/>
              </a:ext>
            </a:extLst>
          </p:cNvPr>
          <p:cNvSpPr/>
          <p:nvPr/>
        </p:nvSpPr>
        <p:spPr>
          <a:xfrm>
            <a:off x="4466363" y="1808163"/>
            <a:ext cx="3240000" cy="900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r>
              <a:rPr lang="ja-JP" altLang="en-US" sz="140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要素</a:t>
            </a:r>
            <a:r>
              <a:rPr lang="en-US" altLang="ja-JP" sz="140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endParaRPr lang="ja-JP" altLang="en-US" sz="1400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9D179F67-1D40-F8B4-F601-722F3DB360C8}"/>
              </a:ext>
            </a:extLst>
          </p:cNvPr>
          <p:cNvSpPr/>
          <p:nvPr/>
        </p:nvSpPr>
        <p:spPr>
          <a:xfrm>
            <a:off x="8066811" y="1808163"/>
            <a:ext cx="3240000" cy="900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r>
              <a:rPr lang="ja-JP" altLang="en-US" sz="140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要素</a:t>
            </a:r>
            <a:r>
              <a:rPr lang="en-US" altLang="ja-JP" sz="140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endParaRPr lang="ja-JP" altLang="en-US" sz="1400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96C3AD50-EA13-80CA-596E-1AD7612A6F7B}"/>
              </a:ext>
            </a:extLst>
          </p:cNvPr>
          <p:cNvSpPr/>
          <p:nvPr/>
        </p:nvSpPr>
        <p:spPr>
          <a:xfrm>
            <a:off x="865913" y="1808163"/>
            <a:ext cx="3240000" cy="900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r>
              <a:rPr kumimoji="1" lang="ja-JP" altLang="en-US" sz="140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要素</a:t>
            </a:r>
            <a:r>
              <a:rPr kumimoji="1" lang="en-US" altLang="ja-JP" sz="140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endParaRPr kumimoji="1" lang="ja-JP" altLang="en-US" sz="1400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56901583-DA96-6114-E63A-42EA3A9D5E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1990372"/>
              </p:ext>
            </p:extLst>
          </p:nvPr>
        </p:nvGraphicFramePr>
        <p:xfrm>
          <a:off x="695325" y="3059690"/>
          <a:ext cx="10801350" cy="32490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450">
                  <a:extLst>
                    <a:ext uri="{9D8B030D-6E8A-4147-A177-3AD203B41FA5}">
                      <a16:colId xmlns:a16="http://schemas.microsoft.com/office/drawing/2014/main" val="802625568"/>
                    </a:ext>
                  </a:extLst>
                </a:gridCol>
                <a:gridCol w="3600450">
                  <a:extLst>
                    <a:ext uri="{9D8B030D-6E8A-4147-A177-3AD203B41FA5}">
                      <a16:colId xmlns:a16="http://schemas.microsoft.com/office/drawing/2014/main" val="1946044103"/>
                    </a:ext>
                  </a:extLst>
                </a:gridCol>
                <a:gridCol w="3600450">
                  <a:extLst>
                    <a:ext uri="{9D8B030D-6E8A-4147-A177-3AD203B41FA5}">
                      <a16:colId xmlns:a16="http://schemas.microsoft.com/office/drawing/2014/main" val="3968743178"/>
                    </a:ext>
                  </a:extLst>
                </a:gridCol>
              </a:tblGrid>
              <a:tr h="3249035">
                <a:tc>
                  <a:txBody>
                    <a:bodyPr/>
                    <a:lstStyle/>
                    <a:p>
                      <a:endParaRPr kumimoji="1" lang="ja-JP" altLang="en-US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84477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70839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77A8FF-93BB-E464-A11F-E9AD403DF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1DCEEB1-49C1-844A-C1BB-9259394E7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5AA93-092B-49A1-87A7-3C88D5F38AD7}" type="slidenum">
              <a:rPr lang="ja-JP" altLang="en-US" smtClean="0"/>
              <a:pPr/>
              <a:t>29</a:t>
            </a:fld>
            <a:endParaRPr lang="ja-JP" altLang="en-US" sz="900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1048190-97CF-72E9-0B72-C1428BD112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FF36D842-F5EC-FAAD-CC62-233732A58AF0}"/>
              </a:ext>
            </a:extLst>
          </p:cNvPr>
          <p:cNvSpPr/>
          <p:nvPr/>
        </p:nvSpPr>
        <p:spPr>
          <a:xfrm>
            <a:off x="5372999" y="1988775"/>
            <a:ext cx="1080000" cy="108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endParaRPr lang="ja-JP" altLang="en-US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E1C435BD-02A5-BD51-6477-154A635125DF}"/>
              </a:ext>
            </a:extLst>
          </p:cNvPr>
          <p:cNvSpPr/>
          <p:nvPr/>
        </p:nvSpPr>
        <p:spPr>
          <a:xfrm>
            <a:off x="9466336" y="2168775"/>
            <a:ext cx="720000" cy="72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endParaRPr lang="ja-JP" altLang="en-US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FDEFF05D-0345-BCEB-F38C-5E389F1CCEE5}"/>
              </a:ext>
            </a:extLst>
          </p:cNvPr>
          <p:cNvSpPr/>
          <p:nvPr/>
        </p:nvSpPr>
        <p:spPr>
          <a:xfrm>
            <a:off x="1673375" y="1808775"/>
            <a:ext cx="1440000" cy="144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kumimoji="1" lang="ja-JP" altLang="en-US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FEAC9E13-C4F5-FCCF-1848-22A595C61B84}"/>
              </a:ext>
            </a:extLst>
          </p:cNvPr>
          <p:cNvCxnSpPr>
            <a:cxnSpLocks/>
            <a:stCxn id="7" idx="0"/>
            <a:endCxn id="6" idx="0"/>
          </p:cNvCxnSpPr>
          <p:nvPr/>
        </p:nvCxnSpPr>
        <p:spPr>
          <a:xfrm>
            <a:off x="2393375" y="1808775"/>
            <a:ext cx="7432961" cy="3600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EE6CCCB6-E577-AFE2-3F67-FE05DFA05C72}"/>
              </a:ext>
            </a:extLst>
          </p:cNvPr>
          <p:cNvCxnSpPr>
            <a:cxnSpLocks/>
            <a:stCxn id="7" idx="4"/>
            <a:endCxn id="6" idx="4"/>
          </p:cNvCxnSpPr>
          <p:nvPr/>
        </p:nvCxnSpPr>
        <p:spPr>
          <a:xfrm flipV="1">
            <a:off x="2393375" y="2888775"/>
            <a:ext cx="7432961" cy="3600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表 9">
            <a:extLst>
              <a:ext uri="{FF2B5EF4-FFF2-40B4-BE49-F238E27FC236}">
                <a16:creationId xmlns:a16="http://schemas.microsoft.com/office/drawing/2014/main" id="{E38E9AB3-412E-C0DB-6519-F9300BB95A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7487400"/>
              </p:ext>
            </p:extLst>
          </p:nvPr>
        </p:nvGraphicFramePr>
        <p:xfrm>
          <a:off x="695325" y="3420000"/>
          <a:ext cx="10801352" cy="32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3519">
                  <a:extLst>
                    <a:ext uri="{9D8B030D-6E8A-4147-A177-3AD203B41FA5}">
                      <a16:colId xmlns:a16="http://schemas.microsoft.com/office/drawing/2014/main" val="1376221158"/>
                    </a:ext>
                  </a:extLst>
                </a:gridCol>
                <a:gridCol w="3399905">
                  <a:extLst>
                    <a:ext uri="{9D8B030D-6E8A-4147-A177-3AD203B41FA5}">
                      <a16:colId xmlns:a16="http://schemas.microsoft.com/office/drawing/2014/main" val="3837460865"/>
                    </a:ext>
                  </a:extLst>
                </a:gridCol>
                <a:gridCol w="3740727">
                  <a:extLst>
                    <a:ext uri="{9D8B030D-6E8A-4147-A177-3AD203B41FA5}">
                      <a16:colId xmlns:a16="http://schemas.microsoft.com/office/drawing/2014/main" val="3458855334"/>
                    </a:ext>
                  </a:extLst>
                </a:gridCol>
                <a:gridCol w="3217201">
                  <a:extLst>
                    <a:ext uri="{9D8B030D-6E8A-4147-A177-3AD203B41FA5}">
                      <a16:colId xmlns:a16="http://schemas.microsoft.com/office/drawing/2014/main" val="1883866934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r>
                        <a:rPr kumimoji="1" lang="en-US" altLang="ja-JP" sz="1400" b="0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</a:t>
                      </a:r>
                      <a:endParaRPr kumimoji="1" lang="ja-JP" altLang="en-US" sz="1400" b="0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b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b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0466479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endParaRPr kumimoji="1" lang="ja-JP" altLang="en-US" sz="1400" b="0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b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9479767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endParaRPr kumimoji="1" lang="ja-JP" altLang="en-US" sz="1400" b="0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4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4979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11913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B60ED9-656E-1A68-854B-E2AF8E8F4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F66B279-B5C7-44E7-77C4-B7C54A0CA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5AA93-092B-49A1-87A7-3C88D5F38AD7}" type="slidenum">
              <a:rPr lang="ja-JP" altLang="en-US" smtClean="0"/>
              <a:pPr/>
              <a:t>30</a:t>
            </a:fld>
            <a:endParaRPr lang="ja-JP" altLang="en-US" sz="900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EE0A156-5C8D-0E65-2734-291BEC7D00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グラフィックス 4" descr="棒グラフ (下降) 単色塗りつぶし">
            <a:extLst>
              <a:ext uri="{FF2B5EF4-FFF2-40B4-BE49-F238E27FC236}">
                <a16:creationId xmlns:a16="http://schemas.microsoft.com/office/drawing/2014/main" id="{2BF9F121-8A82-3358-EA77-B4A31AE085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4466" y="1431469"/>
            <a:ext cx="540001" cy="540001"/>
          </a:xfrm>
          <a:prstGeom prst="rect">
            <a:avLst/>
          </a:prstGeom>
        </p:spPr>
      </p:pic>
      <p:pic>
        <p:nvPicPr>
          <p:cNvPr id="6" name="グラフィックス 5" descr="棒グラフ (下降) 枠線">
            <a:extLst>
              <a:ext uri="{FF2B5EF4-FFF2-40B4-BE49-F238E27FC236}">
                <a16:creationId xmlns:a16="http://schemas.microsoft.com/office/drawing/2014/main" id="{76FAFB7F-7650-07D0-C46B-6ECD1F465F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48765" y="1431469"/>
            <a:ext cx="540001" cy="540001"/>
          </a:xfrm>
          <a:prstGeom prst="rect">
            <a:avLst/>
          </a:prstGeom>
        </p:spPr>
      </p:pic>
      <p:pic>
        <p:nvPicPr>
          <p:cNvPr id="7" name="グラフィックス 6" descr="棒グラフ (上昇) 単色塗りつぶし">
            <a:extLst>
              <a:ext uri="{FF2B5EF4-FFF2-40B4-BE49-F238E27FC236}">
                <a16:creationId xmlns:a16="http://schemas.microsoft.com/office/drawing/2014/main" id="{9D6A4859-69A5-0A70-5792-F9858FB3F3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00793" y="1431469"/>
            <a:ext cx="540001" cy="540001"/>
          </a:xfrm>
          <a:prstGeom prst="rect">
            <a:avLst/>
          </a:prstGeom>
        </p:spPr>
      </p:pic>
      <p:pic>
        <p:nvPicPr>
          <p:cNvPr id="8" name="グラフィックス 7" descr="棒グラフ (上昇) 枠線">
            <a:extLst>
              <a:ext uri="{FF2B5EF4-FFF2-40B4-BE49-F238E27FC236}">
                <a16:creationId xmlns:a16="http://schemas.microsoft.com/office/drawing/2014/main" id="{D9146CB4-DF71-FCAF-F7C7-B071D2CA3C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34365" y="1431469"/>
            <a:ext cx="540001" cy="540001"/>
          </a:xfrm>
          <a:prstGeom prst="rect">
            <a:avLst/>
          </a:prstGeom>
        </p:spPr>
      </p:pic>
      <p:pic>
        <p:nvPicPr>
          <p:cNvPr id="9" name="グラフィックス 8" descr="チェックリスト 単色塗りつぶし">
            <a:extLst>
              <a:ext uri="{FF2B5EF4-FFF2-40B4-BE49-F238E27FC236}">
                <a16:creationId xmlns:a16="http://schemas.microsoft.com/office/drawing/2014/main" id="{F4AE3B19-5BCA-50A3-7FC9-BE1F94C4D7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00793" y="2623594"/>
            <a:ext cx="540001" cy="540001"/>
          </a:xfrm>
          <a:prstGeom prst="rect">
            <a:avLst/>
          </a:prstGeom>
        </p:spPr>
      </p:pic>
      <p:pic>
        <p:nvPicPr>
          <p:cNvPr id="10" name="グラフィックス 9" descr="チェックリスト 枠線">
            <a:extLst>
              <a:ext uri="{FF2B5EF4-FFF2-40B4-BE49-F238E27FC236}">
                <a16:creationId xmlns:a16="http://schemas.microsoft.com/office/drawing/2014/main" id="{741C422B-1F1A-BBD1-FE32-A4B0AB949F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4466" y="2623594"/>
            <a:ext cx="540001" cy="540001"/>
          </a:xfrm>
          <a:prstGeom prst="rect">
            <a:avLst/>
          </a:prstGeom>
        </p:spPr>
      </p:pic>
      <p:pic>
        <p:nvPicPr>
          <p:cNvPr id="11" name="グラフィックス 10" descr="クリップボード: 混合 単色塗りつぶし">
            <a:extLst>
              <a:ext uri="{FF2B5EF4-FFF2-40B4-BE49-F238E27FC236}">
                <a16:creationId xmlns:a16="http://schemas.microsoft.com/office/drawing/2014/main" id="{5BEBE8FA-8837-68FF-FF79-8FC6F0D3FE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48765" y="2623594"/>
            <a:ext cx="540001" cy="540001"/>
          </a:xfrm>
          <a:prstGeom prst="rect">
            <a:avLst/>
          </a:prstGeom>
        </p:spPr>
      </p:pic>
      <p:pic>
        <p:nvPicPr>
          <p:cNvPr id="12" name="グラフィックス 11" descr="クリップボード: 混合 枠線">
            <a:extLst>
              <a:ext uri="{FF2B5EF4-FFF2-40B4-BE49-F238E27FC236}">
                <a16:creationId xmlns:a16="http://schemas.microsoft.com/office/drawing/2014/main" id="{47979704-C7E3-037E-6DCE-0C79E45CF7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434365" y="2623594"/>
            <a:ext cx="540001" cy="540001"/>
          </a:xfrm>
          <a:prstGeom prst="rect">
            <a:avLst/>
          </a:prstGeom>
        </p:spPr>
      </p:pic>
      <p:pic>
        <p:nvPicPr>
          <p:cNvPr id="13" name="グラフィックス 12" descr="ガント チャート 単色塗りつぶし">
            <a:extLst>
              <a:ext uri="{FF2B5EF4-FFF2-40B4-BE49-F238E27FC236}">
                <a16:creationId xmlns:a16="http://schemas.microsoft.com/office/drawing/2014/main" id="{8129C9BC-FB9C-BF23-A0E4-B229784C71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4466" y="3753367"/>
            <a:ext cx="540001" cy="540001"/>
          </a:xfrm>
          <a:prstGeom prst="rect">
            <a:avLst/>
          </a:prstGeom>
        </p:spPr>
      </p:pic>
      <p:pic>
        <p:nvPicPr>
          <p:cNvPr id="14" name="グラフィックス 13" descr="ガント チャート 枠線">
            <a:extLst>
              <a:ext uri="{FF2B5EF4-FFF2-40B4-BE49-F238E27FC236}">
                <a16:creationId xmlns:a16="http://schemas.microsoft.com/office/drawing/2014/main" id="{1743E1C9-625B-B44C-C23F-3E10B7C515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400793" y="3753367"/>
            <a:ext cx="540001" cy="540001"/>
          </a:xfrm>
          <a:prstGeom prst="rect">
            <a:avLst/>
          </a:prstGeom>
        </p:spPr>
      </p:pic>
      <p:pic>
        <p:nvPicPr>
          <p:cNvPr id="15" name="グラフィックス 14" descr="階層 単色塗りつぶし">
            <a:extLst>
              <a:ext uri="{FF2B5EF4-FFF2-40B4-BE49-F238E27FC236}">
                <a16:creationId xmlns:a16="http://schemas.microsoft.com/office/drawing/2014/main" id="{364C92B0-B924-B9EC-FD64-445327D693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263165" y="1431469"/>
            <a:ext cx="540001" cy="540001"/>
          </a:xfrm>
          <a:prstGeom prst="rect">
            <a:avLst/>
          </a:prstGeom>
        </p:spPr>
      </p:pic>
      <p:pic>
        <p:nvPicPr>
          <p:cNvPr id="16" name="グラフィックス 15" descr="階層 枠線">
            <a:extLst>
              <a:ext uri="{FF2B5EF4-FFF2-40B4-BE49-F238E27FC236}">
                <a16:creationId xmlns:a16="http://schemas.microsoft.com/office/drawing/2014/main" id="{16A6550B-42A3-B026-4653-D3E053C1ED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249850" y="1431469"/>
            <a:ext cx="540001" cy="540001"/>
          </a:xfrm>
          <a:prstGeom prst="rect">
            <a:avLst/>
          </a:prstGeom>
        </p:spPr>
      </p:pic>
      <p:pic>
        <p:nvPicPr>
          <p:cNvPr id="17" name="グラフィックス 16" descr="ネットワーク 単色塗りつぶし">
            <a:extLst>
              <a:ext uri="{FF2B5EF4-FFF2-40B4-BE49-F238E27FC236}">
                <a16:creationId xmlns:a16="http://schemas.microsoft.com/office/drawing/2014/main" id="{8765401D-ACC8-D9BF-42AC-D996507848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23696" y="1431469"/>
            <a:ext cx="540001" cy="540001"/>
          </a:xfrm>
          <a:prstGeom prst="rect">
            <a:avLst/>
          </a:prstGeom>
        </p:spPr>
      </p:pic>
      <p:pic>
        <p:nvPicPr>
          <p:cNvPr id="18" name="グラフィックス 17" descr="ネットワーク 枠線">
            <a:extLst>
              <a:ext uri="{FF2B5EF4-FFF2-40B4-BE49-F238E27FC236}">
                <a16:creationId xmlns:a16="http://schemas.microsoft.com/office/drawing/2014/main" id="{4F5BF697-17A2-F90D-5544-ABD469ADBB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241565" y="1431469"/>
            <a:ext cx="540001" cy="540001"/>
          </a:xfrm>
          <a:prstGeom prst="rect">
            <a:avLst/>
          </a:prstGeom>
        </p:spPr>
      </p:pic>
      <p:pic>
        <p:nvPicPr>
          <p:cNvPr id="19" name="グラフィックス 18" descr="付箋 単色塗りつぶし">
            <a:extLst>
              <a:ext uri="{FF2B5EF4-FFF2-40B4-BE49-F238E27FC236}">
                <a16:creationId xmlns:a16="http://schemas.microsoft.com/office/drawing/2014/main" id="{A262FFC3-4356-0B37-88E6-DDEB0F6915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249850" y="2623594"/>
            <a:ext cx="540001" cy="540001"/>
          </a:xfrm>
          <a:prstGeom prst="rect">
            <a:avLst/>
          </a:prstGeom>
        </p:spPr>
      </p:pic>
      <p:pic>
        <p:nvPicPr>
          <p:cNvPr id="20" name="グラフィックス 19" descr="付箋 枠線">
            <a:extLst>
              <a:ext uri="{FF2B5EF4-FFF2-40B4-BE49-F238E27FC236}">
                <a16:creationId xmlns:a16="http://schemas.microsoft.com/office/drawing/2014/main" id="{24B6B62F-8D22-6BF1-EA8C-8A2913CA23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263165" y="2623594"/>
            <a:ext cx="540001" cy="540001"/>
          </a:xfrm>
          <a:prstGeom prst="rect">
            <a:avLst/>
          </a:prstGeom>
        </p:spPr>
      </p:pic>
      <p:pic>
        <p:nvPicPr>
          <p:cNvPr id="21" name="グラフィックス 20" descr="付箋 3 単色塗りつぶし">
            <a:extLst>
              <a:ext uri="{FF2B5EF4-FFF2-40B4-BE49-F238E27FC236}">
                <a16:creationId xmlns:a16="http://schemas.microsoft.com/office/drawing/2014/main" id="{139BB66E-CA97-856F-8F0B-B572AC8AC9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241565" y="2623594"/>
            <a:ext cx="540001" cy="540001"/>
          </a:xfrm>
          <a:prstGeom prst="rect">
            <a:avLst/>
          </a:prstGeom>
        </p:spPr>
      </p:pic>
      <p:pic>
        <p:nvPicPr>
          <p:cNvPr id="22" name="グラフィックス 21" descr="付箋 3 枠線">
            <a:extLst>
              <a:ext uri="{FF2B5EF4-FFF2-40B4-BE49-F238E27FC236}">
                <a16:creationId xmlns:a16="http://schemas.microsoft.com/office/drawing/2014/main" id="{446FE67D-7296-BB44-D231-E270ED5439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323696" y="2623594"/>
            <a:ext cx="540001" cy="540001"/>
          </a:xfrm>
          <a:prstGeom prst="rect">
            <a:avLst/>
          </a:prstGeom>
        </p:spPr>
      </p:pic>
      <p:pic>
        <p:nvPicPr>
          <p:cNvPr id="23" name="グラフィックス 22" descr="円グラフ 単色塗りつぶし">
            <a:extLst>
              <a:ext uri="{FF2B5EF4-FFF2-40B4-BE49-F238E27FC236}">
                <a16:creationId xmlns:a16="http://schemas.microsoft.com/office/drawing/2014/main" id="{E1FEA32C-D771-7CCE-97CF-81EBE1DF2E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14466" y="4810668"/>
            <a:ext cx="540001" cy="540001"/>
          </a:xfrm>
          <a:prstGeom prst="rect">
            <a:avLst/>
          </a:prstGeom>
        </p:spPr>
      </p:pic>
      <p:pic>
        <p:nvPicPr>
          <p:cNvPr id="24" name="グラフィックス 23" descr="円グラフ 枠線">
            <a:extLst>
              <a:ext uri="{FF2B5EF4-FFF2-40B4-BE49-F238E27FC236}">
                <a16:creationId xmlns:a16="http://schemas.microsoft.com/office/drawing/2014/main" id="{DB7839DF-FD96-9304-FD94-701F1DB7E8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400793" y="4810668"/>
            <a:ext cx="540001" cy="540001"/>
          </a:xfrm>
          <a:prstGeom prst="rect">
            <a:avLst/>
          </a:prstGeom>
        </p:spPr>
      </p:pic>
      <p:pic>
        <p:nvPicPr>
          <p:cNvPr id="25" name="グラフィックス 24" descr="テーブル 単色塗りつぶし">
            <a:extLst>
              <a:ext uri="{FF2B5EF4-FFF2-40B4-BE49-F238E27FC236}">
                <a16:creationId xmlns:a16="http://schemas.microsoft.com/office/drawing/2014/main" id="{387B5050-622C-D45F-320A-DD8A18648C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434365" y="4810668"/>
            <a:ext cx="540001" cy="540001"/>
          </a:xfrm>
          <a:prstGeom prst="rect">
            <a:avLst/>
          </a:prstGeom>
        </p:spPr>
      </p:pic>
      <p:pic>
        <p:nvPicPr>
          <p:cNvPr id="26" name="グラフィックス 25" descr="テーブル 枠線">
            <a:extLst>
              <a:ext uri="{FF2B5EF4-FFF2-40B4-BE49-F238E27FC236}">
                <a16:creationId xmlns:a16="http://schemas.microsoft.com/office/drawing/2014/main" id="{DE9F25D9-8A07-808D-1128-F02DF0F0EE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348765" y="4810668"/>
            <a:ext cx="540001" cy="540001"/>
          </a:xfrm>
          <a:prstGeom prst="rect">
            <a:avLst/>
          </a:prstGeom>
        </p:spPr>
      </p:pic>
      <p:pic>
        <p:nvPicPr>
          <p:cNvPr id="27" name="グラフィックス 26" descr="雲 単色塗りつぶし">
            <a:extLst>
              <a:ext uri="{FF2B5EF4-FFF2-40B4-BE49-F238E27FC236}">
                <a16:creationId xmlns:a16="http://schemas.microsoft.com/office/drawing/2014/main" id="{561EB354-A564-8461-4A53-029F7E41A5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4263165" y="3753367"/>
            <a:ext cx="540001" cy="540001"/>
          </a:xfrm>
          <a:prstGeom prst="rect">
            <a:avLst/>
          </a:prstGeom>
        </p:spPr>
      </p:pic>
      <p:pic>
        <p:nvPicPr>
          <p:cNvPr id="28" name="グラフィックス 27" descr="雲 枠線">
            <a:extLst>
              <a:ext uri="{FF2B5EF4-FFF2-40B4-BE49-F238E27FC236}">
                <a16:creationId xmlns:a16="http://schemas.microsoft.com/office/drawing/2014/main" id="{997A21C4-8260-D151-3F47-5AB90F7D12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249850" y="3753367"/>
            <a:ext cx="540001" cy="540001"/>
          </a:xfrm>
          <a:prstGeom prst="rect">
            <a:avLst/>
          </a:prstGeom>
        </p:spPr>
      </p:pic>
      <p:pic>
        <p:nvPicPr>
          <p:cNvPr id="29" name="グラフィックス 28" descr="おひさま 単色塗りつぶし">
            <a:extLst>
              <a:ext uri="{FF2B5EF4-FFF2-40B4-BE49-F238E27FC236}">
                <a16:creationId xmlns:a16="http://schemas.microsoft.com/office/drawing/2014/main" id="{2EC92CF0-EDCB-F4B1-B1B7-367F897FAD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4263165" y="4810668"/>
            <a:ext cx="540001" cy="540001"/>
          </a:xfrm>
          <a:prstGeom prst="rect">
            <a:avLst/>
          </a:prstGeom>
        </p:spPr>
      </p:pic>
      <p:pic>
        <p:nvPicPr>
          <p:cNvPr id="30" name="グラフィックス 29" descr="おひさま 枠線">
            <a:extLst>
              <a:ext uri="{FF2B5EF4-FFF2-40B4-BE49-F238E27FC236}">
                <a16:creationId xmlns:a16="http://schemas.microsoft.com/office/drawing/2014/main" id="{8740FB89-CDA7-74D0-F481-08C1F35684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323696" y="3753367"/>
            <a:ext cx="540001" cy="540001"/>
          </a:xfrm>
          <a:prstGeom prst="rect">
            <a:avLst/>
          </a:prstGeom>
        </p:spPr>
      </p:pic>
      <p:pic>
        <p:nvPicPr>
          <p:cNvPr id="31" name="グラフィックス 30" descr="傘 単色塗りつぶし">
            <a:extLst>
              <a:ext uri="{FF2B5EF4-FFF2-40B4-BE49-F238E27FC236}">
                <a16:creationId xmlns:a16="http://schemas.microsoft.com/office/drawing/2014/main" id="{BBB08933-CECC-86F3-7C65-DB0503686D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323696" y="4810668"/>
            <a:ext cx="540001" cy="540001"/>
          </a:xfrm>
          <a:prstGeom prst="rect">
            <a:avLst/>
          </a:prstGeom>
        </p:spPr>
      </p:pic>
      <p:pic>
        <p:nvPicPr>
          <p:cNvPr id="32" name="グラフィックス 31" descr="傘 枠線">
            <a:extLst>
              <a:ext uri="{FF2B5EF4-FFF2-40B4-BE49-F238E27FC236}">
                <a16:creationId xmlns:a16="http://schemas.microsoft.com/office/drawing/2014/main" id="{E20F37E1-9578-2BFC-5823-7D59D0E546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5249850" y="4810668"/>
            <a:ext cx="540001" cy="540001"/>
          </a:xfrm>
          <a:prstGeom prst="rect">
            <a:avLst/>
          </a:prstGeom>
        </p:spPr>
      </p:pic>
      <p:pic>
        <p:nvPicPr>
          <p:cNvPr id="33" name="グラフィックス 32" descr="クラウドからダウンロード 単色塗りつぶし">
            <a:extLst>
              <a:ext uri="{FF2B5EF4-FFF2-40B4-BE49-F238E27FC236}">
                <a16:creationId xmlns:a16="http://schemas.microsoft.com/office/drawing/2014/main" id="{9A6E4075-4E6E-BAB2-E91B-FAEACBF87E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4263165" y="5669840"/>
            <a:ext cx="540001" cy="540001"/>
          </a:xfrm>
          <a:prstGeom prst="rect">
            <a:avLst/>
          </a:prstGeom>
        </p:spPr>
      </p:pic>
      <p:pic>
        <p:nvPicPr>
          <p:cNvPr id="34" name="グラフィックス 33" descr="ネットワーク図 単色塗りつぶし">
            <a:extLst>
              <a:ext uri="{FF2B5EF4-FFF2-40B4-BE49-F238E27FC236}">
                <a16:creationId xmlns:a16="http://schemas.microsoft.com/office/drawing/2014/main" id="{5F15BE22-6051-6C91-C911-A8A4B7909C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8231019" y="1431469"/>
            <a:ext cx="540001" cy="540001"/>
          </a:xfrm>
          <a:prstGeom prst="rect">
            <a:avLst/>
          </a:prstGeom>
        </p:spPr>
      </p:pic>
      <p:pic>
        <p:nvPicPr>
          <p:cNvPr id="35" name="グラフィックス 34" descr="ネットワーク図 枠線">
            <a:extLst>
              <a:ext uri="{FF2B5EF4-FFF2-40B4-BE49-F238E27FC236}">
                <a16:creationId xmlns:a16="http://schemas.microsoft.com/office/drawing/2014/main" id="{A1946DD9-595E-5076-A19D-45E47D3F3B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9145419" y="1431469"/>
            <a:ext cx="540001" cy="540001"/>
          </a:xfrm>
          <a:prstGeom prst="rect">
            <a:avLst/>
          </a:prstGeom>
        </p:spPr>
      </p:pic>
      <p:pic>
        <p:nvPicPr>
          <p:cNvPr id="36" name="グラフィックス 35" descr="ブログ 単色塗りつぶし">
            <a:extLst>
              <a:ext uri="{FF2B5EF4-FFF2-40B4-BE49-F238E27FC236}">
                <a16:creationId xmlns:a16="http://schemas.microsoft.com/office/drawing/2014/main" id="{EE54A403-89C3-5CB5-E2F5-2B6117A676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400793" y="5669840"/>
            <a:ext cx="540001" cy="540001"/>
          </a:xfrm>
          <a:prstGeom prst="rect">
            <a:avLst/>
          </a:prstGeom>
        </p:spPr>
      </p:pic>
      <p:pic>
        <p:nvPicPr>
          <p:cNvPr id="37" name="グラフィックス 36" descr="ブログ 枠線">
            <a:extLst>
              <a:ext uri="{FF2B5EF4-FFF2-40B4-BE49-F238E27FC236}">
                <a16:creationId xmlns:a16="http://schemas.microsoft.com/office/drawing/2014/main" id="{FBF8E3E2-94DF-2EA9-F487-DCD4F6726E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614466" y="5669840"/>
            <a:ext cx="540001" cy="540001"/>
          </a:xfrm>
          <a:prstGeom prst="rect">
            <a:avLst/>
          </a:prstGeom>
        </p:spPr>
      </p:pic>
      <p:pic>
        <p:nvPicPr>
          <p:cNvPr id="38" name="グラフィックス 37" descr="本 単色塗りつぶし">
            <a:extLst>
              <a:ext uri="{FF2B5EF4-FFF2-40B4-BE49-F238E27FC236}">
                <a16:creationId xmlns:a16="http://schemas.microsoft.com/office/drawing/2014/main" id="{75AD80CC-07AA-0460-CEDB-6548EB3118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2434365" y="5669840"/>
            <a:ext cx="540001" cy="540001"/>
          </a:xfrm>
          <a:prstGeom prst="rect">
            <a:avLst/>
          </a:prstGeom>
        </p:spPr>
      </p:pic>
      <p:pic>
        <p:nvPicPr>
          <p:cNvPr id="39" name="グラフィックス 38" descr="本 枠線">
            <a:extLst>
              <a:ext uri="{FF2B5EF4-FFF2-40B4-BE49-F238E27FC236}">
                <a16:creationId xmlns:a16="http://schemas.microsoft.com/office/drawing/2014/main" id="{C4C7A27F-BA33-0D35-A51E-3E7914FE65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3348765" y="5669840"/>
            <a:ext cx="540001" cy="540001"/>
          </a:xfrm>
          <a:prstGeom prst="rect">
            <a:avLst/>
          </a:prstGeom>
        </p:spPr>
      </p:pic>
      <p:pic>
        <p:nvPicPr>
          <p:cNvPr id="40" name="グラフィックス 39" descr="頭の中の脳 単色塗りつぶし">
            <a:extLst>
              <a:ext uri="{FF2B5EF4-FFF2-40B4-BE49-F238E27FC236}">
                <a16:creationId xmlns:a16="http://schemas.microsoft.com/office/drawing/2014/main" id="{0C9CE4EA-D8C9-B62B-90E3-FDF4412A79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7241565" y="3753367"/>
            <a:ext cx="540001" cy="540001"/>
          </a:xfrm>
          <a:prstGeom prst="rect">
            <a:avLst/>
          </a:prstGeom>
        </p:spPr>
      </p:pic>
      <p:pic>
        <p:nvPicPr>
          <p:cNvPr id="41" name="グラフィックス 40" descr="頭の中の脳 枠線">
            <a:extLst>
              <a:ext uri="{FF2B5EF4-FFF2-40B4-BE49-F238E27FC236}">
                <a16:creationId xmlns:a16="http://schemas.microsoft.com/office/drawing/2014/main" id="{6A78C38F-77FE-663B-CE7D-EAEC23744D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8231019" y="3753367"/>
            <a:ext cx="540001" cy="540001"/>
          </a:xfrm>
          <a:prstGeom prst="rect">
            <a:avLst/>
          </a:prstGeom>
        </p:spPr>
      </p:pic>
      <p:pic>
        <p:nvPicPr>
          <p:cNvPr id="42" name="グラフィックス 41" descr="矢印付きの円 単色塗りつぶし">
            <a:extLst>
              <a:ext uri="{FF2B5EF4-FFF2-40B4-BE49-F238E27FC236}">
                <a16:creationId xmlns:a16="http://schemas.microsoft.com/office/drawing/2014/main" id="{E104208E-F12F-8D54-B3DC-7EA3ECF637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7241565" y="5669840"/>
            <a:ext cx="540001" cy="540001"/>
          </a:xfrm>
          <a:prstGeom prst="rect">
            <a:avLst/>
          </a:prstGeom>
        </p:spPr>
      </p:pic>
      <p:pic>
        <p:nvPicPr>
          <p:cNvPr id="43" name="グラフィックス 42" descr="矢印付きの円 枠線">
            <a:extLst>
              <a:ext uri="{FF2B5EF4-FFF2-40B4-BE49-F238E27FC236}">
                <a16:creationId xmlns:a16="http://schemas.microsoft.com/office/drawing/2014/main" id="{85C35E77-E50A-7244-AFA6-3E5940BA61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8231019" y="5669840"/>
            <a:ext cx="540001" cy="540001"/>
          </a:xfrm>
          <a:prstGeom prst="rect">
            <a:avLst/>
          </a:prstGeom>
        </p:spPr>
      </p:pic>
      <p:pic>
        <p:nvPicPr>
          <p:cNvPr id="44" name="グラフィックス 43" descr="コマンド (ターミナル) 単色塗りつぶし">
            <a:extLst>
              <a:ext uri="{FF2B5EF4-FFF2-40B4-BE49-F238E27FC236}">
                <a16:creationId xmlns:a16="http://schemas.microsoft.com/office/drawing/2014/main" id="{B2EEF34E-8BA7-738D-FED2-6536FF9362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2434365" y="3753367"/>
            <a:ext cx="540001" cy="540001"/>
          </a:xfrm>
          <a:prstGeom prst="rect">
            <a:avLst/>
          </a:prstGeom>
        </p:spPr>
      </p:pic>
      <p:pic>
        <p:nvPicPr>
          <p:cNvPr id="45" name="グラフィックス 44" descr="コマンド (ターミナル) 枠線">
            <a:extLst>
              <a:ext uri="{FF2B5EF4-FFF2-40B4-BE49-F238E27FC236}">
                <a16:creationId xmlns:a16="http://schemas.microsoft.com/office/drawing/2014/main" id="{1CEC00FF-29B0-6DC0-D7D7-1FB253144F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3348765" y="3753367"/>
            <a:ext cx="540001" cy="540001"/>
          </a:xfrm>
          <a:prstGeom prst="rect">
            <a:avLst/>
          </a:prstGeom>
        </p:spPr>
      </p:pic>
      <p:pic>
        <p:nvPicPr>
          <p:cNvPr id="46" name="グラフィックス 45" descr="UI UX 単色塗りつぶし">
            <a:extLst>
              <a:ext uri="{FF2B5EF4-FFF2-40B4-BE49-F238E27FC236}">
                <a16:creationId xmlns:a16="http://schemas.microsoft.com/office/drawing/2014/main" id="{8237BF98-1714-D1FA-1C2C-B9423DFE9B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9145419" y="2623594"/>
            <a:ext cx="540001" cy="540001"/>
          </a:xfrm>
          <a:prstGeom prst="rect">
            <a:avLst/>
          </a:prstGeom>
        </p:spPr>
      </p:pic>
      <p:pic>
        <p:nvPicPr>
          <p:cNvPr id="47" name="グラフィックス 46" descr="UI UX 枠線">
            <a:extLst>
              <a:ext uri="{FF2B5EF4-FFF2-40B4-BE49-F238E27FC236}">
                <a16:creationId xmlns:a16="http://schemas.microsoft.com/office/drawing/2014/main" id="{80B6A043-89FF-3FBD-D95A-C8A9AD08EE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8231019" y="2623594"/>
            <a:ext cx="540001" cy="540001"/>
          </a:xfrm>
          <a:prstGeom prst="rect">
            <a:avLst/>
          </a:prstGeom>
        </p:spPr>
      </p:pic>
      <p:pic>
        <p:nvPicPr>
          <p:cNvPr id="48" name="グラフィックス 47" descr="笑顔 (塗りつぶしなし) 単色塗りつぶし">
            <a:extLst>
              <a:ext uri="{FF2B5EF4-FFF2-40B4-BE49-F238E27FC236}">
                <a16:creationId xmlns:a16="http://schemas.microsoft.com/office/drawing/2014/main" id="{0102F5DD-7B38-13D9-C934-9CCC6C3C0E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9876807" y="1320056"/>
            <a:ext cx="540001" cy="540001"/>
          </a:xfrm>
          <a:prstGeom prst="rect">
            <a:avLst/>
          </a:prstGeom>
        </p:spPr>
      </p:pic>
      <p:pic>
        <p:nvPicPr>
          <p:cNvPr id="49" name="グラフィックス 48" descr="普通の顔 (塗りつぶしなし) 単色塗りつぶし">
            <a:extLst>
              <a:ext uri="{FF2B5EF4-FFF2-40B4-BE49-F238E27FC236}">
                <a16:creationId xmlns:a16="http://schemas.microsoft.com/office/drawing/2014/main" id="{CF1F0735-8882-3B14-AD64-B1C903AC1F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10849198" y="1320056"/>
            <a:ext cx="540001" cy="540001"/>
          </a:xfrm>
          <a:prstGeom prst="rect">
            <a:avLst/>
          </a:prstGeom>
        </p:spPr>
      </p:pic>
      <p:pic>
        <p:nvPicPr>
          <p:cNvPr id="50" name="グラフィックス 49" descr="悲しい顔 (塗りつぶしなし) 単色塗りつぶし">
            <a:extLst>
              <a:ext uri="{FF2B5EF4-FFF2-40B4-BE49-F238E27FC236}">
                <a16:creationId xmlns:a16="http://schemas.microsoft.com/office/drawing/2014/main" id="{CBD0423F-7406-5913-FF09-851CF8002F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9880122" y="2315281"/>
            <a:ext cx="540001" cy="540001"/>
          </a:xfrm>
          <a:prstGeom prst="rect">
            <a:avLst/>
          </a:prstGeom>
        </p:spPr>
      </p:pic>
      <p:pic>
        <p:nvPicPr>
          <p:cNvPr id="51" name="グラフィックス 50" descr="データベース 単色塗りつぶし">
            <a:extLst>
              <a:ext uri="{FF2B5EF4-FFF2-40B4-BE49-F238E27FC236}">
                <a16:creationId xmlns:a16="http://schemas.microsoft.com/office/drawing/2014/main" id="{B3BE8CE7-F725-C01D-9DE9-5FB9FCA472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0844922" y="2312608"/>
            <a:ext cx="540001" cy="540001"/>
          </a:xfrm>
          <a:prstGeom prst="rect">
            <a:avLst/>
          </a:prstGeom>
        </p:spPr>
      </p:pic>
      <p:pic>
        <p:nvPicPr>
          <p:cNvPr id="52" name="グラフィックス 51" descr="データベース 枠線">
            <a:extLst>
              <a:ext uri="{FF2B5EF4-FFF2-40B4-BE49-F238E27FC236}">
                <a16:creationId xmlns:a16="http://schemas.microsoft.com/office/drawing/2014/main" id="{BD453B55-28DA-4878-B6FC-52E3FA915C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10854503" y="3249343"/>
            <a:ext cx="540001" cy="540001"/>
          </a:xfrm>
          <a:prstGeom prst="rect">
            <a:avLst/>
          </a:prstGeom>
        </p:spPr>
      </p:pic>
      <p:pic>
        <p:nvPicPr>
          <p:cNvPr id="53" name="グラフィックス 52" descr="ベン図 単色塗りつぶし">
            <a:extLst>
              <a:ext uri="{FF2B5EF4-FFF2-40B4-BE49-F238E27FC236}">
                <a16:creationId xmlns:a16="http://schemas.microsoft.com/office/drawing/2014/main" id="{1DDE6CA4-FCD9-5C77-FD3F-99E7F3A155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9894655" y="4111728"/>
            <a:ext cx="540001" cy="540001"/>
          </a:xfrm>
          <a:prstGeom prst="rect">
            <a:avLst/>
          </a:prstGeom>
        </p:spPr>
      </p:pic>
      <p:pic>
        <p:nvPicPr>
          <p:cNvPr id="54" name="グラフィックス 53" descr="ベン図 枠線">
            <a:extLst>
              <a:ext uri="{FF2B5EF4-FFF2-40B4-BE49-F238E27FC236}">
                <a16:creationId xmlns:a16="http://schemas.microsoft.com/office/drawing/2014/main" id="{27F8B343-4301-E43B-E44F-7A119FC315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9894655" y="3286181"/>
            <a:ext cx="540001" cy="540001"/>
          </a:xfrm>
          <a:prstGeom prst="rect">
            <a:avLst/>
          </a:prstGeom>
        </p:spPr>
      </p:pic>
      <p:pic>
        <p:nvPicPr>
          <p:cNvPr id="55" name="グラフィックス 54" descr="バイナリ型 単色塗りつぶし">
            <a:extLst>
              <a:ext uri="{FF2B5EF4-FFF2-40B4-BE49-F238E27FC236}">
                <a16:creationId xmlns:a16="http://schemas.microsoft.com/office/drawing/2014/main" id="{1433A9E9-A009-7681-4492-BB98F97CA6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9940103" y="5879304"/>
            <a:ext cx="540001" cy="540001"/>
          </a:xfrm>
          <a:prstGeom prst="rect">
            <a:avLst/>
          </a:prstGeom>
        </p:spPr>
      </p:pic>
      <p:pic>
        <p:nvPicPr>
          <p:cNvPr id="56" name="グラフィックス 55" descr="バイナリ型 枠線">
            <a:extLst>
              <a:ext uri="{FF2B5EF4-FFF2-40B4-BE49-F238E27FC236}">
                <a16:creationId xmlns:a16="http://schemas.microsoft.com/office/drawing/2014/main" id="{FD533501-9915-7A4F-7CCF-21AF775017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9923389" y="5025440"/>
            <a:ext cx="540001" cy="540001"/>
          </a:xfrm>
          <a:prstGeom prst="rect">
            <a:avLst/>
          </a:prstGeom>
        </p:spPr>
      </p:pic>
      <p:pic>
        <p:nvPicPr>
          <p:cNvPr id="57" name="グラフィックス 56" descr="ブロックチェーン 単色塗りつぶし">
            <a:extLst>
              <a:ext uri="{FF2B5EF4-FFF2-40B4-BE49-F238E27FC236}">
                <a16:creationId xmlns:a16="http://schemas.microsoft.com/office/drawing/2014/main" id="{E0BDB30A-DE04-B0BF-2EF7-4F38CA2224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10868769" y="4149275"/>
            <a:ext cx="540001" cy="540001"/>
          </a:xfrm>
          <a:prstGeom prst="rect">
            <a:avLst/>
          </a:prstGeom>
        </p:spPr>
      </p:pic>
      <p:pic>
        <p:nvPicPr>
          <p:cNvPr id="58" name="グラフィックス 57" descr="ブロックチェーン 枠線">
            <a:extLst>
              <a:ext uri="{FF2B5EF4-FFF2-40B4-BE49-F238E27FC236}">
                <a16:creationId xmlns:a16="http://schemas.microsoft.com/office/drawing/2014/main" id="{27B7F4FF-35ED-7FC5-7FF1-8C639169AA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10929557" y="5885222"/>
            <a:ext cx="540001" cy="540001"/>
          </a:xfrm>
          <a:prstGeom prst="rect">
            <a:avLst/>
          </a:prstGeom>
        </p:spPr>
      </p:pic>
      <p:pic>
        <p:nvPicPr>
          <p:cNvPr id="59" name="グラフィックス 58" descr="ロボット ハンド 単色塗りつぶし">
            <a:extLst>
              <a:ext uri="{FF2B5EF4-FFF2-40B4-BE49-F238E27FC236}">
                <a16:creationId xmlns:a16="http://schemas.microsoft.com/office/drawing/2014/main" id="{DC99A7A0-67E3-09FA-1B17-B7A70D8FA0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10973675" y="5064632"/>
            <a:ext cx="540001" cy="540001"/>
          </a:xfrm>
          <a:prstGeom prst="rect">
            <a:avLst/>
          </a:prstGeom>
        </p:spPr>
      </p:pic>
      <p:pic>
        <p:nvPicPr>
          <p:cNvPr id="60" name="グラフィックス 59" descr="ロボット ハンド 枠線">
            <a:extLst>
              <a:ext uri="{FF2B5EF4-FFF2-40B4-BE49-F238E27FC236}">
                <a16:creationId xmlns:a16="http://schemas.microsoft.com/office/drawing/2014/main" id="{B839DAB3-C17E-118B-0BF4-699B16985C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9040287" y="5080668"/>
            <a:ext cx="540001" cy="540001"/>
          </a:xfrm>
          <a:prstGeom prst="rect">
            <a:avLst/>
          </a:prstGeom>
        </p:spPr>
      </p:pic>
      <p:pic>
        <p:nvPicPr>
          <p:cNvPr id="61" name="グラフィックス 60" descr="車 単色塗りつぶし">
            <a:extLst>
              <a:ext uri="{FF2B5EF4-FFF2-40B4-BE49-F238E27FC236}">
                <a16:creationId xmlns:a16="http://schemas.microsoft.com/office/drawing/2014/main" id="{9FA381B7-8EF4-00B7-C98D-CAEEBAFB07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5206552" y="5429304"/>
            <a:ext cx="540001" cy="540001"/>
          </a:xfrm>
          <a:prstGeom prst="rect">
            <a:avLst/>
          </a:prstGeom>
        </p:spPr>
      </p:pic>
      <p:pic>
        <p:nvPicPr>
          <p:cNvPr id="62" name="グラフィックス 61" descr="車 枠線">
            <a:extLst>
              <a:ext uri="{FF2B5EF4-FFF2-40B4-BE49-F238E27FC236}">
                <a16:creationId xmlns:a16="http://schemas.microsoft.com/office/drawing/2014/main" id="{325C9937-7AE8-50C4-7AA2-C4A5ECCB02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5226373" y="6011999"/>
            <a:ext cx="540001" cy="540001"/>
          </a:xfrm>
          <a:prstGeom prst="rect">
            <a:avLst/>
          </a:prstGeom>
        </p:spPr>
      </p:pic>
      <p:pic>
        <p:nvPicPr>
          <p:cNvPr id="63" name="グラフィックス 62" descr="電気自動車 単色塗りつぶし">
            <a:extLst>
              <a:ext uri="{FF2B5EF4-FFF2-40B4-BE49-F238E27FC236}">
                <a16:creationId xmlns:a16="http://schemas.microsoft.com/office/drawing/2014/main" id="{AE9A0E30-146F-896A-6648-CD27586186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6285820" y="5514435"/>
            <a:ext cx="540001" cy="540001"/>
          </a:xfrm>
          <a:prstGeom prst="rect">
            <a:avLst/>
          </a:prstGeom>
        </p:spPr>
      </p:pic>
      <p:pic>
        <p:nvPicPr>
          <p:cNvPr id="64" name="グラフィックス 63" descr="電気自動車 枠線">
            <a:extLst>
              <a:ext uri="{FF2B5EF4-FFF2-40B4-BE49-F238E27FC236}">
                <a16:creationId xmlns:a16="http://schemas.microsoft.com/office/drawing/2014/main" id="{AC30CD9B-DAD2-61CA-803D-A68D9DDFAD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6311337" y="6003360"/>
            <a:ext cx="540001" cy="540001"/>
          </a:xfrm>
          <a:prstGeom prst="rect">
            <a:avLst/>
          </a:prstGeom>
        </p:spPr>
      </p:pic>
      <p:pic>
        <p:nvPicPr>
          <p:cNvPr id="65" name="グラフィックス 64" descr="チェスの駒 単色塗りつぶし">
            <a:extLst>
              <a:ext uri="{FF2B5EF4-FFF2-40B4-BE49-F238E27FC236}">
                <a16:creationId xmlns:a16="http://schemas.microsoft.com/office/drawing/2014/main" id="{9ECDDC3D-FD43-EC1D-B885-9EC471224F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7182500" y="4837129"/>
            <a:ext cx="540001" cy="540001"/>
          </a:xfrm>
          <a:prstGeom prst="rect">
            <a:avLst/>
          </a:prstGeom>
        </p:spPr>
      </p:pic>
      <p:pic>
        <p:nvPicPr>
          <p:cNvPr id="66" name="グラフィックス 65" descr="チェスの駒 枠線">
            <a:extLst>
              <a:ext uri="{FF2B5EF4-FFF2-40B4-BE49-F238E27FC236}">
                <a16:creationId xmlns:a16="http://schemas.microsoft.com/office/drawing/2014/main" id="{7F24477C-E02E-39A4-2C78-CB11295660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8073593" y="4810668"/>
            <a:ext cx="540001" cy="54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8317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4FF834-4252-4C36-A9A2-808498C61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7BEB24C-CD67-18F3-D327-DF5D9E475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5AA93-092B-49A1-87A7-3C88D5F38AD7}" type="slidenum">
              <a:rPr lang="ja-JP" altLang="en-US" smtClean="0"/>
              <a:pPr/>
              <a:t>31</a:t>
            </a:fld>
            <a:endParaRPr lang="ja-JP" altLang="en-US" sz="900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7209EB4-BD59-3B86-A6A9-BE26E3583C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B201AE0-1AE7-49F7-7490-1FB293A088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313" y="1628775"/>
            <a:ext cx="609600" cy="6096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E3D9932E-73C2-1BFA-1266-D4603057BF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7415" y="1704975"/>
            <a:ext cx="457200" cy="4572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9DB97471-8403-277D-FACC-2ECB271F04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7681" y="3448992"/>
            <a:ext cx="457200" cy="4572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9143CE63-9E69-B909-0427-52F5063FB7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7681" y="2639143"/>
            <a:ext cx="457200" cy="4572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CCB0ED52-11CF-79E3-4F86-F3125962683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9531" y="3413940"/>
            <a:ext cx="457200" cy="4572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9CAAF47B-F912-20DF-5897-E74C07A2FBE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5240" y="3454861"/>
            <a:ext cx="457200" cy="457200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8B0DD7B3-97AA-7CF8-30B4-7892032D808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0615" y="2639143"/>
            <a:ext cx="457200" cy="4572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4ABC012F-A88F-FC12-7A07-85EA0210DB0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2415" y="2639143"/>
            <a:ext cx="457200" cy="4572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681AF546-A68C-0EB7-C918-A07583F6A08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4215" y="2639143"/>
            <a:ext cx="457200" cy="457200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9262B74B-B41A-AD50-9F16-1007B2E8084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6015" y="2639143"/>
            <a:ext cx="457200" cy="457200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3451DDE-D90D-5D62-17C7-E0FDF2F3B96C}"/>
              </a:ext>
            </a:extLst>
          </p:cNvPr>
          <p:cNvSpPr txBox="1"/>
          <p:nvPr/>
        </p:nvSpPr>
        <p:spPr>
          <a:xfrm>
            <a:off x="695325" y="5402439"/>
            <a:ext cx="10801350" cy="64633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ja-JP" altLang="en-US" dirty="0">
                <a:hlinkClick r:id="rId12"/>
              </a:rPr>
              <a:t>アイコン素材ダウンロードサイト「</a:t>
            </a:r>
            <a:r>
              <a:rPr lang="en-US" altLang="ja-JP" dirty="0" err="1">
                <a:hlinkClick r:id="rId12"/>
              </a:rPr>
              <a:t>icooon</a:t>
            </a:r>
            <a:r>
              <a:rPr lang="en-US" altLang="ja-JP" dirty="0">
                <a:hlinkClick r:id="rId12"/>
              </a:rPr>
              <a:t>-mono</a:t>
            </a:r>
            <a:r>
              <a:rPr lang="ja-JP" altLang="en-US" dirty="0">
                <a:hlinkClick r:id="rId12"/>
              </a:rPr>
              <a:t>」 </a:t>
            </a:r>
            <a:r>
              <a:rPr lang="en-US" altLang="ja-JP" dirty="0">
                <a:hlinkClick r:id="rId12"/>
              </a:rPr>
              <a:t>| </a:t>
            </a:r>
            <a:r>
              <a:rPr lang="ja-JP" altLang="en-US" dirty="0">
                <a:hlinkClick r:id="rId12"/>
              </a:rPr>
              <a:t>商用利用可能なアイコン素材が無料</a:t>
            </a:r>
            <a:r>
              <a:rPr lang="en-US" altLang="ja-JP" dirty="0">
                <a:hlinkClick r:id="rId12"/>
              </a:rPr>
              <a:t>(</a:t>
            </a:r>
            <a:r>
              <a:rPr lang="ja-JP" altLang="en-US" dirty="0">
                <a:hlinkClick r:id="rId12"/>
              </a:rPr>
              <a:t>フリー</a:t>
            </a:r>
            <a:r>
              <a:rPr lang="en-US" altLang="ja-JP" dirty="0">
                <a:hlinkClick r:id="rId12"/>
              </a:rPr>
              <a:t>)</a:t>
            </a:r>
            <a:r>
              <a:rPr lang="ja-JP" altLang="en-US" dirty="0">
                <a:hlinkClick r:id="rId12"/>
              </a:rPr>
              <a:t>ダウンロードできるサイト </a:t>
            </a:r>
            <a:r>
              <a:rPr lang="en-US" altLang="ja-JP" dirty="0">
                <a:hlinkClick r:id="rId12"/>
              </a:rPr>
              <a:t>| 6000</a:t>
            </a:r>
            <a:r>
              <a:rPr lang="ja-JP" altLang="en-US" dirty="0">
                <a:hlinkClick r:id="rId12"/>
              </a:rPr>
              <a:t>個以上のアイコン素材を無料でダウンロードできるサイト </a:t>
            </a:r>
            <a:r>
              <a:rPr lang="en-US" altLang="ja-JP" dirty="0">
                <a:hlinkClick r:id="rId12"/>
              </a:rPr>
              <a:t>ICOOON MONO</a:t>
            </a:r>
            <a:endParaRPr lang="ja-JP" altLang="en-US" dirty="0"/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8FF30DB7-45DC-EE57-0739-655B83715B5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713" y="3307260"/>
            <a:ext cx="457200" cy="457200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B84C543A-62F7-0A0A-9D1F-B25A0BBA879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1122" y="341394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4912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B979BA-0F32-626C-A02B-F9FF0D8C6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98FDA4F-214C-17ED-D11E-E93B41311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5AA93-092B-49A1-87A7-3C88D5F38AD7}" type="slidenum">
              <a:rPr lang="ja-JP" altLang="en-US" smtClean="0"/>
              <a:pPr/>
              <a:t>32</a:t>
            </a:fld>
            <a:endParaRPr lang="ja-JP" altLang="en-US" sz="900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8D59A94-A509-481A-AFF8-FC5810904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1B8BFC2C-45D1-61F5-B4D4-A247F2A12AE4}"/>
              </a:ext>
            </a:extLst>
          </p:cNvPr>
          <p:cNvSpPr/>
          <p:nvPr/>
        </p:nvSpPr>
        <p:spPr>
          <a:xfrm>
            <a:off x="1015951" y="1657351"/>
            <a:ext cx="1260209" cy="353510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ja-JP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59ACE6B-B3FC-287F-00F5-02D36517E588}"/>
              </a:ext>
            </a:extLst>
          </p:cNvPr>
          <p:cNvSpPr txBox="1"/>
          <p:nvPr/>
        </p:nvSpPr>
        <p:spPr>
          <a:xfrm>
            <a:off x="360000" y="2004043"/>
            <a:ext cx="528991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レベル</a:t>
            </a:r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endParaRPr lang="ja-JP" alt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64010B1-854E-4353-E639-3529F0D194CC}"/>
              </a:ext>
            </a:extLst>
          </p:cNvPr>
          <p:cNvSpPr txBox="1"/>
          <p:nvPr/>
        </p:nvSpPr>
        <p:spPr>
          <a:xfrm>
            <a:off x="360000" y="3136231"/>
            <a:ext cx="55784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レベル</a:t>
            </a:r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endParaRPr lang="ja-JP" alt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CDF3073-9BA5-26F3-B695-7BE9B184A469}"/>
              </a:ext>
            </a:extLst>
          </p:cNvPr>
          <p:cNvSpPr txBox="1"/>
          <p:nvPr/>
        </p:nvSpPr>
        <p:spPr>
          <a:xfrm>
            <a:off x="360000" y="4797022"/>
            <a:ext cx="549831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レベル</a:t>
            </a:r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endParaRPr lang="ja-JP" alt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6A3C79D-0E63-2A83-B650-7C551A93D91C}"/>
              </a:ext>
            </a:extLst>
          </p:cNvPr>
          <p:cNvSpPr/>
          <p:nvPr/>
        </p:nvSpPr>
        <p:spPr>
          <a:xfrm>
            <a:off x="1015951" y="2672654"/>
            <a:ext cx="1260209" cy="35351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ja-JP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4153457-928D-A660-D38A-EBD6AC7AD91A}"/>
              </a:ext>
            </a:extLst>
          </p:cNvPr>
          <p:cNvSpPr/>
          <p:nvPr/>
        </p:nvSpPr>
        <p:spPr>
          <a:xfrm>
            <a:off x="3192057" y="2693756"/>
            <a:ext cx="1260209" cy="35351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ja-JP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AAB646A1-ED42-400B-DA03-3B61889D1652}"/>
              </a:ext>
            </a:extLst>
          </p:cNvPr>
          <p:cNvSpPr/>
          <p:nvPr/>
        </p:nvSpPr>
        <p:spPr>
          <a:xfrm>
            <a:off x="5342417" y="2693756"/>
            <a:ext cx="1260209" cy="35351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ja-JP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0F00820-CA74-41FB-B4E2-0512DFC0DECB}"/>
              </a:ext>
            </a:extLst>
          </p:cNvPr>
          <p:cNvSpPr/>
          <p:nvPr/>
        </p:nvSpPr>
        <p:spPr>
          <a:xfrm>
            <a:off x="7492777" y="2693756"/>
            <a:ext cx="1260209" cy="35351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ja-JP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1371BAA-28C2-61D6-6BFE-E1B887ED5DFB}"/>
              </a:ext>
            </a:extLst>
          </p:cNvPr>
          <p:cNvSpPr/>
          <p:nvPr/>
        </p:nvSpPr>
        <p:spPr>
          <a:xfrm>
            <a:off x="9668883" y="2714528"/>
            <a:ext cx="1260209" cy="35351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ja-JP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179D501A-D7B1-12E7-3C22-905ABFA60B78}"/>
              </a:ext>
            </a:extLst>
          </p:cNvPr>
          <p:cNvSpPr/>
          <p:nvPr/>
        </p:nvSpPr>
        <p:spPr>
          <a:xfrm>
            <a:off x="1822399" y="3536495"/>
            <a:ext cx="1260209" cy="3535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ja-JP" sz="1200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5" name="コネクタ: カギ線 14">
            <a:extLst>
              <a:ext uri="{FF2B5EF4-FFF2-40B4-BE49-F238E27FC236}">
                <a16:creationId xmlns:a16="http://schemas.microsoft.com/office/drawing/2014/main" id="{749F1E03-D311-57B3-308F-5EE83E723A1A}"/>
              </a:ext>
            </a:extLst>
          </p:cNvPr>
          <p:cNvCxnSpPr>
            <a:cxnSpLocks/>
            <a:stCxn id="35" idx="2"/>
            <a:endCxn id="9" idx="0"/>
          </p:cNvCxnSpPr>
          <p:nvPr/>
        </p:nvCxnSpPr>
        <p:spPr>
          <a:xfrm rot="5400000">
            <a:off x="2403212" y="1253705"/>
            <a:ext cx="661794" cy="2176105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コネクタ: カギ線 15">
            <a:extLst>
              <a:ext uri="{FF2B5EF4-FFF2-40B4-BE49-F238E27FC236}">
                <a16:creationId xmlns:a16="http://schemas.microsoft.com/office/drawing/2014/main" id="{7C69164A-4176-A68F-89E8-64DA5B7C35BD}"/>
              </a:ext>
            </a:extLst>
          </p:cNvPr>
          <p:cNvCxnSpPr>
            <a:cxnSpLocks/>
            <a:stCxn id="9" idx="2"/>
            <a:endCxn id="14" idx="1"/>
          </p:cNvCxnSpPr>
          <p:nvPr/>
        </p:nvCxnSpPr>
        <p:spPr>
          <a:xfrm rot="16200000" flipH="1">
            <a:off x="1390684" y="3281535"/>
            <a:ext cx="687086" cy="176343"/>
          </a:xfrm>
          <a:prstGeom prst="bentConnector2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B24AC13A-CE92-F61E-C028-508816B81F08}"/>
              </a:ext>
            </a:extLst>
          </p:cNvPr>
          <p:cNvSpPr/>
          <p:nvPr/>
        </p:nvSpPr>
        <p:spPr>
          <a:xfrm>
            <a:off x="1822399" y="4028031"/>
            <a:ext cx="1260209" cy="3535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ja-JP" sz="1200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372B335E-07CE-6F3C-52DE-39284D169F71}"/>
              </a:ext>
            </a:extLst>
          </p:cNvPr>
          <p:cNvSpPr/>
          <p:nvPr/>
        </p:nvSpPr>
        <p:spPr>
          <a:xfrm>
            <a:off x="1822399" y="4516969"/>
            <a:ext cx="1260209" cy="3535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ja-JP" sz="1200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12B6636D-D61D-648E-7021-99580E6799C1}"/>
              </a:ext>
            </a:extLst>
          </p:cNvPr>
          <p:cNvSpPr/>
          <p:nvPr/>
        </p:nvSpPr>
        <p:spPr>
          <a:xfrm>
            <a:off x="4056444" y="3536495"/>
            <a:ext cx="1260209" cy="3535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ja-JP" sz="1200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640CBD76-A0BD-44D1-4AAC-7755E21CBC6B}"/>
              </a:ext>
            </a:extLst>
          </p:cNvPr>
          <p:cNvSpPr/>
          <p:nvPr/>
        </p:nvSpPr>
        <p:spPr>
          <a:xfrm>
            <a:off x="4056444" y="4028031"/>
            <a:ext cx="1260209" cy="3535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ja-JP" sz="1200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819903E7-F685-5D77-B241-0A2558F62D03}"/>
              </a:ext>
            </a:extLst>
          </p:cNvPr>
          <p:cNvSpPr/>
          <p:nvPr/>
        </p:nvSpPr>
        <p:spPr>
          <a:xfrm>
            <a:off x="4056444" y="4516969"/>
            <a:ext cx="1260209" cy="3535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ja-JP" sz="1200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C6AE9E46-9344-0578-0537-500849550006}"/>
              </a:ext>
            </a:extLst>
          </p:cNvPr>
          <p:cNvSpPr/>
          <p:nvPr/>
        </p:nvSpPr>
        <p:spPr>
          <a:xfrm>
            <a:off x="6250065" y="3541971"/>
            <a:ext cx="1260209" cy="3535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ja-JP" sz="1200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7AC7A533-AB62-10CB-5A4E-A4DD39527986}"/>
              </a:ext>
            </a:extLst>
          </p:cNvPr>
          <p:cNvSpPr/>
          <p:nvPr/>
        </p:nvSpPr>
        <p:spPr>
          <a:xfrm>
            <a:off x="6250065" y="4033507"/>
            <a:ext cx="1260209" cy="3535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ja-JP" sz="1200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98FDBC06-A75A-2E18-B9BE-9FE2F4A042AA}"/>
              </a:ext>
            </a:extLst>
          </p:cNvPr>
          <p:cNvSpPr/>
          <p:nvPr/>
        </p:nvSpPr>
        <p:spPr>
          <a:xfrm>
            <a:off x="6250065" y="4522445"/>
            <a:ext cx="1260209" cy="3535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ja-JP" sz="1200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DE119A45-1F40-D3F7-E2E3-102B594C72B9}"/>
              </a:ext>
            </a:extLst>
          </p:cNvPr>
          <p:cNvSpPr/>
          <p:nvPr/>
        </p:nvSpPr>
        <p:spPr>
          <a:xfrm>
            <a:off x="8443686" y="3541788"/>
            <a:ext cx="1260209" cy="3535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ja-JP" sz="1200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C4AF1408-8990-ED51-2BF0-603086C09D21}"/>
              </a:ext>
            </a:extLst>
          </p:cNvPr>
          <p:cNvSpPr/>
          <p:nvPr/>
        </p:nvSpPr>
        <p:spPr>
          <a:xfrm>
            <a:off x="8443686" y="4033324"/>
            <a:ext cx="1260209" cy="3535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ja-JP" sz="1200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51A9289C-FA0C-8C41-BE97-C00716F40A8E}"/>
              </a:ext>
            </a:extLst>
          </p:cNvPr>
          <p:cNvSpPr/>
          <p:nvPr/>
        </p:nvSpPr>
        <p:spPr>
          <a:xfrm>
            <a:off x="8443686" y="4522262"/>
            <a:ext cx="1260209" cy="3535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ja-JP" sz="1200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7FD0FFEF-F8F5-DFE2-A218-C8DBD817B036}"/>
              </a:ext>
            </a:extLst>
          </p:cNvPr>
          <p:cNvSpPr/>
          <p:nvPr/>
        </p:nvSpPr>
        <p:spPr>
          <a:xfrm>
            <a:off x="10619791" y="3541047"/>
            <a:ext cx="1260209" cy="3535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ja-JP" sz="1200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EEE293BA-F044-B986-65A9-3714D1D1D49F}"/>
              </a:ext>
            </a:extLst>
          </p:cNvPr>
          <p:cNvSpPr/>
          <p:nvPr/>
        </p:nvSpPr>
        <p:spPr>
          <a:xfrm>
            <a:off x="10619791" y="4032583"/>
            <a:ext cx="1260209" cy="3535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ja-JP" sz="1200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511F9DCF-FBE9-A380-3102-271C51EDF8B6}"/>
              </a:ext>
            </a:extLst>
          </p:cNvPr>
          <p:cNvSpPr/>
          <p:nvPr/>
        </p:nvSpPr>
        <p:spPr>
          <a:xfrm>
            <a:off x="10619791" y="4521521"/>
            <a:ext cx="1260209" cy="3535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ja-JP" sz="1200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31" name="コネクタ: カギ線 30">
            <a:extLst>
              <a:ext uri="{FF2B5EF4-FFF2-40B4-BE49-F238E27FC236}">
                <a16:creationId xmlns:a16="http://schemas.microsoft.com/office/drawing/2014/main" id="{8A9288D5-A2E0-A0A6-78E0-B64FD5CE3FA9}"/>
              </a:ext>
            </a:extLst>
          </p:cNvPr>
          <p:cNvCxnSpPr>
            <a:cxnSpLocks/>
            <a:stCxn id="10" idx="2"/>
            <a:endCxn id="19" idx="1"/>
          </p:cNvCxnSpPr>
          <p:nvPr/>
        </p:nvCxnSpPr>
        <p:spPr>
          <a:xfrm rot="16200000" flipH="1">
            <a:off x="3606311" y="3263117"/>
            <a:ext cx="665984" cy="234282"/>
          </a:xfrm>
          <a:prstGeom prst="bentConnector2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コネクタ: カギ線 31">
            <a:extLst>
              <a:ext uri="{FF2B5EF4-FFF2-40B4-BE49-F238E27FC236}">
                <a16:creationId xmlns:a16="http://schemas.microsoft.com/office/drawing/2014/main" id="{EFED8F1F-D884-56A0-ADB4-1E1E821F2889}"/>
              </a:ext>
            </a:extLst>
          </p:cNvPr>
          <p:cNvCxnSpPr>
            <a:cxnSpLocks/>
            <a:stCxn id="11" idx="2"/>
            <a:endCxn id="22" idx="1"/>
          </p:cNvCxnSpPr>
          <p:nvPr/>
        </p:nvCxnSpPr>
        <p:spPr>
          <a:xfrm rot="16200000" flipH="1">
            <a:off x="5775563" y="3244224"/>
            <a:ext cx="671460" cy="277543"/>
          </a:xfrm>
          <a:prstGeom prst="bentConnector2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コネクタ: カギ線 32">
            <a:extLst>
              <a:ext uri="{FF2B5EF4-FFF2-40B4-BE49-F238E27FC236}">
                <a16:creationId xmlns:a16="http://schemas.microsoft.com/office/drawing/2014/main" id="{33ED11A9-DBC4-5611-13C9-A0641CDE2BA8}"/>
              </a:ext>
            </a:extLst>
          </p:cNvPr>
          <p:cNvCxnSpPr>
            <a:cxnSpLocks/>
            <a:stCxn id="12" idx="2"/>
            <a:endCxn id="25" idx="1"/>
          </p:cNvCxnSpPr>
          <p:nvPr/>
        </p:nvCxnSpPr>
        <p:spPr>
          <a:xfrm rot="16200000" flipH="1">
            <a:off x="7947646" y="3222502"/>
            <a:ext cx="671277" cy="320804"/>
          </a:xfrm>
          <a:prstGeom prst="bentConnector2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コネクタ: カギ線 33">
            <a:extLst>
              <a:ext uri="{FF2B5EF4-FFF2-40B4-BE49-F238E27FC236}">
                <a16:creationId xmlns:a16="http://schemas.microsoft.com/office/drawing/2014/main" id="{6CE3F6B1-6C64-DF56-23F5-35A000ED0F37}"/>
              </a:ext>
            </a:extLst>
          </p:cNvPr>
          <p:cNvCxnSpPr>
            <a:cxnSpLocks/>
            <a:stCxn id="13" idx="2"/>
            <a:endCxn id="28" idx="1"/>
          </p:cNvCxnSpPr>
          <p:nvPr/>
        </p:nvCxnSpPr>
        <p:spPr>
          <a:xfrm rot="16200000" flipH="1">
            <a:off x="10134507" y="3232518"/>
            <a:ext cx="649764" cy="320803"/>
          </a:xfrm>
          <a:prstGeom prst="bentConnector2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624489BF-7DB6-57D5-FFE8-A129D89BC11C}"/>
              </a:ext>
            </a:extLst>
          </p:cNvPr>
          <p:cNvSpPr/>
          <p:nvPr/>
        </p:nvSpPr>
        <p:spPr>
          <a:xfrm>
            <a:off x="3192056" y="1657350"/>
            <a:ext cx="1260209" cy="35351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ja-JP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7F90B19A-B75E-DC3C-EAFF-DCEB35E95259}"/>
              </a:ext>
            </a:extLst>
          </p:cNvPr>
          <p:cNvSpPr/>
          <p:nvPr/>
        </p:nvSpPr>
        <p:spPr>
          <a:xfrm>
            <a:off x="5331317" y="1657350"/>
            <a:ext cx="1260209" cy="35351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ja-JP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BFA24367-A7AB-718D-7BBC-26151CFEACAA}"/>
              </a:ext>
            </a:extLst>
          </p:cNvPr>
          <p:cNvSpPr/>
          <p:nvPr/>
        </p:nvSpPr>
        <p:spPr>
          <a:xfrm>
            <a:off x="1822399" y="5120747"/>
            <a:ext cx="1260209" cy="23527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ja-JP" sz="1200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EBBA6663-F1CB-DB37-2A8F-355D5A5B286D}"/>
              </a:ext>
            </a:extLst>
          </p:cNvPr>
          <p:cNvCxnSpPr>
            <a:cxnSpLocks/>
          </p:cNvCxnSpPr>
          <p:nvPr/>
        </p:nvCxnSpPr>
        <p:spPr>
          <a:xfrm flipV="1">
            <a:off x="2284473" y="1834105"/>
            <a:ext cx="915896" cy="1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E5FC3D2B-9327-4289-48B4-2EDB9098ED55}"/>
              </a:ext>
            </a:extLst>
          </p:cNvPr>
          <p:cNvCxnSpPr>
            <a:cxnSpLocks/>
            <a:stCxn id="35" idx="3"/>
            <a:endCxn id="36" idx="1"/>
          </p:cNvCxnSpPr>
          <p:nvPr/>
        </p:nvCxnSpPr>
        <p:spPr>
          <a:xfrm>
            <a:off x="4452265" y="1834105"/>
            <a:ext cx="87905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299A6C78-D3B7-735D-A954-C76D77941F89}"/>
              </a:ext>
            </a:extLst>
          </p:cNvPr>
          <p:cNvSpPr/>
          <p:nvPr/>
        </p:nvSpPr>
        <p:spPr>
          <a:xfrm>
            <a:off x="4056444" y="5120747"/>
            <a:ext cx="1260209" cy="23527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ja-JP" sz="1200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7B33AF88-F8C7-3C7A-09CA-B6064AC88B0E}"/>
              </a:ext>
            </a:extLst>
          </p:cNvPr>
          <p:cNvSpPr/>
          <p:nvPr/>
        </p:nvSpPr>
        <p:spPr>
          <a:xfrm>
            <a:off x="6250065" y="5120747"/>
            <a:ext cx="1260209" cy="23527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ja-JP" sz="1200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B10C8E70-DAFC-0A22-5AFD-B2EA0457CF71}"/>
              </a:ext>
            </a:extLst>
          </p:cNvPr>
          <p:cNvSpPr/>
          <p:nvPr/>
        </p:nvSpPr>
        <p:spPr>
          <a:xfrm>
            <a:off x="8443686" y="5129057"/>
            <a:ext cx="1260209" cy="23527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ja-JP" sz="1200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7252A2F7-FEF4-7922-E036-116D1653529F}"/>
              </a:ext>
            </a:extLst>
          </p:cNvPr>
          <p:cNvSpPr/>
          <p:nvPr/>
        </p:nvSpPr>
        <p:spPr>
          <a:xfrm>
            <a:off x="10619791" y="5129057"/>
            <a:ext cx="1260209" cy="23527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ja-JP" sz="1200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6C9525E0-3E39-78F3-0975-46B44710DC30}"/>
              </a:ext>
            </a:extLst>
          </p:cNvPr>
          <p:cNvCxnSpPr>
            <a:cxnSpLocks/>
          </p:cNvCxnSpPr>
          <p:nvPr/>
        </p:nvCxnSpPr>
        <p:spPr>
          <a:xfrm>
            <a:off x="360000" y="2188709"/>
            <a:ext cx="1152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B2DD4461-CC3D-5EC2-5E38-098BDDEBDE1B}"/>
              </a:ext>
            </a:extLst>
          </p:cNvPr>
          <p:cNvCxnSpPr>
            <a:cxnSpLocks/>
          </p:cNvCxnSpPr>
          <p:nvPr/>
        </p:nvCxnSpPr>
        <p:spPr>
          <a:xfrm>
            <a:off x="360000" y="4981688"/>
            <a:ext cx="1152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A679BD23-E0EF-AFA4-4226-C0FD16AE3842}"/>
              </a:ext>
            </a:extLst>
          </p:cNvPr>
          <p:cNvCxnSpPr>
            <a:cxnSpLocks/>
          </p:cNvCxnSpPr>
          <p:nvPr/>
        </p:nvCxnSpPr>
        <p:spPr>
          <a:xfrm>
            <a:off x="360000" y="3326378"/>
            <a:ext cx="1152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88585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7EA9BA-4AFE-C443-0691-DE6A0EB14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5372A9A-3D3C-5B26-E5EC-6AD3B67CD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5AA93-092B-49A1-87A7-3C88D5F38AD7}" type="slidenum">
              <a:rPr lang="ja-JP" altLang="en-US" smtClean="0"/>
              <a:pPr/>
              <a:t>33</a:t>
            </a:fld>
            <a:endParaRPr lang="ja-JP" altLang="en-US" sz="900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D1B8AC6-791B-D00F-AB55-AF40053274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36267A28-9C24-6F07-EE89-217CA4A3E8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4121597"/>
              </p:ext>
            </p:extLst>
          </p:nvPr>
        </p:nvGraphicFramePr>
        <p:xfrm>
          <a:off x="695325" y="1809725"/>
          <a:ext cx="10800000" cy="46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617745556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2053843267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3011000020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214438671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endParaRPr kumimoji="1" lang="ja-JP" altLang="en-US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b="1" u="sng" dirty="0">
                          <a:solidFill>
                            <a:schemeClr val="tx2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作業アイテム</a:t>
                      </a:r>
                      <a:endParaRPr kumimoji="1" lang="en-US" altLang="ja-JP" sz="1400" b="1" u="sng" dirty="0">
                        <a:solidFill>
                          <a:schemeClr val="tx2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b="1" u="sng" dirty="0">
                          <a:solidFill>
                            <a:schemeClr val="tx2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完了条件</a:t>
                      </a:r>
                      <a:endParaRPr kumimoji="1" lang="en-US" altLang="ja-JP" sz="1400" b="1" u="sng" dirty="0">
                        <a:solidFill>
                          <a:schemeClr val="tx2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400" b="1" u="sng" dirty="0">
                          <a:solidFill>
                            <a:schemeClr val="tx2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想定アウトプット</a:t>
                      </a:r>
                      <a:endParaRPr kumimoji="1" lang="en-US" altLang="ja-JP" sz="1400" b="1" u="sng" dirty="0">
                        <a:solidFill>
                          <a:schemeClr val="tx2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7234969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XXX</a:t>
                      </a: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71475" indent="-190500" algn="l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が決まっていること</a:t>
                      </a:r>
                      <a:endParaRPr kumimoji="1" lang="en-US" altLang="ja-JP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371475" indent="-190500" algn="l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のレビューが完了していること</a:t>
                      </a:r>
                      <a:endParaRPr lang="en-US" altLang="ja-JP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en-US" altLang="ja-JP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371475" indent="-190500" algn="l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報告書</a:t>
                      </a:r>
                      <a:endParaRPr lang="en-US" altLang="ja-JP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371475" indent="-190500" algn="l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議事録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400393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YYY</a:t>
                      </a: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8767420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ZZZ</a:t>
                      </a:r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77554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6624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暖かみのある青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BIZ UDPゴシック">
      <a:majorFont>
        <a:latin typeface="BIZ UDPゴシック"/>
        <a:ea typeface="BIZ UDPゴシック"/>
        <a:cs typeface=""/>
      </a:majorFont>
      <a:minorFont>
        <a:latin typeface="BIZ UDPゴシック"/>
        <a:ea typeface="BIZ UDP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>
          <a:noFill/>
        </a:ln>
      </a:spPr>
      <a:bodyPr lIns="0" tIns="0" rIns="0" bIns="0" rtlCol="0" anchor="t" anchorCtr="0"/>
      <a:lstStyle>
        <a:defPPr algn="l">
          <a:defRPr kumimoji="1" sz="1400" dirty="0">
            <a:solidFill>
              <a:schemeClr val="tx1"/>
            </a:solidFill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>
              <a:lumMod val="25000"/>
              <a:lumOff val="75000"/>
            </a:schemeClr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1">
              <a:lumMod val="85000"/>
            </a:schemeClr>
          </a:solidFill>
        </a:ln>
      </a:spPr>
      <a:bodyPr wrap="square" lIns="0" tIns="0" rIns="0" bIns="0" rtlCol="0" anchor="t" anchorCtr="0">
        <a:noAutofit/>
      </a:bodyPr>
      <a:lstStyle>
        <a:defPPr algn="l">
          <a:defRPr sz="1400" dirty="0" err="1" smtClean="0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lank.potx" id="{DACC3BD1-C837-4EC3-83CC-1B20BB6CB798}" vid="{1C8FBDB9-F0D7-4B6A-829A-18A8703663B8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10</TotalTime>
  <Words>1196</Words>
  <Application>Microsoft Office PowerPoint</Application>
  <PresentationFormat>ワイド画面</PresentationFormat>
  <Paragraphs>541</Paragraphs>
  <Slides>33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33</vt:i4>
      </vt:variant>
    </vt:vector>
  </HeadingPairs>
  <TitlesOfParts>
    <vt:vector size="39" baseType="lpstr">
      <vt:lpstr>BIZ UDPゴシック</vt:lpstr>
      <vt:lpstr>メイリオ</vt:lpstr>
      <vt:lpstr>游ゴシック</vt:lpstr>
      <vt:lpstr>Arial</vt:lpstr>
      <vt:lpstr>Wingdings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提案概要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Kazu ENDO</dc:creator>
  <cp:lastModifiedBy>Kazu ENDO</cp:lastModifiedBy>
  <cp:revision>1</cp:revision>
  <dcterms:created xsi:type="dcterms:W3CDTF">2026-04-26T10:12:18Z</dcterms:created>
  <dcterms:modified xsi:type="dcterms:W3CDTF">2026-04-26T12:32:02Z</dcterms:modified>
</cp:coreProperties>
</file>