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5"/>
  </p:notesMasterIdLst>
  <p:handoutMasterIdLst>
    <p:handoutMasterId r:id="rId56"/>
  </p:handoutMasterIdLst>
  <p:sldIdLst>
    <p:sldId id="380" r:id="rId2"/>
    <p:sldId id="379" r:id="rId3"/>
    <p:sldId id="377" r:id="rId4"/>
    <p:sldId id="338" r:id="rId5"/>
    <p:sldId id="397" r:id="rId6"/>
    <p:sldId id="307" r:id="rId7"/>
    <p:sldId id="309" r:id="rId8"/>
    <p:sldId id="313" r:id="rId9"/>
    <p:sldId id="385" r:id="rId10"/>
    <p:sldId id="386" r:id="rId11"/>
    <p:sldId id="391" r:id="rId12"/>
    <p:sldId id="373" r:id="rId13"/>
    <p:sldId id="366" r:id="rId14"/>
    <p:sldId id="367" r:id="rId15"/>
    <p:sldId id="378" r:id="rId16"/>
    <p:sldId id="392" r:id="rId17"/>
    <p:sldId id="356" r:id="rId18"/>
    <p:sldId id="357" r:id="rId19"/>
    <p:sldId id="358" r:id="rId20"/>
    <p:sldId id="359" r:id="rId21"/>
    <p:sldId id="389" r:id="rId22"/>
    <p:sldId id="371" r:id="rId23"/>
    <p:sldId id="384" r:id="rId24"/>
    <p:sldId id="311" r:id="rId25"/>
    <p:sldId id="345" r:id="rId26"/>
    <p:sldId id="346" r:id="rId27"/>
    <p:sldId id="286" r:id="rId28"/>
    <p:sldId id="382" r:id="rId29"/>
    <p:sldId id="383" r:id="rId30"/>
    <p:sldId id="310" r:id="rId31"/>
    <p:sldId id="352" r:id="rId32"/>
    <p:sldId id="353" r:id="rId33"/>
    <p:sldId id="347" r:id="rId34"/>
    <p:sldId id="348" r:id="rId35"/>
    <p:sldId id="349" r:id="rId36"/>
    <p:sldId id="350" r:id="rId37"/>
    <p:sldId id="354" r:id="rId38"/>
    <p:sldId id="355" r:id="rId39"/>
    <p:sldId id="308" r:id="rId40"/>
    <p:sldId id="360" r:id="rId41"/>
    <p:sldId id="361" r:id="rId42"/>
    <p:sldId id="362" r:id="rId43"/>
    <p:sldId id="363" r:id="rId44"/>
    <p:sldId id="364" r:id="rId45"/>
    <p:sldId id="365" r:id="rId46"/>
    <p:sldId id="306" r:id="rId47"/>
    <p:sldId id="369" r:id="rId48"/>
    <p:sldId id="370" r:id="rId49"/>
    <p:sldId id="305" r:id="rId50"/>
    <p:sldId id="374" r:id="rId51"/>
    <p:sldId id="312" r:id="rId52"/>
    <p:sldId id="376" r:id="rId53"/>
    <p:sldId id="372" r:id="rId54"/>
  </p:sldIdLst>
  <p:sldSz cx="12192000" cy="6858000"/>
  <p:notesSz cx="6858000" cy="9144000"/>
  <p:defaultTextStyle>
    <a:defPPr>
      <a:defRPr lang="ja-JP"/>
    </a:defPPr>
    <a:lvl1pPr marL="0" algn="l" defTabSz="914314" rtl="0" eaLnBrk="1" latinLnBrk="0" hangingPunct="1">
      <a:defRPr kumimoji="1" sz="1800" kern="1200">
        <a:solidFill>
          <a:schemeClr val="tx1"/>
        </a:solidFill>
        <a:latin typeface="+mn-lt"/>
        <a:ea typeface="+mn-ea"/>
        <a:cs typeface="+mn-cs"/>
      </a:defRPr>
    </a:lvl1pPr>
    <a:lvl2pPr marL="457156" algn="l" defTabSz="914314" rtl="0" eaLnBrk="1" latinLnBrk="0" hangingPunct="1">
      <a:defRPr kumimoji="1" sz="1800" kern="1200">
        <a:solidFill>
          <a:schemeClr val="tx1"/>
        </a:solidFill>
        <a:latin typeface="+mn-lt"/>
        <a:ea typeface="+mn-ea"/>
        <a:cs typeface="+mn-cs"/>
      </a:defRPr>
    </a:lvl2pPr>
    <a:lvl3pPr marL="914314" algn="l" defTabSz="914314" rtl="0" eaLnBrk="1" latinLnBrk="0" hangingPunct="1">
      <a:defRPr kumimoji="1" sz="1800" kern="1200">
        <a:solidFill>
          <a:schemeClr val="tx1"/>
        </a:solidFill>
        <a:latin typeface="+mn-lt"/>
        <a:ea typeface="+mn-ea"/>
        <a:cs typeface="+mn-cs"/>
      </a:defRPr>
    </a:lvl3pPr>
    <a:lvl4pPr marL="1371471" algn="l" defTabSz="914314" rtl="0" eaLnBrk="1" latinLnBrk="0" hangingPunct="1">
      <a:defRPr kumimoji="1" sz="1800" kern="1200">
        <a:solidFill>
          <a:schemeClr val="tx1"/>
        </a:solidFill>
        <a:latin typeface="+mn-lt"/>
        <a:ea typeface="+mn-ea"/>
        <a:cs typeface="+mn-cs"/>
      </a:defRPr>
    </a:lvl4pPr>
    <a:lvl5pPr marL="1828628" algn="l" defTabSz="914314" rtl="0" eaLnBrk="1" latinLnBrk="0" hangingPunct="1">
      <a:defRPr kumimoji="1" sz="1800" kern="1200">
        <a:solidFill>
          <a:schemeClr val="tx1"/>
        </a:solidFill>
        <a:latin typeface="+mn-lt"/>
        <a:ea typeface="+mn-ea"/>
        <a:cs typeface="+mn-cs"/>
      </a:defRPr>
    </a:lvl5pPr>
    <a:lvl6pPr marL="2285784" algn="l" defTabSz="914314" rtl="0" eaLnBrk="1" latinLnBrk="0" hangingPunct="1">
      <a:defRPr kumimoji="1" sz="1800" kern="1200">
        <a:solidFill>
          <a:schemeClr val="tx1"/>
        </a:solidFill>
        <a:latin typeface="+mn-lt"/>
        <a:ea typeface="+mn-ea"/>
        <a:cs typeface="+mn-cs"/>
      </a:defRPr>
    </a:lvl6pPr>
    <a:lvl7pPr marL="2742940" algn="l" defTabSz="914314" rtl="0" eaLnBrk="1" latinLnBrk="0" hangingPunct="1">
      <a:defRPr kumimoji="1" sz="1800" kern="1200">
        <a:solidFill>
          <a:schemeClr val="tx1"/>
        </a:solidFill>
        <a:latin typeface="+mn-lt"/>
        <a:ea typeface="+mn-ea"/>
        <a:cs typeface="+mn-cs"/>
      </a:defRPr>
    </a:lvl7pPr>
    <a:lvl8pPr marL="3200098" algn="l" defTabSz="914314" rtl="0" eaLnBrk="1" latinLnBrk="0" hangingPunct="1">
      <a:defRPr kumimoji="1" sz="1800" kern="1200">
        <a:solidFill>
          <a:schemeClr val="tx1"/>
        </a:solidFill>
        <a:latin typeface="+mn-lt"/>
        <a:ea typeface="+mn-ea"/>
        <a:cs typeface="+mn-cs"/>
      </a:defRPr>
    </a:lvl8pPr>
    <a:lvl9pPr marL="3657255" algn="l" defTabSz="914314"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0F3319EF-BE6A-413D-A1C3-54F6463AF89D}">
          <p14:sldIdLst>
            <p14:sldId id="380"/>
            <p14:sldId id="379"/>
            <p14:sldId id="377"/>
            <p14:sldId id="338"/>
            <p14:sldId id="397"/>
            <p14:sldId id="307"/>
            <p14:sldId id="309"/>
            <p14:sldId id="313"/>
            <p14:sldId id="385"/>
            <p14:sldId id="386"/>
            <p14:sldId id="391"/>
            <p14:sldId id="373"/>
            <p14:sldId id="366"/>
            <p14:sldId id="367"/>
            <p14:sldId id="378"/>
            <p14:sldId id="392"/>
            <p14:sldId id="356"/>
            <p14:sldId id="357"/>
            <p14:sldId id="358"/>
            <p14:sldId id="359"/>
            <p14:sldId id="389"/>
            <p14:sldId id="371"/>
            <p14:sldId id="384"/>
            <p14:sldId id="311"/>
            <p14:sldId id="345"/>
            <p14:sldId id="346"/>
            <p14:sldId id="286"/>
            <p14:sldId id="382"/>
            <p14:sldId id="383"/>
            <p14:sldId id="310"/>
            <p14:sldId id="352"/>
            <p14:sldId id="353"/>
            <p14:sldId id="347"/>
            <p14:sldId id="348"/>
            <p14:sldId id="349"/>
            <p14:sldId id="350"/>
            <p14:sldId id="354"/>
            <p14:sldId id="355"/>
            <p14:sldId id="308"/>
            <p14:sldId id="360"/>
            <p14:sldId id="361"/>
            <p14:sldId id="362"/>
            <p14:sldId id="363"/>
            <p14:sldId id="364"/>
            <p14:sldId id="365"/>
            <p14:sldId id="306"/>
            <p14:sldId id="369"/>
            <p14:sldId id="370"/>
            <p14:sldId id="305"/>
            <p14:sldId id="374"/>
            <p14:sldId id="312"/>
            <p14:sldId id="376"/>
            <p14:sldId id="372"/>
          </p14:sldIdLst>
        </p14:section>
      </p14:sectionLst>
    </p:ext>
    <p:ext uri="{EFAFB233-063F-42B5-8137-9DF3F51BA10A}">
      <p15:sldGuideLst xmlns:p15="http://schemas.microsoft.com/office/powerpoint/2012/main">
        <p15:guide id="3" orient="horz" userDrawn="1">
          <p15:clr>
            <a:srgbClr val="A4A3A4"/>
          </p15:clr>
        </p15:guide>
        <p15:guide id="4"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E3A8A"/>
    <a:srgbClr val="3B82F6"/>
    <a:srgbClr val="E8ECF3"/>
    <a:srgbClr val="7CA7C5"/>
    <a:srgbClr val="077196"/>
    <a:srgbClr val="7F7F7F"/>
    <a:srgbClr val="FFFFFF"/>
    <a:srgbClr val="E2F8FF"/>
    <a:srgbClr val="F0F0F0"/>
    <a:srgbClr val="C1E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20" autoAdjust="0"/>
    <p:restoredTop sz="96234" autoAdjust="0"/>
  </p:normalViewPr>
  <p:slideViewPr>
    <p:cSldViewPr snapToGrid="0" showGuides="1">
      <p:cViewPr varScale="1">
        <p:scale>
          <a:sx n="45" d="100"/>
          <a:sy n="45" d="100"/>
        </p:scale>
        <p:origin x="53" y="1282"/>
      </p:cViewPr>
      <p:guideLst>
        <p:guide orient="horz"/>
        <p:guide pos="3840"/>
      </p:guideLst>
    </p:cSldViewPr>
  </p:slideViewPr>
  <p:outlineViewPr>
    <p:cViewPr>
      <p:scale>
        <a:sx n="33" d="100"/>
        <a:sy n="33" d="100"/>
      </p:scale>
      <p:origin x="0" y="-3562"/>
    </p:cViewPr>
  </p:outlineViewPr>
  <p:notesTextViewPr>
    <p:cViewPr>
      <p:scale>
        <a:sx n="1" d="1"/>
        <a:sy n="1" d="1"/>
      </p:scale>
      <p:origin x="0" y="0"/>
    </p:cViewPr>
  </p:notesTextViewPr>
  <p:sorterViewPr>
    <p:cViewPr>
      <p:scale>
        <a:sx n="75" d="100"/>
        <a:sy n="75" d="100"/>
      </p:scale>
      <p:origin x="0" y="-8866"/>
    </p:cViewPr>
  </p:sorterViewPr>
  <p:notesViewPr>
    <p:cSldViewPr snapToGrid="0" showGuides="1">
      <p:cViewPr varScale="1">
        <p:scale>
          <a:sx n="80" d="100"/>
          <a:sy n="80" d="100"/>
        </p:scale>
        <p:origin x="2755"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61" Type="http://schemas.microsoft.com/office/2016/11/relationships/changesInfo" Target="changesInfos/changesInfo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zu ENDO" userId="394a0fe494bc10a7" providerId="LiveId" clId="{9B94F21E-C83F-4FE9-9F96-8B842C8D39FE}"/>
    <pc:docChg chg="delSld modSection">
      <pc:chgData name="Kazu ENDO" userId="394a0fe494bc10a7" providerId="LiveId" clId="{9B94F21E-C83F-4FE9-9F96-8B842C8D39FE}" dt="2025-11-09T01:31:22.859" v="2" actId="47"/>
      <pc:docMkLst>
        <pc:docMk/>
      </pc:docMkLst>
      <pc:sldChg chg="del">
        <pc:chgData name="Kazu ENDO" userId="394a0fe494bc10a7" providerId="LiveId" clId="{9B94F21E-C83F-4FE9-9F96-8B842C8D39FE}" dt="2025-11-09T01:31:22.859" v="2" actId="47"/>
        <pc:sldMkLst>
          <pc:docMk/>
          <pc:sldMk cId="3596343314" sldId="381"/>
        </pc:sldMkLst>
      </pc:sldChg>
      <pc:sldChg chg="del">
        <pc:chgData name="Kazu ENDO" userId="394a0fe494bc10a7" providerId="LiveId" clId="{9B94F21E-C83F-4FE9-9F96-8B842C8D39FE}" dt="2025-11-09T01:31:14.331" v="1" actId="47"/>
        <pc:sldMkLst>
          <pc:docMk/>
          <pc:sldMk cId="780349011" sldId="387"/>
        </pc:sldMkLst>
      </pc:sldChg>
      <pc:sldChg chg="del">
        <pc:chgData name="Kazu ENDO" userId="394a0fe494bc10a7" providerId="LiveId" clId="{9B94F21E-C83F-4FE9-9F96-8B842C8D39FE}" dt="2025-11-09T01:31:14.331" v="1" actId="47"/>
        <pc:sldMkLst>
          <pc:docMk/>
          <pc:sldMk cId="926078211" sldId="388"/>
        </pc:sldMkLst>
      </pc:sldChg>
      <pc:sldChg chg="del">
        <pc:chgData name="Kazu ENDO" userId="394a0fe494bc10a7" providerId="LiveId" clId="{9B94F21E-C83F-4FE9-9F96-8B842C8D39FE}" dt="2025-11-09T01:31:22.859" v="2" actId="47"/>
        <pc:sldMkLst>
          <pc:docMk/>
          <pc:sldMk cId="2478030261" sldId="390"/>
        </pc:sldMkLst>
      </pc:sldChg>
      <pc:sldChg chg="del">
        <pc:chgData name="Kazu ENDO" userId="394a0fe494bc10a7" providerId="LiveId" clId="{9B94F21E-C83F-4FE9-9F96-8B842C8D39FE}" dt="2025-11-09T01:31:22.859" v="2" actId="47"/>
        <pc:sldMkLst>
          <pc:docMk/>
          <pc:sldMk cId="3018477612" sldId="393"/>
        </pc:sldMkLst>
      </pc:sldChg>
      <pc:sldChg chg="del">
        <pc:chgData name="Kazu ENDO" userId="394a0fe494bc10a7" providerId="LiveId" clId="{9B94F21E-C83F-4FE9-9F96-8B842C8D39FE}" dt="2025-11-09T01:31:22.859" v="2" actId="47"/>
        <pc:sldMkLst>
          <pc:docMk/>
          <pc:sldMk cId="2460124791" sldId="394"/>
        </pc:sldMkLst>
      </pc:sldChg>
      <pc:sldChg chg="del">
        <pc:chgData name="Kazu ENDO" userId="394a0fe494bc10a7" providerId="LiveId" clId="{9B94F21E-C83F-4FE9-9F96-8B842C8D39FE}" dt="2025-11-09T01:31:22.859" v="2" actId="47"/>
        <pc:sldMkLst>
          <pc:docMk/>
          <pc:sldMk cId="2924016860" sldId="395"/>
        </pc:sldMkLst>
      </pc:sldChg>
      <pc:sldChg chg="del">
        <pc:chgData name="Kazu ENDO" userId="394a0fe494bc10a7" providerId="LiveId" clId="{9B94F21E-C83F-4FE9-9F96-8B842C8D39FE}" dt="2025-11-09T01:31:22.859" v="2" actId="47"/>
        <pc:sldMkLst>
          <pc:docMk/>
          <pc:sldMk cId="3304312700" sldId="396"/>
        </pc:sldMkLst>
      </pc:sldChg>
      <pc:sldChg chg="del">
        <pc:chgData name="Kazu ENDO" userId="394a0fe494bc10a7" providerId="LiveId" clId="{9B94F21E-C83F-4FE9-9F96-8B842C8D39FE}" dt="2025-11-09T01:31:09.018" v="0" actId="47"/>
        <pc:sldMkLst>
          <pc:docMk/>
          <pc:sldMk cId="4262439175" sldId="398"/>
        </pc:sldMkLst>
      </pc:sldChg>
      <pc:sldChg chg="del">
        <pc:chgData name="Kazu ENDO" userId="394a0fe494bc10a7" providerId="LiveId" clId="{9B94F21E-C83F-4FE9-9F96-8B842C8D39FE}" dt="2025-11-09T01:31:09.018" v="0" actId="47"/>
        <pc:sldMkLst>
          <pc:docMk/>
          <pc:sldMk cId="1939577257" sldId="399"/>
        </pc:sldMkLst>
      </pc:sldChg>
      <pc:sldChg chg="del">
        <pc:chgData name="Kazu ENDO" userId="394a0fe494bc10a7" providerId="LiveId" clId="{9B94F21E-C83F-4FE9-9F96-8B842C8D39FE}" dt="2025-11-09T01:31:09.018" v="0" actId="47"/>
        <pc:sldMkLst>
          <pc:docMk/>
          <pc:sldMk cId="952263322" sldId="400"/>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32820198-B303-F5B4-B84D-123BB9423CE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B6B78AE9-8FF1-A19A-68CF-15F1E68B2F3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6111EFB-F628-40F9-BEA8-8B741629A066}" type="datetimeFigureOut">
              <a:rPr kumimoji="1" lang="ja-JP" altLang="en-US" smtClean="0"/>
              <a:t>2025/11/9</a:t>
            </a:fld>
            <a:endParaRPr kumimoji="1" lang="ja-JP" altLang="en-US"/>
          </a:p>
        </p:txBody>
      </p:sp>
      <p:sp>
        <p:nvSpPr>
          <p:cNvPr id="4" name="フッター プレースホルダー 3">
            <a:extLst>
              <a:ext uri="{FF2B5EF4-FFF2-40B4-BE49-F238E27FC236}">
                <a16:creationId xmlns:a16="http://schemas.microsoft.com/office/drawing/2014/main" id="{C1F05596-5F0A-30AE-7814-80452262F12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B7ED2970-600E-B043-9C6E-26122FB918D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FB8C93B-B4CB-432E-9311-FACF9FA5C83D}" type="slidenum">
              <a:rPr kumimoji="1" lang="ja-JP" altLang="en-US" smtClean="0"/>
              <a:t>‹#›</a:t>
            </a:fld>
            <a:endParaRPr kumimoji="1" lang="ja-JP" altLang="en-US"/>
          </a:p>
        </p:txBody>
      </p:sp>
    </p:spTree>
    <p:extLst>
      <p:ext uri="{BB962C8B-B14F-4D97-AF65-F5344CB8AC3E}">
        <p14:creationId xmlns:p14="http://schemas.microsoft.com/office/powerpoint/2010/main" val="220869962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1714D2-F2A7-4A29-BCB6-C0D2D9AA6AE5}" type="datetimeFigureOut">
              <a:rPr kumimoji="1" lang="ja-JP" altLang="en-US" smtClean="0"/>
              <a:t>2025/11/9</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D1D408-0708-441E-AE9B-ADAF392E03F9}" type="slidenum">
              <a:rPr kumimoji="1" lang="ja-JP" altLang="en-US" smtClean="0"/>
              <a:t>‹#›</a:t>
            </a:fld>
            <a:endParaRPr kumimoji="1" lang="ja-JP" altLang="en-US"/>
          </a:p>
        </p:txBody>
      </p:sp>
    </p:spTree>
    <p:extLst>
      <p:ext uri="{BB962C8B-B14F-4D97-AF65-F5344CB8AC3E}">
        <p14:creationId xmlns:p14="http://schemas.microsoft.com/office/powerpoint/2010/main" val="4117348487"/>
      </p:ext>
    </p:extLst>
  </p:cSld>
  <p:clrMap bg1="lt1" tx1="dk1" bg2="lt2" tx2="dk2" accent1="accent1" accent2="accent2" accent3="accent3" accent4="accent4" accent5="accent5" accent6="accent6" hlink="hlink" folHlink="folHlink"/>
  <p:notesStyle>
    <a:lvl1pPr marL="0" algn="l" defTabSz="914314" rtl="0" eaLnBrk="1" latinLnBrk="0" hangingPunct="1">
      <a:defRPr kumimoji="1" sz="1200" kern="1200">
        <a:solidFill>
          <a:schemeClr val="tx1"/>
        </a:solidFill>
        <a:latin typeface="+mn-lt"/>
        <a:ea typeface="+mn-ea"/>
        <a:cs typeface="+mn-cs"/>
      </a:defRPr>
    </a:lvl1pPr>
    <a:lvl2pPr marL="457156" algn="l" defTabSz="914314" rtl="0" eaLnBrk="1" latinLnBrk="0" hangingPunct="1">
      <a:defRPr kumimoji="1" sz="1200" kern="1200">
        <a:solidFill>
          <a:schemeClr val="tx1"/>
        </a:solidFill>
        <a:latin typeface="+mn-lt"/>
        <a:ea typeface="+mn-ea"/>
        <a:cs typeface="+mn-cs"/>
      </a:defRPr>
    </a:lvl2pPr>
    <a:lvl3pPr marL="914314" algn="l" defTabSz="914314" rtl="0" eaLnBrk="1" latinLnBrk="0" hangingPunct="1">
      <a:defRPr kumimoji="1" sz="1200" kern="1200">
        <a:solidFill>
          <a:schemeClr val="tx1"/>
        </a:solidFill>
        <a:latin typeface="+mn-lt"/>
        <a:ea typeface="+mn-ea"/>
        <a:cs typeface="+mn-cs"/>
      </a:defRPr>
    </a:lvl3pPr>
    <a:lvl4pPr marL="1371471" algn="l" defTabSz="914314" rtl="0" eaLnBrk="1" latinLnBrk="0" hangingPunct="1">
      <a:defRPr kumimoji="1" sz="1200" kern="1200">
        <a:solidFill>
          <a:schemeClr val="tx1"/>
        </a:solidFill>
        <a:latin typeface="+mn-lt"/>
        <a:ea typeface="+mn-ea"/>
        <a:cs typeface="+mn-cs"/>
      </a:defRPr>
    </a:lvl4pPr>
    <a:lvl5pPr marL="1828628" algn="l" defTabSz="914314" rtl="0" eaLnBrk="1" latinLnBrk="0" hangingPunct="1">
      <a:defRPr kumimoji="1" sz="1200" kern="1200">
        <a:solidFill>
          <a:schemeClr val="tx1"/>
        </a:solidFill>
        <a:latin typeface="+mn-lt"/>
        <a:ea typeface="+mn-ea"/>
        <a:cs typeface="+mn-cs"/>
      </a:defRPr>
    </a:lvl5pPr>
    <a:lvl6pPr marL="2285784" algn="l" defTabSz="914314" rtl="0" eaLnBrk="1" latinLnBrk="0" hangingPunct="1">
      <a:defRPr kumimoji="1" sz="1200" kern="1200">
        <a:solidFill>
          <a:schemeClr val="tx1"/>
        </a:solidFill>
        <a:latin typeface="+mn-lt"/>
        <a:ea typeface="+mn-ea"/>
        <a:cs typeface="+mn-cs"/>
      </a:defRPr>
    </a:lvl6pPr>
    <a:lvl7pPr marL="2742940" algn="l" defTabSz="914314" rtl="0" eaLnBrk="1" latinLnBrk="0" hangingPunct="1">
      <a:defRPr kumimoji="1" sz="1200" kern="1200">
        <a:solidFill>
          <a:schemeClr val="tx1"/>
        </a:solidFill>
        <a:latin typeface="+mn-lt"/>
        <a:ea typeface="+mn-ea"/>
        <a:cs typeface="+mn-cs"/>
      </a:defRPr>
    </a:lvl7pPr>
    <a:lvl8pPr marL="3200098" algn="l" defTabSz="914314" rtl="0" eaLnBrk="1" latinLnBrk="0" hangingPunct="1">
      <a:defRPr kumimoji="1" sz="1200" kern="1200">
        <a:solidFill>
          <a:schemeClr val="tx1"/>
        </a:solidFill>
        <a:latin typeface="+mn-lt"/>
        <a:ea typeface="+mn-ea"/>
        <a:cs typeface="+mn-cs"/>
      </a:defRPr>
    </a:lvl8pPr>
    <a:lvl9pPr marL="3657255" algn="l" defTabSz="914314" rtl="0" eaLnBrk="1" latinLnBrk="0" hangingPunct="1">
      <a:defRPr kumimoji="1"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0_タイトル">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D89BD15-688A-D1E3-C6F5-DF5677C05AD5}"/>
              </a:ext>
            </a:extLst>
          </p:cNvPr>
          <p:cNvSpPr>
            <a:spLocks noGrp="1"/>
          </p:cNvSpPr>
          <p:nvPr>
            <p:ph type="ctrTitle" hasCustomPrompt="1"/>
          </p:nvPr>
        </p:nvSpPr>
        <p:spPr>
          <a:xfrm>
            <a:off x="1524000" y="1122363"/>
            <a:ext cx="9144000" cy="2387600"/>
          </a:xfrm>
        </p:spPr>
        <p:txBody>
          <a:bodyPr anchor="b">
            <a:normAutofit/>
          </a:bodyPr>
          <a:lstStyle>
            <a:lvl1pPr algn="ctr">
              <a:defRPr sz="3200" u="sng">
                <a:solidFill>
                  <a:schemeClr val="tx1"/>
                </a:solidFill>
                <a:latin typeface="BIZ UDPゴシック" panose="020B0400000000000000" pitchFamily="50" charset="-128"/>
                <a:ea typeface="BIZ UDPゴシック" panose="020B0400000000000000" pitchFamily="50" charset="-128"/>
              </a:defRPr>
            </a:lvl1pPr>
          </a:lstStyle>
          <a:p>
            <a:r>
              <a:rPr kumimoji="1" lang="ja-JP" altLang="en-US" dirty="0"/>
              <a:t>タイトル</a:t>
            </a:r>
          </a:p>
        </p:txBody>
      </p:sp>
      <p:sp>
        <p:nvSpPr>
          <p:cNvPr id="3" name="字幕 2">
            <a:extLst>
              <a:ext uri="{FF2B5EF4-FFF2-40B4-BE49-F238E27FC236}">
                <a16:creationId xmlns:a16="http://schemas.microsoft.com/office/drawing/2014/main" id="{D0BEFF7B-3EA3-EF87-F707-143A26841542}"/>
              </a:ext>
            </a:extLst>
          </p:cNvPr>
          <p:cNvSpPr>
            <a:spLocks noGrp="1"/>
          </p:cNvSpPr>
          <p:nvPr>
            <p:ph type="subTitle" idx="1" hasCustomPrompt="1"/>
          </p:nvPr>
        </p:nvSpPr>
        <p:spPr>
          <a:xfrm>
            <a:off x="1524000" y="3602039"/>
            <a:ext cx="9144000" cy="1655762"/>
          </a:xfrm>
        </p:spPr>
        <p:txBody>
          <a:bodyPr anchor="b" anchorCtr="0">
            <a:normAutofit/>
          </a:bodyPr>
          <a:lstStyle>
            <a:lvl1pPr marL="0" indent="0" algn="r">
              <a:buNone/>
              <a:defRPr sz="3200">
                <a:solidFill>
                  <a:schemeClr val="tx1"/>
                </a:solidFill>
                <a:latin typeface="BIZ UDPゴシック" panose="020B0400000000000000" pitchFamily="50" charset="-128"/>
                <a:ea typeface="BIZ UDPゴシック" panose="020B0400000000000000" pitchFamily="50" charset="-128"/>
              </a:defRPr>
            </a:lvl1pPr>
            <a:lvl2pPr marL="457186" indent="0" algn="ctr">
              <a:buNone/>
              <a:defRPr sz="2000"/>
            </a:lvl2pPr>
            <a:lvl3pPr marL="914373" indent="0" algn="ctr">
              <a:buNone/>
              <a:defRPr sz="1800"/>
            </a:lvl3pPr>
            <a:lvl4pPr marL="1371559" indent="0" algn="ctr">
              <a:buNone/>
              <a:defRPr sz="1600"/>
            </a:lvl4pPr>
            <a:lvl5pPr marL="1828745" indent="0" algn="ctr">
              <a:buNone/>
              <a:defRPr sz="1600"/>
            </a:lvl5pPr>
            <a:lvl6pPr marL="2285931" indent="0" algn="ctr">
              <a:buNone/>
              <a:defRPr sz="1600"/>
            </a:lvl6pPr>
            <a:lvl7pPr marL="2743118" indent="0" algn="ctr">
              <a:buNone/>
              <a:defRPr sz="1600"/>
            </a:lvl7pPr>
            <a:lvl8pPr marL="3200304" indent="0" algn="ctr">
              <a:buNone/>
              <a:defRPr sz="1600"/>
            </a:lvl8pPr>
            <a:lvl9pPr marL="3657490" indent="0" algn="ctr">
              <a:buNone/>
              <a:defRPr sz="1600"/>
            </a:lvl9pPr>
          </a:lstStyle>
          <a:p>
            <a:r>
              <a:rPr kumimoji="1" lang="ja-JP" altLang="en-US" dirty="0"/>
              <a:t>年月日</a:t>
            </a:r>
            <a:endParaRPr kumimoji="1" lang="en-US" altLang="ja-JP" dirty="0"/>
          </a:p>
          <a:p>
            <a:r>
              <a:rPr kumimoji="1" lang="ja-JP" altLang="en-US" dirty="0"/>
              <a:t>名前</a:t>
            </a:r>
          </a:p>
        </p:txBody>
      </p:sp>
      <p:sp>
        <p:nvSpPr>
          <p:cNvPr id="6" name="フッター プレースホルダー 4">
            <a:extLst>
              <a:ext uri="{FF2B5EF4-FFF2-40B4-BE49-F238E27FC236}">
                <a16:creationId xmlns:a16="http://schemas.microsoft.com/office/drawing/2014/main" id="{90881147-5CCF-D07D-58D4-B63613C27CBC}"/>
              </a:ext>
            </a:extLst>
          </p:cNvPr>
          <p:cNvSpPr>
            <a:spLocks noGrp="1"/>
          </p:cNvSpPr>
          <p:nvPr>
            <p:ph type="ftr" sz="quarter" idx="11"/>
          </p:nvPr>
        </p:nvSpPr>
        <p:spPr>
          <a:xfrm>
            <a:off x="431999" y="6552000"/>
            <a:ext cx="10080000" cy="216000"/>
          </a:xfrm>
          <a:prstGeom prst="rect">
            <a:avLst/>
          </a:prstGeom>
        </p:spPr>
        <p:txBody>
          <a:bodyPr anchor="ctr" anchorCtr="0"/>
          <a:lstStyle>
            <a:lvl1pPr algn="l">
              <a:defRPr sz="900">
                <a:solidFill>
                  <a:schemeClr val="tx1"/>
                </a:solidFill>
                <a:latin typeface="BIZ UDPゴシック" panose="020B0400000000000000" pitchFamily="50" charset="-128"/>
                <a:ea typeface="BIZ UDPゴシック" panose="020B0400000000000000" pitchFamily="50" charset="-128"/>
              </a:defRPr>
            </a:lvl1pPr>
          </a:lstStyle>
          <a:p>
            <a:r>
              <a:rPr lang="ja-JP" altLang="en-US" sz="900" dirty="0"/>
              <a:t>プロジェクト</a:t>
            </a:r>
            <a:r>
              <a:rPr lang="en-US" altLang="ja-JP" sz="900" dirty="0"/>
              <a:t>/</a:t>
            </a:r>
            <a:r>
              <a:rPr lang="ja-JP" altLang="en-US" sz="900" dirty="0"/>
              <a:t>部署</a:t>
            </a:r>
            <a:r>
              <a:rPr lang="en-US" altLang="ja-JP" sz="900" dirty="0"/>
              <a:t>/</a:t>
            </a:r>
            <a:r>
              <a:rPr lang="ja-JP" altLang="en-US" sz="900" dirty="0"/>
              <a:t>管理番号</a:t>
            </a:r>
          </a:p>
        </p:txBody>
      </p:sp>
      <p:sp>
        <p:nvSpPr>
          <p:cNvPr id="8" name="スライド番号プレースホルダー 5">
            <a:extLst>
              <a:ext uri="{FF2B5EF4-FFF2-40B4-BE49-F238E27FC236}">
                <a16:creationId xmlns:a16="http://schemas.microsoft.com/office/drawing/2014/main" id="{1E755BD5-6E1B-2333-D6DF-51E959DB6652}"/>
              </a:ext>
            </a:extLst>
          </p:cNvPr>
          <p:cNvSpPr>
            <a:spLocks noGrp="1"/>
          </p:cNvSpPr>
          <p:nvPr>
            <p:ph type="sldNum" sz="quarter" idx="12"/>
          </p:nvPr>
        </p:nvSpPr>
        <p:spPr>
          <a:xfrm>
            <a:off x="11592000" y="6552000"/>
            <a:ext cx="540000" cy="216000"/>
          </a:xfrm>
          <a:prstGeom prst="rect">
            <a:avLst/>
          </a:prstGeom>
        </p:spPr>
        <p:txBody>
          <a:bodyPr/>
          <a:lstStyle>
            <a:lvl1pPr>
              <a:defRPr sz="900">
                <a:solidFill>
                  <a:schemeClr val="tx1"/>
                </a:solidFill>
                <a:latin typeface="BIZ UDPゴシック" panose="020B0400000000000000" pitchFamily="50" charset="-128"/>
                <a:ea typeface="BIZ UDPゴシック" panose="020B0400000000000000" pitchFamily="50" charset="-128"/>
              </a:defRPr>
            </a:lvl1pPr>
          </a:lstStyle>
          <a:p>
            <a:fld id="{DCB5AA93-092B-49A1-87A7-3C88D5F38AD7}" type="slidenum">
              <a:rPr lang="ja-JP" altLang="en-US" smtClean="0"/>
              <a:pPr/>
              <a:t>‹#›</a:t>
            </a:fld>
            <a:endParaRPr lang="ja-JP" altLang="en-US" sz="900" dirty="0"/>
          </a:p>
        </p:txBody>
      </p:sp>
    </p:spTree>
    <p:extLst>
      <p:ext uri="{BB962C8B-B14F-4D97-AF65-F5344CB8AC3E}">
        <p14:creationId xmlns:p14="http://schemas.microsoft.com/office/powerpoint/2010/main" val="914946822"/>
      </p:ext>
    </p:extLst>
  </p:cSld>
  <p:clrMapOvr>
    <a:masterClrMapping/>
  </p:clrMapOvr>
  <p:extLst>
    <p:ext uri="{DCECCB84-F9BA-43D5-87BE-67443E8EF086}">
      <p15:sldGuideLst xmlns:p15="http://schemas.microsoft.com/office/powerpoint/2012/main">
        <p15:guide id="1" orient="horz" pos="2160">
          <p15:clr>
            <a:srgbClr val="547EBF"/>
          </p15:clr>
        </p15:guide>
        <p15:guide id="2" pos="3840">
          <p15:clr>
            <a:srgbClr val="547EBF"/>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F62B98A-5E0B-335E-C425-E48A1C614D18}"/>
              </a:ext>
            </a:extLst>
          </p:cNvPr>
          <p:cNvSpPr>
            <a:spLocks noGrp="1"/>
          </p:cNvSpPr>
          <p:nvPr>
            <p:ph type="title" hasCustomPrompt="1"/>
          </p:nvPr>
        </p:nvSpPr>
        <p:spPr>
          <a:xfrm>
            <a:off x="0" y="3"/>
            <a:ext cx="12186000" cy="540324"/>
          </a:xfrm>
        </p:spPr>
        <p:txBody>
          <a:bodyPr anchor="ctr" anchorCtr="0">
            <a:normAutofit/>
          </a:bodyPr>
          <a:lstStyle>
            <a:lvl1pPr algn="l">
              <a:defRPr sz="2400"/>
            </a:lvl1pPr>
          </a:lstStyle>
          <a:p>
            <a:r>
              <a:rPr kumimoji="1" lang="ja-JP" altLang="en-US" dirty="0"/>
              <a:t>スライドタイトル</a:t>
            </a:r>
          </a:p>
        </p:txBody>
      </p:sp>
      <p:sp>
        <p:nvSpPr>
          <p:cNvPr id="5" name="フッター プレースホルダー 4">
            <a:extLst>
              <a:ext uri="{FF2B5EF4-FFF2-40B4-BE49-F238E27FC236}">
                <a16:creationId xmlns:a16="http://schemas.microsoft.com/office/drawing/2014/main" id="{073838D6-28D4-8AAD-8E5F-2F93892364C7}"/>
              </a:ext>
            </a:extLst>
          </p:cNvPr>
          <p:cNvSpPr>
            <a:spLocks noGrp="1"/>
          </p:cNvSpPr>
          <p:nvPr>
            <p:ph type="ftr" sz="quarter" idx="11"/>
          </p:nvPr>
        </p:nvSpPr>
        <p:spPr>
          <a:xfrm>
            <a:off x="431999" y="6552000"/>
            <a:ext cx="10080000" cy="216000"/>
          </a:xfrm>
          <a:prstGeom prst="rect">
            <a:avLst/>
          </a:prstGeom>
        </p:spPr>
        <p:txBody>
          <a:bodyPr anchor="ctr" anchorCtr="0"/>
          <a:lstStyle>
            <a:lvl1pPr algn="l">
              <a:defRPr sz="900">
                <a:solidFill>
                  <a:schemeClr val="tx1"/>
                </a:solidFill>
                <a:latin typeface="BIZ UDPゴシック" panose="020B0400000000000000" pitchFamily="50" charset="-128"/>
                <a:ea typeface="BIZ UDPゴシック" panose="020B0400000000000000" pitchFamily="50" charset="-128"/>
              </a:defRPr>
            </a:lvl1pPr>
          </a:lstStyle>
          <a:p>
            <a:r>
              <a:rPr lang="ja-JP" altLang="en-US" dirty="0"/>
              <a:t>備考：</a:t>
            </a:r>
            <a:endParaRPr lang="ja-JP" altLang="en-US" sz="900" dirty="0"/>
          </a:p>
        </p:txBody>
      </p:sp>
      <p:sp>
        <p:nvSpPr>
          <p:cNvPr id="6" name="スライド番号プレースホルダー 5">
            <a:extLst>
              <a:ext uri="{FF2B5EF4-FFF2-40B4-BE49-F238E27FC236}">
                <a16:creationId xmlns:a16="http://schemas.microsoft.com/office/drawing/2014/main" id="{600AD3A3-493E-1DC5-C673-6B04C0730253}"/>
              </a:ext>
            </a:extLst>
          </p:cNvPr>
          <p:cNvSpPr>
            <a:spLocks noGrp="1"/>
          </p:cNvSpPr>
          <p:nvPr>
            <p:ph type="sldNum" sz="quarter" idx="12"/>
          </p:nvPr>
        </p:nvSpPr>
        <p:spPr>
          <a:xfrm>
            <a:off x="11592000" y="6552000"/>
            <a:ext cx="540000" cy="216000"/>
          </a:xfrm>
          <a:prstGeom prst="rect">
            <a:avLst/>
          </a:prstGeom>
        </p:spPr>
        <p:txBody>
          <a:bodyPr/>
          <a:lstStyle>
            <a:lvl1pPr>
              <a:defRPr sz="900">
                <a:solidFill>
                  <a:schemeClr val="tx1"/>
                </a:solidFill>
                <a:latin typeface="BIZ UDPゴシック" panose="020B0400000000000000" pitchFamily="50" charset="-128"/>
                <a:ea typeface="BIZ UDPゴシック" panose="020B0400000000000000" pitchFamily="50" charset="-128"/>
              </a:defRPr>
            </a:lvl1pPr>
          </a:lstStyle>
          <a:p>
            <a:fld id="{DCB5AA93-092B-49A1-87A7-3C88D5F38AD7}" type="slidenum">
              <a:rPr lang="ja-JP" altLang="en-US" smtClean="0"/>
              <a:pPr/>
              <a:t>‹#›</a:t>
            </a:fld>
            <a:endParaRPr lang="ja-JP" altLang="en-US" sz="900" dirty="0"/>
          </a:p>
        </p:txBody>
      </p:sp>
      <p:cxnSp>
        <p:nvCxnSpPr>
          <p:cNvPr id="8" name="直線コネクタ 7">
            <a:extLst>
              <a:ext uri="{FF2B5EF4-FFF2-40B4-BE49-F238E27FC236}">
                <a16:creationId xmlns:a16="http://schemas.microsoft.com/office/drawing/2014/main" id="{4C9262B6-C232-FF1E-F30F-62C446446085}"/>
              </a:ext>
            </a:extLst>
          </p:cNvPr>
          <p:cNvCxnSpPr>
            <a:cxnSpLocks/>
          </p:cNvCxnSpPr>
          <p:nvPr userDrawn="1"/>
        </p:nvCxnSpPr>
        <p:spPr>
          <a:xfrm>
            <a:off x="0" y="540000"/>
            <a:ext cx="12186000" cy="0"/>
          </a:xfrm>
          <a:prstGeom prst="line">
            <a:avLst/>
          </a:prstGeom>
          <a:ln w="2857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sp>
        <p:nvSpPr>
          <p:cNvPr id="3" name="テキスト プレースホルダー 14">
            <a:extLst>
              <a:ext uri="{FF2B5EF4-FFF2-40B4-BE49-F238E27FC236}">
                <a16:creationId xmlns:a16="http://schemas.microsoft.com/office/drawing/2014/main" id="{1B8BAED9-DF44-0BF8-2404-2A58E0F40F7A}"/>
              </a:ext>
            </a:extLst>
          </p:cNvPr>
          <p:cNvSpPr>
            <a:spLocks noGrp="1"/>
          </p:cNvSpPr>
          <p:nvPr>
            <p:ph type="body" sz="quarter" idx="13" hasCustomPrompt="1"/>
          </p:nvPr>
        </p:nvSpPr>
        <p:spPr>
          <a:xfrm>
            <a:off x="0" y="540327"/>
            <a:ext cx="12186000" cy="540000"/>
          </a:xfrm>
        </p:spPr>
        <p:txBody>
          <a:bodyPr anchor="ctr" anchorCtr="0">
            <a:normAutofit/>
          </a:bodyPr>
          <a:lstStyle>
            <a:lvl1pPr marL="0" indent="0" algn="l">
              <a:buNone/>
              <a:defRPr sz="2000"/>
            </a:lvl1pPr>
          </a:lstStyle>
          <a:p>
            <a:pPr lvl="0"/>
            <a:r>
              <a:rPr kumimoji="1" lang="ja-JP" altLang="en-US" dirty="0"/>
              <a:t>スライドメッセージ</a:t>
            </a:r>
          </a:p>
        </p:txBody>
      </p:sp>
    </p:spTree>
    <p:extLst>
      <p:ext uri="{BB962C8B-B14F-4D97-AF65-F5344CB8AC3E}">
        <p14:creationId xmlns:p14="http://schemas.microsoft.com/office/powerpoint/2010/main" val="4111418134"/>
      </p:ext>
    </p:extLst>
  </p:cSld>
  <p:clrMapOvr>
    <a:masterClrMapping/>
  </p:clrMapOvr>
  <p:extLst>
    <p:ext uri="{DCECCB84-F9BA-43D5-87BE-67443E8EF086}">
      <p15:sldGuideLst xmlns:p15="http://schemas.microsoft.com/office/powerpoint/2012/main">
        <p15:guide id="4" orient="horz" pos="4088">
          <p15:clr>
            <a:srgbClr val="547EBF"/>
          </p15:clr>
        </p15:guide>
        <p15:guide id="5" pos="211">
          <p15:clr>
            <a:srgbClr val="547EBF"/>
          </p15:clr>
        </p15:guide>
        <p15:guide id="6" pos="7469">
          <p15:clr>
            <a:srgbClr val="547EBF"/>
          </p15:clr>
        </p15:guide>
        <p15:guide id="7" orient="horz" pos="2387">
          <p15:clr>
            <a:srgbClr val="547EBF"/>
          </p15:clr>
        </p15:guide>
        <p15:guide id="11" pos="3727">
          <p15:clr>
            <a:srgbClr val="547EBF"/>
          </p15:clr>
        </p15:guide>
        <p15:guide id="12" pos="3953">
          <p15:clr>
            <a:srgbClr val="547EBF"/>
          </p15:clr>
        </p15:guide>
        <p15:guide id="13" orient="horz" pos="799">
          <p15:clr>
            <a:srgbClr val="547EBF"/>
          </p15:clr>
        </p15:guide>
        <p15:guide id="14" orient="horz" pos="2500">
          <p15:clr>
            <a:srgbClr val="547EBF"/>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B520426D-55C7-5082-C5BB-DFCD609072B6}"/>
              </a:ext>
            </a:extLst>
          </p:cNvPr>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3" name="テキスト プレースホルダー 2">
            <a:extLst>
              <a:ext uri="{FF2B5EF4-FFF2-40B4-BE49-F238E27FC236}">
                <a16:creationId xmlns:a16="http://schemas.microsoft.com/office/drawing/2014/main" id="{BE3B443A-32D9-F0FB-6B43-215C4ADBF892}"/>
              </a:ext>
            </a:extLst>
          </p:cNvPr>
          <p:cNvSpPr>
            <a:spLocks noGrp="1"/>
          </p:cNvSpPr>
          <p:nvPr>
            <p:ph type="body" idx="1"/>
          </p:nvPr>
        </p:nvSpPr>
        <p:spPr>
          <a:xfrm>
            <a:off x="838200" y="1825626"/>
            <a:ext cx="10515600" cy="4351338"/>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6" name="フッター プレースホルダー 4">
            <a:extLst>
              <a:ext uri="{FF2B5EF4-FFF2-40B4-BE49-F238E27FC236}">
                <a16:creationId xmlns:a16="http://schemas.microsoft.com/office/drawing/2014/main" id="{66265F75-9302-C969-C1CF-A5C6AB0FCC49}"/>
              </a:ext>
            </a:extLst>
          </p:cNvPr>
          <p:cNvSpPr>
            <a:spLocks noGrp="1"/>
          </p:cNvSpPr>
          <p:nvPr>
            <p:ph type="ftr" sz="quarter" idx="3"/>
          </p:nvPr>
        </p:nvSpPr>
        <p:spPr>
          <a:xfrm>
            <a:off x="431999" y="6552000"/>
            <a:ext cx="10080000" cy="216000"/>
          </a:xfrm>
          <a:prstGeom prst="rect">
            <a:avLst/>
          </a:prstGeom>
        </p:spPr>
        <p:txBody>
          <a:bodyPr anchor="ctr" anchorCtr="0"/>
          <a:lstStyle>
            <a:lvl1pPr algn="l">
              <a:defRPr sz="900">
                <a:solidFill>
                  <a:schemeClr val="tx1"/>
                </a:solidFill>
                <a:latin typeface="BIZ UDPゴシック" panose="020B0400000000000000" pitchFamily="50" charset="-128"/>
                <a:ea typeface="BIZ UDPゴシック" panose="020B0400000000000000" pitchFamily="50" charset="-128"/>
              </a:defRPr>
            </a:lvl1pPr>
          </a:lstStyle>
          <a:p>
            <a:r>
              <a:rPr lang="ja-JP" altLang="en-US" dirty="0"/>
              <a:t>プロジェクト</a:t>
            </a:r>
            <a:r>
              <a:rPr lang="en-US" altLang="ja-JP" dirty="0"/>
              <a:t>/</a:t>
            </a:r>
            <a:r>
              <a:rPr lang="ja-JP" altLang="en-US" dirty="0"/>
              <a:t>部署</a:t>
            </a:r>
            <a:r>
              <a:rPr lang="en-US" altLang="ja-JP" dirty="0"/>
              <a:t>/</a:t>
            </a:r>
            <a:r>
              <a:rPr lang="ja-JP" altLang="en-US" dirty="0"/>
              <a:t>管理番号</a:t>
            </a:r>
            <a:endParaRPr lang="ja-JP" altLang="en-US" sz="900" dirty="0"/>
          </a:p>
        </p:txBody>
      </p:sp>
      <p:sp>
        <p:nvSpPr>
          <p:cNvPr id="12" name="スライド番号プレースホルダー 5">
            <a:extLst>
              <a:ext uri="{FF2B5EF4-FFF2-40B4-BE49-F238E27FC236}">
                <a16:creationId xmlns:a16="http://schemas.microsoft.com/office/drawing/2014/main" id="{796D5859-FF54-DB66-044C-083CA2272F7C}"/>
              </a:ext>
            </a:extLst>
          </p:cNvPr>
          <p:cNvSpPr>
            <a:spLocks noGrp="1"/>
          </p:cNvSpPr>
          <p:nvPr>
            <p:ph type="sldNum" sz="quarter" idx="4"/>
          </p:nvPr>
        </p:nvSpPr>
        <p:spPr>
          <a:xfrm>
            <a:off x="11592000" y="6552000"/>
            <a:ext cx="540000" cy="216000"/>
          </a:xfrm>
          <a:prstGeom prst="rect">
            <a:avLst/>
          </a:prstGeom>
        </p:spPr>
        <p:txBody>
          <a:bodyPr/>
          <a:lstStyle>
            <a:lvl1pPr>
              <a:defRPr sz="900">
                <a:solidFill>
                  <a:schemeClr val="tx1"/>
                </a:solidFill>
                <a:latin typeface="BIZ UDPゴシック" panose="020B0400000000000000" pitchFamily="50" charset="-128"/>
                <a:ea typeface="BIZ UDPゴシック" panose="020B0400000000000000" pitchFamily="50" charset="-128"/>
              </a:defRPr>
            </a:lvl1pPr>
          </a:lstStyle>
          <a:p>
            <a:fld id="{DCB5AA93-092B-49A1-87A7-3C88D5F38AD7}" type="slidenum">
              <a:rPr lang="ja-JP" altLang="en-US" smtClean="0"/>
              <a:pPr/>
              <a:t>‹#›</a:t>
            </a:fld>
            <a:endParaRPr lang="ja-JP" altLang="en-US" sz="900" dirty="0"/>
          </a:p>
        </p:txBody>
      </p:sp>
    </p:spTree>
    <p:extLst>
      <p:ext uri="{BB962C8B-B14F-4D97-AF65-F5344CB8AC3E}">
        <p14:creationId xmlns:p14="http://schemas.microsoft.com/office/powerpoint/2010/main" val="1990327497"/>
      </p:ext>
    </p:extLst>
  </p:cSld>
  <p:clrMap bg1="lt1" tx1="dk1" bg2="lt2" tx2="dk2" accent1="accent1" accent2="accent2" accent3="accent3" accent4="accent4" accent5="accent5" accent6="accent6" hlink="hlink" folHlink="folHlink"/>
  <p:sldLayoutIdLst>
    <p:sldLayoutId id="2147483649" r:id="rId1"/>
    <p:sldLayoutId id="2147483650" r:id="rId2"/>
  </p:sldLayoutIdLst>
  <p:hf hdr="0" dt="0"/>
  <p:txStyles>
    <p:titleStyle>
      <a:lvl1pPr algn="l" defTabSz="914373" rtl="0" eaLnBrk="1" latinLnBrk="0" hangingPunct="1">
        <a:lnSpc>
          <a:spcPct val="90000"/>
        </a:lnSpc>
        <a:spcBef>
          <a:spcPct val="0"/>
        </a:spcBef>
        <a:buNone/>
        <a:defRPr kumimoji="1" sz="4400" kern="1200">
          <a:solidFill>
            <a:schemeClr val="tx1"/>
          </a:solidFill>
          <a:latin typeface="BIZ UDPゴシック" panose="020B0400000000000000" pitchFamily="50" charset="-128"/>
          <a:ea typeface="BIZ UDPゴシック" panose="020B0400000000000000" pitchFamily="50" charset="-128"/>
          <a:cs typeface="+mj-cs"/>
        </a:defRPr>
      </a:lvl1pPr>
    </p:titleStyle>
    <p:bodyStyle>
      <a:lvl1pPr marL="228593" indent="-228593" algn="l" defTabSz="914373" rtl="0" eaLnBrk="1" latinLnBrk="0" hangingPunct="1">
        <a:lnSpc>
          <a:spcPct val="90000"/>
        </a:lnSpc>
        <a:spcBef>
          <a:spcPts val="1000"/>
        </a:spcBef>
        <a:buFont typeface="Arial" panose="020B0604020202020204" pitchFamily="34" charset="0"/>
        <a:buChar char="•"/>
        <a:defRPr kumimoji="1" sz="1800" kern="1200">
          <a:solidFill>
            <a:schemeClr val="tx1"/>
          </a:solidFill>
          <a:latin typeface="BIZ UDPゴシック" panose="020B0400000000000000" pitchFamily="50" charset="-128"/>
          <a:ea typeface="BIZ UDPゴシック" panose="020B0400000000000000" pitchFamily="50" charset="-128"/>
          <a:cs typeface="+mn-cs"/>
        </a:defRPr>
      </a:lvl1pPr>
      <a:lvl2pPr marL="685779" indent="-228593" algn="l" defTabSz="914373" rtl="0" eaLnBrk="1" latinLnBrk="0" hangingPunct="1">
        <a:lnSpc>
          <a:spcPct val="90000"/>
        </a:lnSpc>
        <a:spcBef>
          <a:spcPts val="500"/>
        </a:spcBef>
        <a:buFont typeface="Arial" panose="020B0604020202020204" pitchFamily="34" charset="0"/>
        <a:buChar char="•"/>
        <a:defRPr kumimoji="1" sz="1400" kern="1200">
          <a:solidFill>
            <a:schemeClr val="tx1"/>
          </a:solidFill>
          <a:latin typeface="BIZ UDPゴシック" panose="020B0400000000000000" pitchFamily="50" charset="-128"/>
          <a:ea typeface="BIZ UDPゴシック" panose="020B0400000000000000" pitchFamily="50" charset="-128"/>
          <a:cs typeface="+mn-cs"/>
        </a:defRPr>
      </a:lvl2pPr>
      <a:lvl3pPr marL="1142966" indent="-228593" algn="l" defTabSz="914373" rtl="0" eaLnBrk="1" latinLnBrk="0" hangingPunct="1">
        <a:lnSpc>
          <a:spcPct val="90000"/>
        </a:lnSpc>
        <a:spcBef>
          <a:spcPts val="500"/>
        </a:spcBef>
        <a:buFont typeface="Arial" panose="020B0604020202020204" pitchFamily="34" charset="0"/>
        <a:buChar char="•"/>
        <a:defRPr kumimoji="1" sz="1400" kern="1200">
          <a:solidFill>
            <a:schemeClr val="tx1"/>
          </a:solidFill>
          <a:latin typeface="BIZ UDPゴシック" panose="020B0400000000000000" pitchFamily="50" charset="-128"/>
          <a:ea typeface="BIZ UDPゴシック" panose="020B0400000000000000" pitchFamily="50" charset="-128"/>
          <a:cs typeface="+mn-cs"/>
        </a:defRPr>
      </a:lvl3pPr>
      <a:lvl4pPr marL="1600152" indent="-228593" algn="l" defTabSz="914373" rtl="0" eaLnBrk="1" latinLnBrk="0" hangingPunct="1">
        <a:lnSpc>
          <a:spcPct val="90000"/>
        </a:lnSpc>
        <a:spcBef>
          <a:spcPts val="500"/>
        </a:spcBef>
        <a:buFont typeface="Arial" panose="020B0604020202020204" pitchFamily="34" charset="0"/>
        <a:buChar char="•"/>
        <a:defRPr kumimoji="1" sz="1400" kern="1200">
          <a:solidFill>
            <a:schemeClr val="tx1"/>
          </a:solidFill>
          <a:latin typeface="BIZ UDPゴシック" panose="020B0400000000000000" pitchFamily="50" charset="-128"/>
          <a:ea typeface="BIZ UDPゴシック" panose="020B0400000000000000" pitchFamily="50" charset="-128"/>
          <a:cs typeface="+mn-cs"/>
        </a:defRPr>
      </a:lvl4pPr>
      <a:lvl5pPr marL="2057338" indent="-228593" algn="l" defTabSz="914373" rtl="0" eaLnBrk="1" latinLnBrk="0" hangingPunct="1">
        <a:lnSpc>
          <a:spcPct val="90000"/>
        </a:lnSpc>
        <a:spcBef>
          <a:spcPts val="500"/>
        </a:spcBef>
        <a:buFont typeface="Arial" panose="020B0604020202020204" pitchFamily="34" charset="0"/>
        <a:buChar char="•"/>
        <a:defRPr kumimoji="1" sz="1400" kern="1200">
          <a:solidFill>
            <a:schemeClr val="tx1"/>
          </a:solidFill>
          <a:latin typeface="BIZ UDPゴシック" panose="020B0400000000000000" pitchFamily="50" charset="-128"/>
          <a:ea typeface="BIZ UDPゴシック" panose="020B0400000000000000" pitchFamily="50" charset="-128"/>
          <a:cs typeface="+mn-cs"/>
        </a:defRPr>
      </a:lvl5pPr>
      <a:lvl6pPr marL="2514525" indent="-228593" algn="l" defTabSz="914373"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11" indent="-228593" algn="l" defTabSz="914373"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897" indent="-228593" algn="l" defTabSz="914373"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083" indent="-228593" algn="l" defTabSz="914373"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373" rtl="0" eaLnBrk="1" latinLnBrk="0" hangingPunct="1">
        <a:defRPr kumimoji="1" sz="1800" kern="1200">
          <a:solidFill>
            <a:schemeClr val="tx1"/>
          </a:solidFill>
          <a:latin typeface="+mn-lt"/>
          <a:ea typeface="+mn-ea"/>
          <a:cs typeface="+mn-cs"/>
        </a:defRPr>
      </a:lvl1pPr>
      <a:lvl2pPr marL="457186" algn="l" defTabSz="914373" rtl="0" eaLnBrk="1" latinLnBrk="0" hangingPunct="1">
        <a:defRPr kumimoji="1" sz="1800" kern="1200">
          <a:solidFill>
            <a:schemeClr val="tx1"/>
          </a:solidFill>
          <a:latin typeface="+mn-lt"/>
          <a:ea typeface="+mn-ea"/>
          <a:cs typeface="+mn-cs"/>
        </a:defRPr>
      </a:lvl2pPr>
      <a:lvl3pPr marL="914373" algn="l" defTabSz="914373" rtl="0" eaLnBrk="1" latinLnBrk="0" hangingPunct="1">
        <a:defRPr kumimoji="1" sz="1800" kern="1200">
          <a:solidFill>
            <a:schemeClr val="tx1"/>
          </a:solidFill>
          <a:latin typeface="+mn-lt"/>
          <a:ea typeface="+mn-ea"/>
          <a:cs typeface="+mn-cs"/>
        </a:defRPr>
      </a:lvl3pPr>
      <a:lvl4pPr marL="1371559" algn="l" defTabSz="914373" rtl="0" eaLnBrk="1" latinLnBrk="0" hangingPunct="1">
        <a:defRPr kumimoji="1" sz="1800" kern="1200">
          <a:solidFill>
            <a:schemeClr val="tx1"/>
          </a:solidFill>
          <a:latin typeface="+mn-lt"/>
          <a:ea typeface="+mn-ea"/>
          <a:cs typeface="+mn-cs"/>
        </a:defRPr>
      </a:lvl4pPr>
      <a:lvl5pPr marL="1828745" algn="l" defTabSz="914373" rtl="0" eaLnBrk="1" latinLnBrk="0" hangingPunct="1">
        <a:defRPr kumimoji="1" sz="1800" kern="1200">
          <a:solidFill>
            <a:schemeClr val="tx1"/>
          </a:solidFill>
          <a:latin typeface="+mn-lt"/>
          <a:ea typeface="+mn-ea"/>
          <a:cs typeface="+mn-cs"/>
        </a:defRPr>
      </a:lvl5pPr>
      <a:lvl6pPr marL="2285931" algn="l" defTabSz="914373" rtl="0" eaLnBrk="1" latinLnBrk="0" hangingPunct="1">
        <a:defRPr kumimoji="1" sz="1800" kern="1200">
          <a:solidFill>
            <a:schemeClr val="tx1"/>
          </a:solidFill>
          <a:latin typeface="+mn-lt"/>
          <a:ea typeface="+mn-ea"/>
          <a:cs typeface="+mn-cs"/>
        </a:defRPr>
      </a:lvl6pPr>
      <a:lvl7pPr marL="2743118" algn="l" defTabSz="914373" rtl="0" eaLnBrk="1" latinLnBrk="0" hangingPunct="1">
        <a:defRPr kumimoji="1" sz="1800" kern="1200">
          <a:solidFill>
            <a:schemeClr val="tx1"/>
          </a:solidFill>
          <a:latin typeface="+mn-lt"/>
          <a:ea typeface="+mn-ea"/>
          <a:cs typeface="+mn-cs"/>
        </a:defRPr>
      </a:lvl7pPr>
      <a:lvl8pPr marL="3200304" algn="l" defTabSz="914373" rtl="0" eaLnBrk="1" latinLnBrk="0" hangingPunct="1">
        <a:defRPr kumimoji="1" sz="1800" kern="1200">
          <a:solidFill>
            <a:schemeClr val="tx1"/>
          </a:solidFill>
          <a:latin typeface="+mn-lt"/>
          <a:ea typeface="+mn-ea"/>
          <a:cs typeface="+mn-cs"/>
        </a:defRPr>
      </a:lvl8pPr>
      <a:lvl9pPr marL="3657490" algn="l" defTabSz="914373"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913B9-3511-CCD7-B06D-B299B6C69DF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6EFF9DB-832A-04AC-34B9-F161367B81D1}"/>
              </a:ext>
            </a:extLst>
          </p:cNvPr>
          <p:cNvSpPr>
            <a:spLocks noGrp="1"/>
          </p:cNvSpPr>
          <p:nvPr>
            <p:ph type="title"/>
          </p:nvPr>
        </p:nvSpPr>
        <p:spPr/>
        <p:txBody>
          <a:bodyPr/>
          <a:lstStyle/>
          <a:p>
            <a:r>
              <a:rPr lang="ja-JP" altLang="en-US" dirty="0"/>
              <a:t>第回 打合せ名</a:t>
            </a:r>
            <a:endParaRPr kumimoji="1" lang="ja-JP" altLang="en-US" dirty="0"/>
          </a:p>
        </p:txBody>
      </p:sp>
      <p:sp>
        <p:nvSpPr>
          <p:cNvPr id="3" name="フッター プレースホルダー 2">
            <a:extLst>
              <a:ext uri="{FF2B5EF4-FFF2-40B4-BE49-F238E27FC236}">
                <a16:creationId xmlns:a16="http://schemas.microsoft.com/office/drawing/2014/main" id="{4743E298-BCD4-57A1-4113-22850AC7D25F}"/>
              </a:ext>
            </a:extLst>
          </p:cNvPr>
          <p:cNvSpPr>
            <a:spLocks noGrp="1"/>
          </p:cNvSpPr>
          <p:nvPr>
            <p:ph type="ftr" sz="quarter" idx="11"/>
          </p:nvPr>
        </p:nvSpPr>
        <p:spPr/>
        <p:txBody>
          <a:bodyPr/>
          <a:lstStyle/>
          <a:p>
            <a:r>
              <a:rPr lang="ja-JP" altLang="en-US"/>
              <a:t>出所：</a:t>
            </a:r>
            <a:endParaRPr lang="ja-JP" altLang="en-US" sz="900" dirty="0"/>
          </a:p>
        </p:txBody>
      </p:sp>
      <p:sp>
        <p:nvSpPr>
          <p:cNvPr id="4" name="スライド番号プレースホルダー 3">
            <a:extLst>
              <a:ext uri="{FF2B5EF4-FFF2-40B4-BE49-F238E27FC236}">
                <a16:creationId xmlns:a16="http://schemas.microsoft.com/office/drawing/2014/main" id="{90738A21-0286-075D-958A-F4FCEBFBE3CE}"/>
              </a:ext>
            </a:extLst>
          </p:cNvPr>
          <p:cNvSpPr>
            <a:spLocks noGrp="1"/>
          </p:cNvSpPr>
          <p:nvPr>
            <p:ph type="sldNum" sz="quarter" idx="12"/>
          </p:nvPr>
        </p:nvSpPr>
        <p:spPr/>
        <p:txBody>
          <a:bodyPr/>
          <a:lstStyle/>
          <a:p>
            <a:fld id="{DCB5AA93-092B-49A1-87A7-3C88D5F38AD7}" type="slidenum">
              <a:rPr lang="ja-JP" altLang="en-US" smtClean="0"/>
              <a:pPr/>
              <a:t>1</a:t>
            </a:fld>
            <a:endParaRPr lang="ja-JP" altLang="en-US" sz="900" dirty="0"/>
          </a:p>
        </p:txBody>
      </p:sp>
      <p:sp>
        <p:nvSpPr>
          <p:cNvPr id="5" name="テキスト プレースホルダー 4">
            <a:extLst>
              <a:ext uri="{FF2B5EF4-FFF2-40B4-BE49-F238E27FC236}">
                <a16:creationId xmlns:a16="http://schemas.microsoft.com/office/drawing/2014/main" id="{4736CB4E-D0C4-9DE0-B5C2-C86D745E0996}"/>
              </a:ext>
            </a:extLst>
          </p:cNvPr>
          <p:cNvSpPr>
            <a:spLocks noGrp="1"/>
          </p:cNvSpPr>
          <p:nvPr>
            <p:ph type="body" sz="quarter" idx="13"/>
          </p:nvPr>
        </p:nvSpPr>
        <p:spPr/>
        <p:txBody>
          <a:bodyPr/>
          <a:lstStyle/>
          <a:p>
            <a:endParaRPr kumimoji="1" lang="ja-JP" altLang="en-US"/>
          </a:p>
        </p:txBody>
      </p:sp>
      <p:sp>
        <p:nvSpPr>
          <p:cNvPr id="6" name="テキスト プレースホルダー 6">
            <a:extLst>
              <a:ext uri="{FF2B5EF4-FFF2-40B4-BE49-F238E27FC236}">
                <a16:creationId xmlns:a16="http://schemas.microsoft.com/office/drawing/2014/main" id="{EC81DB0E-57B0-1B5F-92D1-42CF2639DAF6}"/>
              </a:ext>
            </a:extLst>
          </p:cNvPr>
          <p:cNvSpPr txBox="1">
            <a:spLocks/>
          </p:cNvSpPr>
          <p:nvPr/>
        </p:nvSpPr>
        <p:spPr>
          <a:xfrm>
            <a:off x="334964" y="1268413"/>
            <a:ext cx="5581649" cy="5221287"/>
          </a:xfrm>
          <a:prstGeom prst="rect">
            <a:avLst/>
          </a:prstGeom>
        </p:spPr>
        <p:txBody>
          <a:bodyPr lIns="0" tIns="0" rIns="0" bIns="0"/>
          <a:lstStyle>
            <a:lvl1pPr marL="182563" indent="-182563" algn="l" defTabSz="914373" rtl="0" eaLnBrk="1" latinLnBrk="0" hangingPunct="1">
              <a:lnSpc>
                <a:spcPct val="90000"/>
              </a:lnSpc>
              <a:spcBef>
                <a:spcPts val="1000"/>
              </a:spcBef>
              <a:buFont typeface="Arial" panose="020B0604020202020204" pitchFamily="34" charset="0"/>
              <a:buChar char="•"/>
              <a:defRPr kumimoji="1" sz="1400" kern="1200">
                <a:solidFill>
                  <a:schemeClr val="tx1"/>
                </a:solidFill>
                <a:latin typeface="BIZ UDPゴシック" panose="020B0400000000000000" pitchFamily="50" charset="-128"/>
                <a:ea typeface="BIZ UDPゴシック" panose="020B0400000000000000" pitchFamily="50" charset="-128"/>
                <a:cs typeface="+mn-cs"/>
              </a:defRPr>
            </a:lvl1pPr>
            <a:lvl2pPr marL="357188" indent="-174625" algn="l" defTabSz="914373" rtl="0" eaLnBrk="1" latinLnBrk="0" hangingPunct="1">
              <a:lnSpc>
                <a:spcPct val="90000"/>
              </a:lnSpc>
              <a:spcBef>
                <a:spcPts val="500"/>
              </a:spcBef>
              <a:buFont typeface="Arial" panose="020B0604020202020204" pitchFamily="34" charset="0"/>
              <a:buChar char="•"/>
              <a:defRPr kumimoji="1" sz="1400" kern="1200">
                <a:solidFill>
                  <a:schemeClr val="tx1"/>
                </a:solidFill>
                <a:latin typeface="BIZ UDPゴシック" panose="020B0400000000000000" pitchFamily="50" charset="-128"/>
                <a:ea typeface="BIZ UDPゴシック" panose="020B0400000000000000" pitchFamily="50" charset="-128"/>
                <a:cs typeface="+mn-cs"/>
              </a:defRPr>
            </a:lvl2pPr>
            <a:lvl3pPr marL="539750" indent="-182563" algn="l" defTabSz="914373" rtl="0" eaLnBrk="1" latinLnBrk="0" hangingPunct="1">
              <a:lnSpc>
                <a:spcPct val="90000"/>
              </a:lnSpc>
              <a:spcBef>
                <a:spcPts val="500"/>
              </a:spcBef>
              <a:buFont typeface="Arial" panose="020B0604020202020204" pitchFamily="34" charset="0"/>
              <a:buChar char="•"/>
              <a:defRPr kumimoji="1" sz="1400" kern="1200">
                <a:solidFill>
                  <a:schemeClr val="tx1"/>
                </a:solidFill>
                <a:latin typeface="BIZ UDPゴシック" panose="020B0400000000000000" pitchFamily="50" charset="-128"/>
                <a:ea typeface="BIZ UDPゴシック" panose="020B0400000000000000" pitchFamily="50" charset="-128"/>
                <a:cs typeface="+mn-cs"/>
              </a:defRPr>
            </a:lvl3pPr>
            <a:lvl4pPr marL="714375" indent="-174625" algn="l" defTabSz="914373" rtl="0" eaLnBrk="1" latinLnBrk="0" hangingPunct="1">
              <a:lnSpc>
                <a:spcPct val="90000"/>
              </a:lnSpc>
              <a:spcBef>
                <a:spcPts val="500"/>
              </a:spcBef>
              <a:buFont typeface="Arial" panose="020B0604020202020204" pitchFamily="34" charset="0"/>
              <a:buChar char="•"/>
              <a:defRPr kumimoji="1" sz="1400" kern="1200">
                <a:solidFill>
                  <a:schemeClr val="tx1"/>
                </a:solidFill>
                <a:latin typeface="BIZ UDPゴシック" panose="020B0400000000000000" pitchFamily="50" charset="-128"/>
                <a:ea typeface="BIZ UDPゴシック" panose="020B0400000000000000" pitchFamily="50" charset="-128"/>
                <a:cs typeface="+mn-cs"/>
              </a:defRPr>
            </a:lvl4pPr>
            <a:lvl5pPr marL="898525" indent="-184150" algn="l" defTabSz="914373" rtl="0" eaLnBrk="1" latinLnBrk="0" hangingPunct="1">
              <a:lnSpc>
                <a:spcPct val="90000"/>
              </a:lnSpc>
              <a:spcBef>
                <a:spcPts val="500"/>
              </a:spcBef>
              <a:buFont typeface="Arial" panose="020B0604020202020204" pitchFamily="34" charset="0"/>
              <a:buChar char="•"/>
              <a:defRPr kumimoji="1" sz="1400" kern="1200">
                <a:solidFill>
                  <a:schemeClr val="tx1"/>
                </a:solidFill>
                <a:latin typeface="BIZ UDPゴシック" panose="020B0400000000000000" pitchFamily="50" charset="-128"/>
                <a:ea typeface="BIZ UDPゴシック" panose="020B0400000000000000" pitchFamily="50" charset="-128"/>
                <a:cs typeface="+mn-cs"/>
              </a:defRPr>
            </a:lvl5pPr>
            <a:lvl6pPr marL="2514525" indent="-228593" algn="l" defTabSz="914373"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11" indent="-228593" algn="l" defTabSz="914373"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897" indent="-228593" algn="l" defTabSz="914373"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083" indent="-228593" algn="l" defTabSz="914373"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80000"/>
              </a:lnSpc>
              <a:buNone/>
            </a:pPr>
            <a:r>
              <a:rPr lang="ja-JP" altLang="en-US" sz="1200" b="1" u="sng" dirty="0">
                <a:solidFill>
                  <a:srgbClr val="0070C0"/>
                </a:solidFill>
              </a:rPr>
              <a:t>決定事項・</a:t>
            </a:r>
            <a:r>
              <a:rPr lang="en-US" altLang="ja-JP" sz="1200" b="1" u="sng" dirty="0">
                <a:solidFill>
                  <a:srgbClr val="0070C0"/>
                </a:solidFill>
              </a:rPr>
              <a:t>Todo</a:t>
            </a:r>
          </a:p>
          <a:p>
            <a:pPr marL="342900" indent="-342900">
              <a:lnSpc>
                <a:spcPct val="80000"/>
              </a:lnSpc>
              <a:buFont typeface="+mj-lt"/>
              <a:buAutoNum type="arabicPeriod"/>
            </a:pPr>
            <a:r>
              <a:rPr lang="en-US" altLang="ja-JP" sz="1200" dirty="0"/>
              <a:t>	(</a:t>
            </a:r>
            <a:r>
              <a:rPr lang="ja-JP" altLang="en-US" sz="1200" dirty="0"/>
              <a:t>、期日</a:t>
            </a:r>
            <a:r>
              <a:rPr lang="en-US" altLang="ja-JP" sz="1200" dirty="0"/>
              <a:t>: )</a:t>
            </a:r>
          </a:p>
          <a:p>
            <a:pPr marL="342900" indent="-342900">
              <a:lnSpc>
                <a:spcPct val="80000"/>
              </a:lnSpc>
              <a:buFont typeface="+mj-lt"/>
              <a:buAutoNum type="arabicPeriod"/>
            </a:pPr>
            <a:endParaRPr lang="en-US" altLang="ja-JP" sz="1200" dirty="0"/>
          </a:p>
          <a:p>
            <a:pPr marL="0" indent="0">
              <a:lnSpc>
                <a:spcPct val="80000"/>
              </a:lnSpc>
              <a:buNone/>
            </a:pPr>
            <a:r>
              <a:rPr lang="ja-JP" altLang="en-US" sz="1200" b="1" u="sng" dirty="0">
                <a:solidFill>
                  <a:srgbClr val="0070C0"/>
                </a:solidFill>
              </a:rPr>
              <a:t>概要</a:t>
            </a:r>
            <a:endParaRPr lang="en-US" altLang="ja-JP" sz="1200" b="1" dirty="0">
              <a:solidFill>
                <a:srgbClr val="0070C0"/>
              </a:solidFill>
            </a:endParaRPr>
          </a:p>
          <a:p>
            <a:pPr>
              <a:lnSpc>
                <a:spcPct val="80000"/>
              </a:lnSpc>
            </a:pPr>
            <a:r>
              <a:rPr lang="ja-JP" altLang="en-US" sz="1200" dirty="0"/>
              <a:t>日時：</a:t>
            </a:r>
            <a:r>
              <a:rPr lang="en-US" altLang="ja-JP" sz="1200" dirty="0"/>
              <a:t>2025//() :0 – :0</a:t>
            </a:r>
          </a:p>
          <a:p>
            <a:pPr>
              <a:lnSpc>
                <a:spcPct val="80000"/>
              </a:lnSpc>
            </a:pPr>
            <a:r>
              <a:rPr lang="ja-JP" altLang="en-US" sz="1200" dirty="0"/>
              <a:t>出席者 </a:t>
            </a:r>
            <a:r>
              <a:rPr lang="en-US" altLang="ja-JP" sz="1200" dirty="0"/>
              <a:t>(</a:t>
            </a:r>
            <a:r>
              <a:rPr lang="ja-JP" altLang="en-US" sz="1200" dirty="0"/>
              <a:t>敬称略</a:t>
            </a:r>
            <a:r>
              <a:rPr lang="en-US" altLang="ja-JP" sz="1200" dirty="0"/>
              <a:t>)</a:t>
            </a:r>
            <a:r>
              <a:rPr lang="ja-JP" altLang="en-US" sz="1200" dirty="0"/>
              <a:t>：</a:t>
            </a:r>
            <a:endParaRPr lang="en-US" altLang="ja-JP" sz="1200" dirty="0"/>
          </a:p>
          <a:p>
            <a:pPr lvl="1">
              <a:lnSpc>
                <a:spcPct val="80000"/>
              </a:lnSpc>
            </a:pPr>
            <a:r>
              <a:rPr lang="en-US" altLang="ja-JP" sz="1200" dirty="0"/>
              <a:t>A</a:t>
            </a:r>
            <a:r>
              <a:rPr lang="ja-JP" altLang="en-US" sz="1200" dirty="0"/>
              <a:t>社：</a:t>
            </a:r>
            <a:endParaRPr lang="en-US" altLang="ja-JP" sz="1200" dirty="0"/>
          </a:p>
          <a:p>
            <a:pPr lvl="1">
              <a:lnSpc>
                <a:spcPct val="80000"/>
              </a:lnSpc>
            </a:pPr>
            <a:r>
              <a:rPr lang="en-US" altLang="ja-JP" sz="1200" dirty="0"/>
              <a:t>B</a:t>
            </a:r>
            <a:r>
              <a:rPr lang="ja-JP" altLang="en-US" sz="1200" dirty="0"/>
              <a:t>社：</a:t>
            </a:r>
            <a:endParaRPr lang="en-US" altLang="ja-JP" sz="1200" dirty="0"/>
          </a:p>
          <a:p>
            <a:pPr>
              <a:lnSpc>
                <a:spcPct val="80000"/>
              </a:lnSpc>
            </a:pPr>
            <a:r>
              <a:rPr lang="ja-JP" altLang="en-US" sz="1200" dirty="0"/>
              <a:t>議題：</a:t>
            </a:r>
            <a:endParaRPr lang="en-US" altLang="ja-JP" sz="1200" dirty="0"/>
          </a:p>
          <a:p>
            <a:pPr lvl="1">
              <a:lnSpc>
                <a:spcPct val="80000"/>
              </a:lnSpc>
            </a:pPr>
            <a:r>
              <a:rPr lang="ja-JP" altLang="en-US" sz="1200" dirty="0"/>
              <a:t>前回までの対応状況</a:t>
            </a:r>
            <a:endParaRPr lang="en-US" altLang="ja-JP" sz="1200" dirty="0"/>
          </a:p>
          <a:p>
            <a:pPr lvl="1">
              <a:lnSpc>
                <a:spcPct val="80000"/>
              </a:lnSpc>
            </a:pPr>
            <a:r>
              <a:rPr lang="ja-JP" altLang="en-US" sz="1200" dirty="0"/>
              <a:t>情報共有アイテム</a:t>
            </a:r>
            <a:endParaRPr lang="en-US" altLang="ja-JP" sz="1200" dirty="0"/>
          </a:p>
          <a:p>
            <a:pPr>
              <a:lnSpc>
                <a:spcPct val="80000"/>
              </a:lnSpc>
            </a:pPr>
            <a:r>
              <a:rPr lang="ja-JP" altLang="en-US" sz="1200" dirty="0"/>
              <a:t>会議資料：</a:t>
            </a:r>
            <a:endParaRPr lang="en-US" altLang="ja-JP" sz="1200" dirty="0"/>
          </a:p>
          <a:p>
            <a:pPr lvl="1">
              <a:lnSpc>
                <a:spcPct val="80000"/>
              </a:lnSpc>
            </a:pPr>
            <a:r>
              <a:rPr lang="en-US" altLang="ja-JP" sz="1200" dirty="0"/>
              <a:t>20251002_</a:t>
            </a:r>
            <a:r>
              <a:rPr lang="ja-JP" altLang="en-US" sz="1200" dirty="0"/>
              <a:t>部内会議</a:t>
            </a:r>
            <a:r>
              <a:rPr lang="en-US" altLang="ja-JP" sz="1200" dirty="0"/>
              <a:t>.pptx</a:t>
            </a:r>
            <a:endParaRPr lang="en-US" altLang="ja-JP" sz="1200" u="sng" dirty="0">
              <a:solidFill>
                <a:schemeClr val="accent3"/>
              </a:solidFill>
            </a:endParaRPr>
          </a:p>
        </p:txBody>
      </p:sp>
      <p:sp>
        <p:nvSpPr>
          <p:cNvPr id="8" name="テキスト プレースホルダー 6">
            <a:extLst>
              <a:ext uri="{FF2B5EF4-FFF2-40B4-BE49-F238E27FC236}">
                <a16:creationId xmlns:a16="http://schemas.microsoft.com/office/drawing/2014/main" id="{DDCC053B-D168-C888-7000-E2E772C33131}"/>
              </a:ext>
            </a:extLst>
          </p:cNvPr>
          <p:cNvSpPr txBox="1">
            <a:spLocks/>
          </p:cNvSpPr>
          <p:nvPr/>
        </p:nvSpPr>
        <p:spPr>
          <a:xfrm>
            <a:off x="6275388" y="1268412"/>
            <a:ext cx="5581648" cy="5221287"/>
          </a:xfrm>
          <a:prstGeom prst="rect">
            <a:avLst/>
          </a:prstGeom>
        </p:spPr>
        <p:txBody>
          <a:bodyPr lIns="0" tIns="0" rIns="0" bIns="0"/>
          <a:lstStyle>
            <a:lvl1pPr marL="182563" indent="-182563" algn="l" defTabSz="914373" rtl="0" eaLnBrk="1" latinLnBrk="0" hangingPunct="1">
              <a:lnSpc>
                <a:spcPct val="90000"/>
              </a:lnSpc>
              <a:spcBef>
                <a:spcPts val="1000"/>
              </a:spcBef>
              <a:buFont typeface="Arial" panose="020B0604020202020204" pitchFamily="34" charset="0"/>
              <a:buChar char="•"/>
              <a:defRPr kumimoji="1" sz="1400" kern="1200">
                <a:solidFill>
                  <a:schemeClr val="tx1"/>
                </a:solidFill>
                <a:latin typeface="BIZ UDPゴシック" panose="020B0400000000000000" pitchFamily="50" charset="-128"/>
                <a:ea typeface="BIZ UDPゴシック" panose="020B0400000000000000" pitchFamily="50" charset="-128"/>
                <a:cs typeface="+mn-cs"/>
              </a:defRPr>
            </a:lvl1pPr>
            <a:lvl2pPr marL="357188" indent="-174625" algn="l" defTabSz="914373" rtl="0" eaLnBrk="1" latinLnBrk="0" hangingPunct="1">
              <a:lnSpc>
                <a:spcPct val="90000"/>
              </a:lnSpc>
              <a:spcBef>
                <a:spcPts val="500"/>
              </a:spcBef>
              <a:buFont typeface="Arial" panose="020B0604020202020204" pitchFamily="34" charset="0"/>
              <a:buChar char="•"/>
              <a:defRPr kumimoji="1" sz="1400" kern="1200">
                <a:solidFill>
                  <a:schemeClr val="tx1"/>
                </a:solidFill>
                <a:latin typeface="BIZ UDPゴシック" panose="020B0400000000000000" pitchFamily="50" charset="-128"/>
                <a:ea typeface="BIZ UDPゴシック" panose="020B0400000000000000" pitchFamily="50" charset="-128"/>
                <a:cs typeface="+mn-cs"/>
              </a:defRPr>
            </a:lvl2pPr>
            <a:lvl3pPr marL="539750" indent="-182563" algn="l" defTabSz="914373" rtl="0" eaLnBrk="1" latinLnBrk="0" hangingPunct="1">
              <a:lnSpc>
                <a:spcPct val="90000"/>
              </a:lnSpc>
              <a:spcBef>
                <a:spcPts val="500"/>
              </a:spcBef>
              <a:buFont typeface="Arial" panose="020B0604020202020204" pitchFamily="34" charset="0"/>
              <a:buChar char="•"/>
              <a:defRPr kumimoji="1" sz="1400" kern="1200">
                <a:solidFill>
                  <a:schemeClr val="tx1"/>
                </a:solidFill>
                <a:latin typeface="BIZ UDPゴシック" panose="020B0400000000000000" pitchFamily="50" charset="-128"/>
                <a:ea typeface="BIZ UDPゴシック" panose="020B0400000000000000" pitchFamily="50" charset="-128"/>
                <a:cs typeface="+mn-cs"/>
              </a:defRPr>
            </a:lvl3pPr>
            <a:lvl4pPr marL="714375" indent="-174625" algn="l" defTabSz="914373" rtl="0" eaLnBrk="1" latinLnBrk="0" hangingPunct="1">
              <a:lnSpc>
                <a:spcPct val="90000"/>
              </a:lnSpc>
              <a:spcBef>
                <a:spcPts val="500"/>
              </a:spcBef>
              <a:buFont typeface="Arial" panose="020B0604020202020204" pitchFamily="34" charset="0"/>
              <a:buChar char="•"/>
              <a:defRPr kumimoji="1" sz="1400" kern="1200">
                <a:solidFill>
                  <a:schemeClr val="tx1"/>
                </a:solidFill>
                <a:latin typeface="BIZ UDPゴシック" panose="020B0400000000000000" pitchFamily="50" charset="-128"/>
                <a:ea typeface="BIZ UDPゴシック" panose="020B0400000000000000" pitchFamily="50" charset="-128"/>
                <a:cs typeface="+mn-cs"/>
              </a:defRPr>
            </a:lvl4pPr>
            <a:lvl5pPr marL="898525" indent="-184150" algn="l" defTabSz="914373" rtl="0" eaLnBrk="1" latinLnBrk="0" hangingPunct="1">
              <a:lnSpc>
                <a:spcPct val="90000"/>
              </a:lnSpc>
              <a:spcBef>
                <a:spcPts val="500"/>
              </a:spcBef>
              <a:buFont typeface="Arial" panose="020B0604020202020204" pitchFamily="34" charset="0"/>
              <a:buChar char="•"/>
              <a:defRPr kumimoji="1" sz="1400" kern="1200">
                <a:solidFill>
                  <a:schemeClr val="tx1"/>
                </a:solidFill>
                <a:latin typeface="BIZ UDPゴシック" panose="020B0400000000000000" pitchFamily="50" charset="-128"/>
                <a:ea typeface="BIZ UDPゴシック" panose="020B0400000000000000" pitchFamily="50" charset="-128"/>
                <a:cs typeface="+mn-cs"/>
              </a:defRPr>
            </a:lvl5pPr>
            <a:lvl6pPr marL="2514525" indent="-228593" algn="l" defTabSz="914373"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11" indent="-228593" algn="l" defTabSz="914373"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897" indent="-228593" algn="l" defTabSz="914373"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083" indent="-228593" algn="l" defTabSz="914373"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200" b="1" u="sng" dirty="0">
                <a:solidFill>
                  <a:srgbClr val="0070C0"/>
                </a:solidFill>
              </a:rPr>
              <a:t>議事内容</a:t>
            </a:r>
            <a:endParaRPr lang="en-US" altLang="ja-JP" sz="1200" b="1" u="sng" dirty="0">
              <a:solidFill>
                <a:srgbClr val="0070C0"/>
              </a:solidFill>
            </a:endParaRPr>
          </a:p>
          <a:p>
            <a:pPr marL="0" indent="0">
              <a:buNone/>
            </a:pPr>
            <a:r>
              <a:rPr lang="ja-JP" altLang="en-US" sz="1200" b="1" dirty="0"/>
              <a:t>これまでの状況</a:t>
            </a:r>
            <a:endParaRPr lang="en-US" altLang="ja-JP" sz="1200" b="1" dirty="0"/>
          </a:p>
          <a:p>
            <a:r>
              <a:rPr lang="ja-JP" altLang="en-US" sz="1200" dirty="0"/>
              <a:t>第 </a:t>
            </a:r>
            <a:r>
              <a:rPr lang="en-US" altLang="ja-JP" sz="1200" dirty="0"/>
              <a:t>1 </a:t>
            </a:r>
            <a:r>
              <a:rPr lang="ja-JP" altLang="en-US" sz="1200" dirty="0"/>
              <a:t>レベル</a:t>
            </a:r>
            <a:endParaRPr lang="en-US" altLang="ja-JP" sz="1200" dirty="0"/>
          </a:p>
          <a:p>
            <a:pPr lvl="1"/>
            <a:r>
              <a:rPr lang="ja-JP" altLang="en-US" sz="1200" dirty="0"/>
              <a:t>第 </a:t>
            </a:r>
            <a:r>
              <a:rPr lang="en-US" altLang="ja-JP" sz="1200" dirty="0"/>
              <a:t>2 </a:t>
            </a:r>
            <a:r>
              <a:rPr lang="ja-JP" altLang="en-US" sz="1200" dirty="0"/>
              <a:t>レベル</a:t>
            </a:r>
            <a:endParaRPr lang="en-US" altLang="ja-JP" sz="1200" dirty="0"/>
          </a:p>
          <a:p>
            <a:pPr marL="0" indent="0">
              <a:buNone/>
            </a:pPr>
            <a:r>
              <a:rPr lang="ja-JP" altLang="en-US" sz="1200" b="1" dirty="0"/>
              <a:t>議題</a:t>
            </a:r>
            <a:r>
              <a:rPr lang="en-US" altLang="ja-JP" sz="1200" b="1" dirty="0"/>
              <a:t>1</a:t>
            </a:r>
          </a:p>
          <a:p>
            <a:r>
              <a:rPr lang="ja-JP" altLang="en-US" sz="1200" dirty="0"/>
              <a:t>第 </a:t>
            </a:r>
            <a:r>
              <a:rPr lang="en-US" altLang="ja-JP" sz="1200" dirty="0"/>
              <a:t>1 </a:t>
            </a:r>
            <a:r>
              <a:rPr lang="ja-JP" altLang="en-US" sz="1200" dirty="0"/>
              <a:t>レベル</a:t>
            </a:r>
            <a:endParaRPr lang="en-US" altLang="ja-JP" sz="1200" dirty="0"/>
          </a:p>
          <a:p>
            <a:pPr lvl="1"/>
            <a:r>
              <a:rPr lang="ja-JP" altLang="en-US" sz="1200" dirty="0"/>
              <a:t>第 </a:t>
            </a:r>
            <a:r>
              <a:rPr lang="en-US" altLang="ja-JP" sz="1200" dirty="0"/>
              <a:t>2 </a:t>
            </a:r>
            <a:r>
              <a:rPr lang="ja-JP" altLang="en-US" sz="1200" dirty="0"/>
              <a:t>レベル</a:t>
            </a:r>
            <a:endParaRPr lang="en-US" altLang="ja-JP" sz="1200" dirty="0"/>
          </a:p>
          <a:p>
            <a:pPr lvl="1"/>
            <a:endParaRPr lang="ja-JP" altLang="en-US" sz="1200" dirty="0"/>
          </a:p>
          <a:p>
            <a:pPr marL="0" indent="0">
              <a:buNone/>
            </a:pPr>
            <a:r>
              <a:rPr lang="ja-JP" altLang="en-US" sz="1200" b="1" dirty="0"/>
              <a:t>議題</a:t>
            </a:r>
            <a:r>
              <a:rPr lang="en-US" altLang="ja-JP" sz="1200" b="1" dirty="0"/>
              <a:t>2</a:t>
            </a:r>
          </a:p>
          <a:p>
            <a:pPr>
              <a:lnSpc>
                <a:spcPct val="80000"/>
              </a:lnSpc>
            </a:pPr>
            <a:r>
              <a:rPr lang="ja-JP" altLang="en-US" sz="1200" dirty="0"/>
              <a:t>第 </a:t>
            </a:r>
            <a:r>
              <a:rPr lang="en-US" altLang="ja-JP" sz="1200" dirty="0"/>
              <a:t>1 </a:t>
            </a:r>
            <a:r>
              <a:rPr lang="ja-JP" altLang="en-US" sz="1200" dirty="0"/>
              <a:t>レベル</a:t>
            </a:r>
            <a:endParaRPr lang="en-US" altLang="ja-JP" sz="1200" dirty="0"/>
          </a:p>
          <a:p>
            <a:pPr lvl="1"/>
            <a:r>
              <a:rPr lang="ja-JP" altLang="en-US" sz="1200" dirty="0"/>
              <a:t>第 </a:t>
            </a:r>
            <a:r>
              <a:rPr lang="en-US" altLang="ja-JP" sz="1200" dirty="0"/>
              <a:t>2 </a:t>
            </a:r>
            <a:r>
              <a:rPr lang="ja-JP" altLang="en-US" sz="1200" dirty="0"/>
              <a:t>レベル</a:t>
            </a:r>
          </a:p>
          <a:p>
            <a:pPr marL="0" indent="0">
              <a:buNone/>
            </a:pPr>
            <a:endParaRPr lang="ja-JP" altLang="en-US" sz="1200" dirty="0"/>
          </a:p>
          <a:p>
            <a:pPr lvl="1"/>
            <a:endParaRPr lang="ja-JP" altLang="en-US" sz="1200" dirty="0"/>
          </a:p>
          <a:p>
            <a:pPr lvl="1"/>
            <a:endParaRPr lang="ja-JP" altLang="en-US" sz="1200" dirty="0"/>
          </a:p>
        </p:txBody>
      </p:sp>
    </p:spTree>
    <p:extLst>
      <p:ext uri="{BB962C8B-B14F-4D97-AF65-F5344CB8AC3E}">
        <p14:creationId xmlns:p14="http://schemas.microsoft.com/office/powerpoint/2010/main" val="40830450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D9BEF5C-6F1C-9884-3E29-1EF6450A5DC9}"/>
              </a:ext>
            </a:extLst>
          </p:cNvPr>
          <p:cNvSpPr>
            <a:spLocks noGrp="1"/>
          </p:cNvSpPr>
          <p:nvPr>
            <p:ph type="title"/>
          </p:nvPr>
        </p:nvSpPr>
        <p:spPr/>
        <p:txBody>
          <a:bodyPr/>
          <a:lstStyle/>
          <a:p>
            <a:r>
              <a:rPr lang="ja-JP" altLang="en-US" dirty="0"/>
              <a:t>第回 打合せ名</a:t>
            </a:r>
            <a:endParaRPr kumimoji="1" lang="ja-JP" altLang="en-US" dirty="0"/>
          </a:p>
        </p:txBody>
      </p:sp>
      <p:sp>
        <p:nvSpPr>
          <p:cNvPr id="3" name="フッター プレースホルダー 2">
            <a:extLst>
              <a:ext uri="{FF2B5EF4-FFF2-40B4-BE49-F238E27FC236}">
                <a16:creationId xmlns:a16="http://schemas.microsoft.com/office/drawing/2014/main" id="{0F3BAEE4-3A31-0978-D0A0-66E19DD6614A}"/>
              </a:ext>
            </a:extLst>
          </p:cNvPr>
          <p:cNvSpPr>
            <a:spLocks noGrp="1"/>
          </p:cNvSpPr>
          <p:nvPr>
            <p:ph type="ftr" sz="quarter" idx="11"/>
          </p:nvPr>
        </p:nvSpPr>
        <p:spPr/>
        <p:txBody>
          <a:bodyPr/>
          <a:lstStyle/>
          <a:p>
            <a:r>
              <a:rPr lang="ja-JP" altLang="en-US"/>
              <a:t>出所：</a:t>
            </a:r>
            <a:endParaRPr lang="ja-JP" altLang="en-US" sz="900" dirty="0"/>
          </a:p>
        </p:txBody>
      </p:sp>
      <p:sp>
        <p:nvSpPr>
          <p:cNvPr id="4" name="スライド番号プレースホルダー 3">
            <a:extLst>
              <a:ext uri="{FF2B5EF4-FFF2-40B4-BE49-F238E27FC236}">
                <a16:creationId xmlns:a16="http://schemas.microsoft.com/office/drawing/2014/main" id="{72CBBA87-DBC3-9110-4DF5-71C9EFF6D547}"/>
              </a:ext>
            </a:extLst>
          </p:cNvPr>
          <p:cNvSpPr>
            <a:spLocks noGrp="1"/>
          </p:cNvSpPr>
          <p:nvPr>
            <p:ph type="sldNum" sz="quarter" idx="12"/>
          </p:nvPr>
        </p:nvSpPr>
        <p:spPr/>
        <p:txBody>
          <a:bodyPr/>
          <a:lstStyle/>
          <a:p>
            <a:fld id="{DCB5AA93-092B-49A1-87A7-3C88D5F38AD7}" type="slidenum">
              <a:rPr lang="ja-JP" altLang="en-US" smtClean="0"/>
              <a:pPr/>
              <a:t>2</a:t>
            </a:fld>
            <a:endParaRPr lang="ja-JP" altLang="en-US" sz="900" dirty="0"/>
          </a:p>
        </p:txBody>
      </p:sp>
      <p:sp>
        <p:nvSpPr>
          <p:cNvPr id="5" name="テキスト プレースホルダー 4">
            <a:extLst>
              <a:ext uri="{FF2B5EF4-FFF2-40B4-BE49-F238E27FC236}">
                <a16:creationId xmlns:a16="http://schemas.microsoft.com/office/drawing/2014/main" id="{D960195A-71E1-12E4-179A-1605DED1602B}"/>
              </a:ext>
            </a:extLst>
          </p:cNvPr>
          <p:cNvSpPr>
            <a:spLocks noGrp="1"/>
          </p:cNvSpPr>
          <p:nvPr>
            <p:ph type="body" sz="quarter" idx="13"/>
          </p:nvPr>
        </p:nvSpPr>
        <p:spPr/>
        <p:txBody>
          <a:bodyPr/>
          <a:lstStyle/>
          <a:p>
            <a:endParaRPr kumimoji="1" lang="ja-JP" altLang="en-US"/>
          </a:p>
        </p:txBody>
      </p:sp>
      <p:sp>
        <p:nvSpPr>
          <p:cNvPr id="6" name="テキスト プレースホルダー 6">
            <a:extLst>
              <a:ext uri="{FF2B5EF4-FFF2-40B4-BE49-F238E27FC236}">
                <a16:creationId xmlns:a16="http://schemas.microsoft.com/office/drawing/2014/main" id="{1CAF51F5-4EF3-5C1B-65AC-C77065ED58A6}"/>
              </a:ext>
            </a:extLst>
          </p:cNvPr>
          <p:cNvSpPr txBox="1">
            <a:spLocks/>
          </p:cNvSpPr>
          <p:nvPr/>
        </p:nvSpPr>
        <p:spPr>
          <a:xfrm>
            <a:off x="334964" y="1268413"/>
            <a:ext cx="11522074" cy="5221287"/>
          </a:xfrm>
          <a:prstGeom prst="rect">
            <a:avLst/>
          </a:prstGeom>
        </p:spPr>
        <p:txBody>
          <a:bodyPr lIns="0" tIns="0" rIns="0" bIns="0"/>
          <a:lstStyle>
            <a:lvl1pPr marL="182563" indent="-182563" algn="l" defTabSz="914373" rtl="0" eaLnBrk="1" latinLnBrk="0" hangingPunct="1">
              <a:lnSpc>
                <a:spcPct val="90000"/>
              </a:lnSpc>
              <a:spcBef>
                <a:spcPts val="1000"/>
              </a:spcBef>
              <a:buFont typeface="Arial" panose="020B0604020202020204" pitchFamily="34" charset="0"/>
              <a:buChar char="•"/>
              <a:defRPr kumimoji="1" sz="1400" kern="1200">
                <a:solidFill>
                  <a:schemeClr val="tx1"/>
                </a:solidFill>
                <a:latin typeface="BIZ UDPゴシック" panose="020B0400000000000000" pitchFamily="50" charset="-128"/>
                <a:ea typeface="BIZ UDPゴシック" panose="020B0400000000000000" pitchFamily="50" charset="-128"/>
                <a:cs typeface="+mn-cs"/>
              </a:defRPr>
            </a:lvl1pPr>
            <a:lvl2pPr marL="357188" indent="-174625" algn="l" defTabSz="914373" rtl="0" eaLnBrk="1" latinLnBrk="0" hangingPunct="1">
              <a:lnSpc>
                <a:spcPct val="90000"/>
              </a:lnSpc>
              <a:spcBef>
                <a:spcPts val="500"/>
              </a:spcBef>
              <a:buFont typeface="Arial" panose="020B0604020202020204" pitchFamily="34" charset="0"/>
              <a:buChar char="•"/>
              <a:defRPr kumimoji="1" sz="1400" kern="1200">
                <a:solidFill>
                  <a:schemeClr val="tx1"/>
                </a:solidFill>
                <a:latin typeface="BIZ UDPゴシック" panose="020B0400000000000000" pitchFamily="50" charset="-128"/>
                <a:ea typeface="BIZ UDPゴシック" panose="020B0400000000000000" pitchFamily="50" charset="-128"/>
                <a:cs typeface="+mn-cs"/>
              </a:defRPr>
            </a:lvl2pPr>
            <a:lvl3pPr marL="539750" indent="-182563" algn="l" defTabSz="914373" rtl="0" eaLnBrk="1" latinLnBrk="0" hangingPunct="1">
              <a:lnSpc>
                <a:spcPct val="90000"/>
              </a:lnSpc>
              <a:spcBef>
                <a:spcPts val="500"/>
              </a:spcBef>
              <a:buFont typeface="Arial" panose="020B0604020202020204" pitchFamily="34" charset="0"/>
              <a:buChar char="•"/>
              <a:defRPr kumimoji="1" sz="1400" kern="1200">
                <a:solidFill>
                  <a:schemeClr val="tx1"/>
                </a:solidFill>
                <a:latin typeface="BIZ UDPゴシック" panose="020B0400000000000000" pitchFamily="50" charset="-128"/>
                <a:ea typeface="BIZ UDPゴシック" panose="020B0400000000000000" pitchFamily="50" charset="-128"/>
                <a:cs typeface="+mn-cs"/>
              </a:defRPr>
            </a:lvl3pPr>
            <a:lvl4pPr marL="714375" indent="-174625" algn="l" defTabSz="914373" rtl="0" eaLnBrk="1" latinLnBrk="0" hangingPunct="1">
              <a:lnSpc>
                <a:spcPct val="90000"/>
              </a:lnSpc>
              <a:spcBef>
                <a:spcPts val="500"/>
              </a:spcBef>
              <a:buFont typeface="Arial" panose="020B0604020202020204" pitchFamily="34" charset="0"/>
              <a:buChar char="•"/>
              <a:defRPr kumimoji="1" sz="1400" kern="1200">
                <a:solidFill>
                  <a:schemeClr val="tx1"/>
                </a:solidFill>
                <a:latin typeface="BIZ UDPゴシック" panose="020B0400000000000000" pitchFamily="50" charset="-128"/>
                <a:ea typeface="BIZ UDPゴシック" panose="020B0400000000000000" pitchFamily="50" charset="-128"/>
                <a:cs typeface="+mn-cs"/>
              </a:defRPr>
            </a:lvl4pPr>
            <a:lvl5pPr marL="898525" indent="-184150" algn="l" defTabSz="914373" rtl="0" eaLnBrk="1" latinLnBrk="0" hangingPunct="1">
              <a:lnSpc>
                <a:spcPct val="90000"/>
              </a:lnSpc>
              <a:spcBef>
                <a:spcPts val="500"/>
              </a:spcBef>
              <a:buFont typeface="Arial" panose="020B0604020202020204" pitchFamily="34" charset="0"/>
              <a:buChar char="•"/>
              <a:defRPr kumimoji="1" sz="1400" kern="1200">
                <a:solidFill>
                  <a:schemeClr val="tx1"/>
                </a:solidFill>
                <a:latin typeface="BIZ UDPゴシック" panose="020B0400000000000000" pitchFamily="50" charset="-128"/>
                <a:ea typeface="BIZ UDPゴシック" panose="020B0400000000000000" pitchFamily="50" charset="-128"/>
                <a:cs typeface="+mn-cs"/>
              </a:defRPr>
            </a:lvl5pPr>
            <a:lvl6pPr marL="2514525" indent="-228593" algn="l" defTabSz="914373"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11" indent="-228593" algn="l" defTabSz="914373"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897" indent="-228593" algn="l" defTabSz="914373"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083" indent="-228593" algn="l" defTabSz="914373"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80000"/>
              </a:lnSpc>
              <a:buNone/>
            </a:pPr>
            <a:r>
              <a:rPr lang="ja-JP" altLang="en-US" sz="1200" b="1" u="sng" dirty="0">
                <a:solidFill>
                  <a:srgbClr val="0070C0"/>
                </a:solidFill>
              </a:rPr>
              <a:t>決定事項・</a:t>
            </a:r>
            <a:r>
              <a:rPr lang="en-US" altLang="ja-JP" sz="1200" b="1" u="sng" dirty="0">
                <a:solidFill>
                  <a:srgbClr val="0070C0"/>
                </a:solidFill>
              </a:rPr>
              <a:t>Todo</a:t>
            </a:r>
          </a:p>
          <a:p>
            <a:pPr marL="342900" indent="-342900">
              <a:lnSpc>
                <a:spcPct val="80000"/>
              </a:lnSpc>
              <a:buFont typeface="+mj-lt"/>
              <a:buAutoNum type="arabicPeriod"/>
            </a:pPr>
            <a:r>
              <a:rPr lang="en-US" altLang="ja-JP" sz="1200" dirty="0"/>
              <a:t>	(</a:t>
            </a:r>
            <a:r>
              <a:rPr lang="ja-JP" altLang="en-US" sz="1200" dirty="0"/>
              <a:t>、期日</a:t>
            </a:r>
            <a:r>
              <a:rPr lang="en-US" altLang="ja-JP" sz="1200" dirty="0"/>
              <a:t>: )</a:t>
            </a:r>
          </a:p>
          <a:p>
            <a:pPr marL="342900" indent="-342900">
              <a:lnSpc>
                <a:spcPct val="80000"/>
              </a:lnSpc>
              <a:buFont typeface="+mj-lt"/>
              <a:buAutoNum type="arabicPeriod"/>
            </a:pPr>
            <a:endParaRPr lang="en-US" altLang="ja-JP" sz="1200" dirty="0"/>
          </a:p>
          <a:p>
            <a:pPr marL="0" indent="0">
              <a:lnSpc>
                <a:spcPct val="80000"/>
              </a:lnSpc>
              <a:buNone/>
            </a:pPr>
            <a:r>
              <a:rPr lang="ja-JP" altLang="en-US" sz="1200" b="1" u="sng" dirty="0">
                <a:solidFill>
                  <a:srgbClr val="0070C0"/>
                </a:solidFill>
              </a:rPr>
              <a:t>議事内容</a:t>
            </a:r>
            <a:endParaRPr lang="en-US" altLang="ja-JP" sz="1200" b="1" u="sng" dirty="0">
              <a:solidFill>
                <a:srgbClr val="0070C0"/>
              </a:solidFill>
            </a:endParaRPr>
          </a:p>
          <a:p>
            <a:pPr marL="0" indent="0">
              <a:lnSpc>
                <a:spcPct val="80000"/>
              </a:lnSpc>
              <a:buNone/>
            </a:pPr>
            <a:r>
              <a:rPr lang="ja-JP" altLang="en-US" sz="1200" b="1" dirty="0"/>
              <a:t>これまでの状況</a:t>
            </a:r>
            <a:endParaRPr lang="en-US" altLang="ja-JP" sz="1200" b="1" dirty="0"/>
          </a:p>
          <a:p>
            <a:pPr>
              <a:lnSpc>
                <a:spcPct val="80000"/>
              </a:lnSpc>
            </a:pPr>
            <a:r>
              <a:rPr lang="ja-JP" altLang="en-US" sz="1200" dirty="0"/>
              <a:t>第 </a:t>
            </a:r>
            <a:r>
              <a:rPr lang="en-US" altLang="ja-JP" sz="1200" dirty="0"/>
              <a:t>1 </a:t>
            </a:r>
            <a:r>
              <a:rPr lang="ja-JP" altLang="en-US" sz="1200" dirty="0"/>
              <a:t>レベル</a:t>
            </a:r>
            <a:endParaRPr lang="en-US" altLang="ja-JP" sz="1200" dirty="0"/>
          </a:p>
          <a:p>
            <a:pPr lvl="1">
              <a:lnSpc>
                <a:spcPct val="80000"/>
              </a:lnSpc>
            </a:pPr>
            <a:r>
              <a:rPr lang="ja-JP" altLang="en-US" sz="1200" dirty="0"/>
              <a:t>第 </a:t>
            </a:r>
            <a:r>
              <a:rPr lang="en-US" altLang="ja-JP" sz="1200" dirty="0"/>
              <a:t>2 </a:t>
            </a:r>
            <a:r>
              <a:rPr lang="ja-JP" altLang="en-US" sz="1200" dirty="0"/>
              <a:t>レベル</a:t>
            </a:r>
            <a:endParaRPr lang="en-US" altLang="ja-JP" sz="1200" dirty="0"/>
          </a:p>
          <a:p>
            <a:pPr marL="0" indent="0">
              <a:lnSpc>
                <a:spcPct val="80000"/>
              </a:lnSpc>
              <a:buNone/>
            </a:pPr>
            <a:r>
              <a:rPr lang="ja-JP" altLang="en-US" sz="1200" b="1" dirty="0"/>
              <a:t>議題</a:t>
            </a:r>
            <a:r>
              <a:rPr lang="en-US" altLang="ja-JP" sz="1200" b="1" dirty="0"/>
              <a:t>1</a:t>
            </a:r>
          </a:p>
          <a:p>
            <a:pPr>
              <a:lnSpc>
                <a:spcPct val="80000"/>
              </a:lnSpc>
            </a:pPr>
            <a:r>
              <a:rPr lang="ja-JP" altLang="en-US" sz="1200" dirty="0"/>
              <a:t>第 </a:t>
            </a:r>
            <a:r>
              <a:rPr lang="en-US" altLang="ja-JP" sz="1200" dirty="0"/>
              <a:t>1 </a:t>
            </a:r>
            <a:r>
              <a:rPr lang="ja-JP" altLang="en-US" sz="1200" dirty="0"/>
              <a:t>レベル</a:t>
            </a:r>
            <a:endParaRPr lang="en-US" altLang="ja-JP" sz="1200" dirty="0"/>
          </a:p>
          <a:p>
            <a:pPr lvl="1">
              <a:lnSpc>
                <a:spcPct val="80000"/>
              </a:lnSpc>
            </a:pPr>
            <a:r>
              <a:rPr lang="ja-JP" altLang="en-US" sz="1200" dirty="0"/>
              <a:t>第 </a:t>
            </a:r>
            <a:r>
              <a:rPr lang="en-US" altLang="ja-JP" sz="1200" dirty="0"/>
              <a:t>2 </a:t>
            </a:r>
            <a:r>
              <a:rPr lang="ja-JP" altLang="en-US" sz="1200" dirty="0"/>
              <a:t>レベル</a:t>
            </a:r>
            <a:endParaRPr lang="en-US" altLang="ja-JP" sz="1200" dirty="0"/>
          </a:p>
          <a:p>
            <a:pPr lvl="1">
              <a:lnSpc>
                <a:spcPct val="80000"/>
              </a:lnSpc>
            </a:pPr>
            <a:endParaRPr lang="ja-JP" altLang="en-US" sz="1200" dirty="0"/>
          </a:p>
          <a:p>
            <a:pPr marL="0" indent="0">
              <a:lnSpc>
                <a:spcPct val="80000"/>
              </a:lnSpc>
              <a:buNone/>
            </a:pPr>
            <a:r>
              <a:rPr lang="ja-JP" altLang="en-US" sz="1200" b="1" dirty="0"/>
              <a:t>議題</a:t>
            </a:r>
            <a:r>
              <a:rPr lang="en-US" altLang="ja-JP" sz="1200" b="1" dirty="0"/>
              <a:t>2</a:t>
            </a:r>
          </a:p>
          <a:p>
            <a:pPr>
              <a:lnSpc>
                <a:spcPct val="80000"/>
              </a:lnSpc>
            </a:pPr>
            <a:r>
              <a:rPr lang="ja-JP" altLang="en-US" sz="1200" dirty="0"/>
              <a:t>第 </a:t>
            </a:r>
            <a:r>
              <a:rPr lang="en-US" altLang="ja-JP" sz="1200" dirty="0"/>
              <a:t>1 </a:t>
            </a:r>
            <a:r>
              <a:rPr lang="ja-JP" altLang="en-US" sz="1200" dirty="0"/>
              <a:t>レベル</a:t>
            </a:r>
            <a:endParaRPr lang="en-US" altLang="ja-JP" sz="1200" dirty="0"/>
          </a:p>
          <a:p>
            <a:pPr lvl="1">
              <a:lnSpc>
                <a:spcPct val="80000"/>
              </a:lnSpc>
            </a:pPr>
            <a:r>
              <a:rPr lang="ja-JP" altLang="en-US" sz="1200" dirty="0"/>
              <a:t>第 </a:t>
            </a:r>
            <a:r>
              <a:rPr lang="en-US" altLang="ja-JP" sz="1200" dirty="0"/>
              <a:t>2 </a:t>
            </a:r>
            <a:r>
              <a:rPr lang="ja-JP" altLang="en-US" sz="1200" dirty="0"/>
              <a:t>レベル</a:t>
            </a:r>
          </a:p>
          <a:p>
            <a:pPr marL="0" indent="0">
              <a:lnSpc>
                <a:spcPct val="80000"/>
              </a:lnSpc>
              <a:buNone/>
            </a:pPr>
            <a:endParaRPr lang="ja-JP" altLang="en-US" sz="1200" dirty="0"/>
          </a:p>
          <a:p>
            <a:pPr lvl="1">
              <a:lnSpc>
                <a:spcPct val="80000"/>
              </a:lnSpc>
            </a:pPr>
            <a:endParaRPr lang="ja-JP" altLang="en-US" sz="1200" dirty="0"/>
          </a:p>
          <a:p>
            <a:pPr lvl="1">
              <a:lnSpc>
                <a:spcPct val="80000"/>
              </a:lnSpc>
            </a:pPr>
            <a:endParaRPr lang="ja-JP" altLang="en-US" sz="1200" dirty="0"/>
          </a:p>
        </p:txBody>
      </p:sp>
      <p:sp>
        <p:nvSpPr>
          <p:cNvPr id="7" name="テキスト ボックス 6">
            <a:extLst>
              <a:ext uri="{FF2B5EF4-FFF2-40B4-BE49-F238E27FC236}">
                <a16:creationId xmlns:a16="http://schemas.microsoft.com/office/drawing/2014/main" id="{4E4B38DC-5881-C9B2-9A61-E04CE0240008}"/>
              </a:ext>
            </a:extLst>
          </p:cNvPr>
          <p:cNvSpPr txBox="1"/>
          <p:nvPr/>
        </p:nvSpPr>
        <p:spPr>
          <a:xfrm>
            <a:off x="7564584" y="1268413"/>
            <a:ext cx="4219431" cy="2160587"/>
          </a:xfrm>
          <a:prstGeom prst="rect">
            <a:avLst/>
          </a:prstGeom>
          <a:noFill/>
        </p:spPr>
        <p:txBody>
          <a:bodyPr wrap="square" lIns="0" tIns="0" rIns="0" bIns="0" rtlCol="0">
            <a:noAutofit/>
          </a:bodyPr>
          <a:lstStyle/>
          <a:p>
            <a:pPr>
              <a:lnSpc>
                <a:spcPct val="80000"/>
              </a:lnSpc>
            </a:pPr>
            <a:r>
              <a:rPr lang="ja-JP" altLang="en-US" sz="1200" b="1" u="sng" dirty="0">
                <a:solidFill>
                  <a:srgbClr val="0070C0"/>
                </a:solidFill>
              </a:rPr>
              <a:t>概要</a:t>
            </a:r>
            <a:endParaRPr lang="en-US" altLang="ja-JP" sz="1200" b="1" dirty="0">
              <a:solidFill>
                <a:srgbClr val="0070C0"/>
              </a:solidFill>
              <a:latin typeface="BIZ UDPゴシック" panose="020B0400000000000000" pitchFamily="50" charset="-128"/>
              <a:ea typeface="BIZ UDPゴシック" panose="020B0400000000000000" pitchFamily="50" charset="-128"/>
            </a:endParaRPr>
          </a:p>
          <a:p>
            <a:pPr marL="182563" indent="-182563">
              <a:lnSpc>
                <a:spcPct val="80000"/>
              </a:lnSpc>
              <a:buFont typeface="Arial" panose="020B0604020202020204" pitchFamily="34" charset="0"/>
              <a:buChar char="•"/>
            </a:pPr>
            <a:r>
              <a:rPr lang="ja-JP" altLang="en-US" sz="1200" dirty="0">
                <a:latin typeface="BIZ UDPゴシック" panose="020B0400000000000000" pitchFamily="50" charset="-128"/>
                <a:ea typeface="BIZ UDPゴシック" panose="020B0400000000000000" pitchFamily="50" charset="-128"/>
              </a:rPr>
              <a:t>日時：</a:t>
            </a:r>
            <a:r>
              <a:rPr lang="en-US" altLang="ja-JP" sz="1200" dirty="0">
                <a:latin typeface="BIZ UDPゴシック" panose="020B0400000000000000" pitchFamily="50" charset="-128"/>
                <a:ea typeface="BIZ UDPゴシック" panose="020B0400000000000000" pitchFamily="50" charset="-128"/>
              </a:rPr>
              <a:t>2025//() :0 – :0</a:t>
            </a:r>
          </a:p>
          <a:p>
            <a:pPr marL="182563" indent="-182563">
              <a:lnSpc>
                <a:spcPct val="80000"/>
              </a:lnSpc>
              <a:buFont typeface="Arial" panose="020B0604020202020204" pitchFamily="34" charset="0"/>
              <a:buChar char="•"/>
            </a:pPr>
            <a:r>
              <a:rPr lang="ja-JP" altLang="en-US" sz="1200" dirty="0">
                <a:latin typeface="BIZ UDPゴシック" panose="020B0400000000000000" pitchFamily="50" charset="-128"/>
                <a:ea typeface="BIZ UDPゴシック" panose="020B0400000000000000" pitchFamily="50" charset="-128"/>
              </a:rPr>
              <a:t>出席者 </a:t>
            </a:r>
            <a:r>
              <a:rPr lang="en-US" altLang="ja-JP" sz="1200" dirty="0">
                <a:latin typeface="BIZ UDPゴシック" panose="020B0400000000000000" pitchFamily="50" charset="-128"/>
                <a:ea typeface="BIZ UDPゴシック" panose="020B0400000000000000" pitchFamily="50" charset="-128"/>
              </a:rPr>
              <a:t>(</a:t>
            </a:r>
            <a:r>
              <a:rPr lang="ja-JP" altLang="en-US" sz="1200" dirty="0">
                <a:latin typeface="BIZ UDPゴシック" panose="020B0400000000000000" pitchFamily="50" charset="-128"/>
                <a:ea typeface="BIZ UDPゴシック" panose="020B0400000000000000" pitchFamily="50" charset="-128"/>
              </a:rPr>
              <a:t>敬称略</a:t>
            </a:r>
            <a:r>
              <a:rPr lang="en-US" altLang="ja-JP" sz="1200" dirty="0">
                <a:latin typeface="BIZ UDPゴシック" panose="020B0400000000000000" pitchFamily="50" charset="-128"/>
                <a:ea typeface="BIZ UDPゴシック" panose="020B0400000000000000" pitchFamily="50" charset="-128"/>
              </a:rPr>
              <a:t>)</a:t>
            </a:r>
            <a:r>
              <a:rPr lang="ja-JP" altLang="en-US" sz="1200" dirty="0">
                <a:latin typeface="BIZ UDPゴシック" panose="020B0400000000000000" pitchFamily="50" charset="-128"/>
                <a:ea typeface="BIZ UDPゴシック" panose="020B0400000000000000" pitchFamily="50" charset="-128"/>
              </a:rPr>
              <a:t>：</a:t>
            </a:r>
            <a:endParaRPr lang="en-US" altLang="ja-JP" sz="1200" dirty="0">
              <a:latin typeface="BIZ UDPゴシック" panose="020B0400000000000000" pitchFamily="50" charset="-128"/>
              <a:ea typeface="BIZ UDPゴシック" panose="020B0400000000000000" pitchFamily="50" charset="-128"/>
            </a:endParaRPr>
          </a:p>
          <a:p>
            <a:pPr marL="357188" lvl="1" indent="-174625">
              <a:lnSpc>
                <a:spcPct val="80000"/>
              </a:lnSpc>
              <a:buFont typeface="Arial" panose="020B0604020202020204" pitchFamily="34" charset="0"/>
              <a:buChar char="•"/>
            </a:pPr>
            <a:r>
              <a:rPr lang="en-US" altLang="ja-JP" sz="1200" dirty="0">
                <a:latin typeface="BIZ UDPゴシック" panose="020B0400000000000000" pitchFamily="50" charset="-128"/>
                <a:ea typeface="BIZ UDPゴシック" panose="020B0400000000000000" pitchFamily="50" charset="-128"/>
              </a:rPr>
              <a:t>A</a:t>
            </a:r>
            <a:r>
              <a:rPr lang="ja-JP" altLang="en-US" sz="1200" dirty="0">
                <a:latin typeface="BIZ UDPゴシック" panose="020B0400000000000000" pitchFamily="50" charset="-128"/>
                <a:ea typeface="BIZ UDPゴシック" panose="020B0400000000000000" pitchFamily="50" charset="-128"/>
              </a:rPr>
              <a:t>社：</a:t>
            </a:r>
            <a:endParaRPr lang="en-US" altLang="ja-JP" sz="1200" dirty="0">
              <a:latin typeface="BIZ UDPゴシック" panose="020B0400000000000000" pitchFamily="50" charset="-128"/>
              <a:ea typeface="BIZ UDPゴシック" panose="020B0400000000000000" pitchFamily="50" charset="-128"/>
            </a:endParaRPr>
          </a:p>
          <a:p>
            <a:pPr marL="357188" lvl="1" indent="-174625">
              <a:lnSpc>
                <a:spcPct val="80000"/>
              </a:lnSpc>
              <a:buFont typeface="Arial" panose="020B0604020202020204" pitchFamily="34" charset="0"/>
              <a:buChar char="•"/>
            </a:pPr>
            <a:r>
              <a:rPr lang="en-US" altLang="ja-JP" sz="1200" dirty="0">
                <a:latin typeface="BIZ UDPゴシック" panose="020B0400000000000000" pitchFamily="50" charset="-128"/>
                <a:ea typeface="BIZ UDPゴシック" panose="020B0400000000000000" pitchFamily="50" charset="-128"/>
              </a:rPr>
              <a:t>B</a:t>
            </a:r>
            <a:r>
              <a:rPr lang="ja-JP" altLang="en-US" sz="1200" dirty="0">
                <a:latin typeface="BIZ UDPゴシック" panose="020B0400000000000000" pitchFamily="50" charset="-128"/>
                <a:ea typeface="BIZ UDPゴシック" panose="020B0400000000000000" pitchFamily="50" charset="-128"/>
              </a:rPr>
              <a:t>社：</a:t>
            </a:r>
            <a:endParaRPr lang="en-US" altLang="ja-JP" sz="1200" dirty="0">
              <a:latin typeface="BIZ UDPゴシック" panose="020B0400000000000000" pitchFamily="50" charset="-128"/>
              <a:ea typeface="BIZ UDPゴシック" panose="020B0400000000000000" pitchFamily="50" charset="-128"/>
            </a:endParaRPr>
          </a:p>
          <a:p>
            <a:pPr marL="182563" indent="-182563">
              <a:lnSpc>
                <a:spcPct val="80000"/>
              </a:lnSpc>
              <a:buFont typeface="Arial" panose="020B0604020202020204" pitchFamily="34" charset="0"/>
              <a:buChar char="•"/>
            </a:pPr>
            <a:r>
              <a:rPr lang="ja-JP" altLang="en-US" sz="1200" dirty="0">
                <a:latin typeface="BIZ UDPゴシック" panose="020B0400000000000000" pitchFamily="50" charset="-128"/>
                <a:ea typeface="BIZ UDPゴシック" panose="020B0400000000000000" pitchFamily="50" charset="-128"/>
              </a:rPr>
              <a:t>議題：</a:t>
            </a:r>
            <a:endParaRPr lang="en-US" altLang="ja-JP" sz="1200" dirty="0">
              <a:latin typeface="BIZ UDPゴシック" panose="020B0400000000000000" pitchFamily="50" charset="-128"/>
              <a:ea typeface="BIZ UDPゴシック" panose="020B0400000000000000" pitchFamily="50" charset="-128"/>
            </a:endParaRPr>
          </a:p>
          <a:p>
            <a:pPr marL="357188" lvl="1" indent="-174625">
              <a:lnSpc>
                <a:spcPct val="80000"/>
              </a:lnSpc>
              <a:buFont typeface="Arial" panose="020B0604020202020204" pitchFamily="34" charset="0"/>
              <a:buChar char="•"/>
            </a:pPr>
            <a:r>
              <a:rPr lang="ja-JP" altLang="en-US" sz="1200" dirty="0">
                <a:latin typeface="BIZ UDPゴシック" panose="020B0400000000000000" pitchFamily="50" charset="-128"/>
                <a:ea typeface="BIZ UDPゴシック" panose="020B0400000000000000" pitchFamily="50" charset="-128"/>
              </a:rPr>
              <a:t>前回までの対応状況</a:t>
            </a:r>
            <a:endParaRPr lang="en-US" altLang="ja-JP" sz="1200" dirty="0">
              <a:latin typeface="BIZ UDPゴシック" panose="020B0400000000000000" pitchFamily="50" charset="-128"/>
              <a:ea typeface="BIZ UDPゴシック" panose="020B0400000000000000" pitchFamily="50" charset="-128"/>
            </a:endParaRPr>
          </a:p>
          <a:p>
            <a:pPr marL="357188" lvl="1" indent="-174625">
              <a:lnSpc>
                <a:spcPct val="80000"/>
              </a:lnSpc>
              <a:buFont typeface="Arial" panose="020B0604020202020204" pitchFamily="34" charset="0"/>
              <a:buChar char="•"/>
            </a:pPr>
            <a:r>
              <a:rPr lang="ja-JP" altLang="en-US" sz="1200" dirty="0">
                <a:latin typeface="BIZ UDPゴシック" panose="020B0400000000000000" pitchFamily="50" charset="-128"/>
                <a:ea typeface="BIZ UDPゴシック" panose="020B0400000000000000" pitchFamily="50" charset="-128"/>
              </a:rPr>
              <a:t>情報共有アイテム</a:t>
            </a:r>
            <a:endParaRPr lang="en-US" altLang="ja-JP" sz="1200" dirty="0">
              <a:latin typeface="BIZ UDPゴシック" panose="020B0400000000000000" pitchFamily="50" charset="-128"/>
              <a:ea typeface="BIZ UDPゴシック" panose="020B0400000000000000" pitchFamily="50" charset="-128"/>
            </a:endParaRPr>
          </a:p>
          <a:p>
            <a:pPr marL="182563" indent="-182563">
              <a:lnSpc>
                <a:spcPct val="80000"/>
              </a:lnSpc>
              <a:buFont typeface="Arial" panose="020B0604020202020204" pitchFamily="34" charset="0"/>
              <a:buChar char="•"/>
            </a:pPr>
            <a:r>
              <a:rPr lang="ja-JP" altLang="en-US" sz="1200" dirty="0">
                <a:latin typeface="BIZ UDPゴシック" panose="020B0400000000000000" pitchFamily="50" charset="-128"/>
                <a:ea typeface="BIZ UDPゴシック" panose="020B0400000000000000" pitchFamily="50" charset="-128"/>
              </a:rPr>
              <a:t>会議資料：</a:t>
            </a:r>
            <a:endParaRPr lang="en-US" altLang="ja-JP" sz="1200" dirty="0">
              <a:latin typeface="BIZ UDPゴシック" panose="020B0400000000000000" pitchFamily="50" charset="-128"/>
              <a:ea typeface="BIZ UDPゴシック" panose="020B0400000000000000" pitchFamily="50" charset="-128"/>
            </a:endParaRPr>
          </a:p>
          <a:p>
            <a:pPr marL="357188" lvl="1" indent="-174625">
              <a:lnSpc>
                <a:spcPct val="80000"/>
              </a:lnSpc>
              <a:buFont typeface="Arial" panose="020B0604020202020204" pitchFamily="34" charset="0"/>
              <a:buChar char="•"/>
            </a:pPr>
            <a:r>
              <a:rPr lang="en-US" altLang="ja-JP" sz="1200" dirty="0">
                <a:latin typeface="BIZ UDPゴシック" panose="020B0400000000000000" pitchFamily="50" charset="-128"/>
                <a:ea typeface="BIZ UDPゴシック" panose="020B0400000000000000" pitchFamily="50" charset="-128"/>
              </a:rPr>
              <a:t>20251002_</a:t>
            </a:r>
            <a:r>
              <a:rPr lang="ja-JP" altLang="en-US" sz="1200" dirty="0">
                <a:latin typeface="BIZ UDPゴシック" panose="020B0400000000000000" pitchFamily="50" charset="-128"/>
                <a:ea typeface="BIZ UDPゴシック" panose="020B0400000000000000" pitchFamily="50" charset="-128"/>
              </a:rPr>
              <a:t>部内会議</a:t>
            </a:r>
            <a:r>
              <a:rPr lang="en-US" altLang="ja-JP" sz="1200" dirty="0">
                <a:latin typeface="BIZ UDPゴシック" panose="020B0400000000000000" pitchFamily="50" charset="-128"/>
                <a:ea typeface="BIZ UDPゴシック" panose="020B0400000000000000" pitchFamily="50" charset="-128"/>
              </a:rPr>
              <a:t>.pptx</a:t>
            </a:r>
          </a:p>
        </p:txBody>
      </p:sp>
    </p:spTree>
    <p:extLst>
      <p:ext uri="{BB962C8B-B14F-4D97-AF65-F5344CB8AC3E}">
        <p14:creationId xmlns:p14="http://schemas.microsoft.com/office/powerpoint/2010/main" val="24567369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6A1417E-A166-D08C-E0A1-6CB63C139886}"/>
              </a:ext>
            </a:extLst>
          </p:cNvPr>
          <p:cNvSpPr>
            <a:spLocks noGrp="1"/>
          </p:cNvSpPr>
          <p:nvPr>
            <p:ph type="title"/>
          </p:nvPr>
        </p:nvSpPr>
        <p:spPr/>
        <p:txBody>
          <a:bodyPr/>
          <a:lstStyle/>
          <a:p>
            <a:endParaRPr kumimoji="1" lang="ja-JP" altLang="en-US" dirty="0"/>
          </a:p>
        </p:txBody>
      </p:sp>
      <p:sp>
        <p:nvSpPr>
          <p:cNvPr id="3" name="フッター プレースホルダー 2">
            <a:extLst>
              <a:ext uri="{FF2B5EF4-FFF2-40B4-BE49-F238E27FC236}">
                <a16:creationId xmlns:a16="http://schemas.microsoft.com/office/drawing/2014/main" id="{2386BE66-DB9F-155A-7442-661281958ECC}"/>
              </a:ext>
            </a:extLst>
          </p:cNvPr>
          <p:cNvSpPr>
            <a:spLocks noGrp="1"/>
          </p:cNvSpPr>
          <p:nvPr>
            <p:ph type="ftr" sz="quarter" idx="11"/>
          </p:nvPr>
        </p:nvSpPr>
        <p:spPr/>
        <p:txBody>
          <a:bodyPr/>
          <a:lstStyle/>
          <a:p>
            <a:r>
              <a:rPr lang="ja-JP" altLang="en-US" dirty="0"/>
              <a:t>出所：</a:t>
            </a:r>
            <a:endParaRPr lang="ja-JP" altLang="en-US" sz="900" dirty="0"/>
          </a:p>
        </p:txBody>
      </p:sp>
      <p:sp>
        <p:nvSpPr>
          <p:cNvPr id="4" name="スライド番号プレースホルダー 3">
            <a:extLst>
              <a:ext uri="{FF2B5EF4-FFF2-40B4-BE49-F238E27FC236}">
                <a16:creationId xmlns:a16="http://schemas.microsoft.com/office/drawing/2014/main" id="{D1684845-1C62-8F51-8B23-6E4DBE57DE89}"/>
              </a:ext>
            </a:extLst>
          </p:cNvPr>
          <p:cNvSpPr>
            <a:spLocks noGrp="1"/>
          </p:cNvSpPr>
          <p:nvPr>
            <p:ph type="sldNum" sz="quarter" idx="12"/>
          </p:nvPr>
        </p:nvSpPr>
        <p:spPr/>
        <p:txBody>
          <a:bodyPr/>
          <a:lstStyle/>
          <a:p>
            <a:fld id="{DCB5AA93-092B-49A1-87A7-3C88D5F38AD7}" type="slidenum">
              <a:rPr lang="ja-JP" altLang="en-US" smtClean="0"/>
              <a:pPr/>
              <a:t>3</a:t>
            </a:fld>
            <a:endParaRPr lang="ja-JP" altLang="en-US" sz="900" dirty="0"/>
          </a:p>
        </p:txBody>
      </p:sp>
      <p:sp>
        <p:nvSpPr>
          <p:cNvPr id="5" name="テキスト プレースホルダー 4">
            <a:extLst>
              <a:ext uri="{FF2B5EF4-FFF2-40B4-BE49-F238E27FC236}">
                <a16:creationId xmlns:a16="http://schemas.microsoft.com/office/drawing/2014/main" id="{E262E75B-3FBB-0C32-A276-C0869DCA5F00}"/>
              </a:ext>
            </a:extLst>
          </p:cNvPr>
          <p:cNvSpPr>
            <a:spLocks noGrp="1"/>
          </p:cNvSpPr>
          <p:nvPr>
            <p:ph type="body" sz="quarter" idx="13"/>
          </p:nvPr>
        </p:nvSpPr>
        <p:spPr/>
        <p:txBody>
          <a:bodyPr/>
          <a:lstStyle/>
          <a:p>
            <a:endParaRPr kumimoji="1" lang="ja-JP" altLang="en-US"/>
          </a:p>
        </p:txBody>
      </p:sp>
      <p:cxnSp>
        <p:nvCxnSpPr>
          <p:cNvPr id="10" name="直線コネクタ 9">
            <a:extLst>
              <a:ext uri="{FF2B5EF4-FFF2-40B4-BE49-F238E27FC236}">
                <a16:creationId xmlns:a16="http://schemas.microsoft.com/office/drawing/2014/main" id="{3FFE75B0-B032-508C-0ED6-113EC4C8B6F7}"/>
              </a:ext>
            </a:extLst>
          </p:cNvPr>
          <p:cNvCxnSpPr>
            <a:cxnSpLocks/>
          </p:cNvCxnSpPr>
          <p:nvPr/>
        </p:nvCxnSpPr>
        <p:spPr>
          <a:xfrm flipV="1">
            <a:off x="6102000" y="1080000"/>
            <a:ext cx="0" cy="5400000"/>
          </a:xfrm>
          <a:prstGeom prst="line">
            <a:avLst/>
          </a:prstGeom>
          <a:ln>
            <a:solidFill>
              <a:schemeClr val="bg1">
                <a:lumMod val="75000"/>
              </a:schemeClr>
            </a:solidFill>
            <a:prstDash val="sysDot"/>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2" name="直線コネクタ 11">
            <a:extLst>
              <a:ext uri="{FF2B5EF4-FFF2-40B4-BE49-F238E27FC236}">
                <a16:creationId xmlns:a16="http://schemas.microsoft.com/office/drawing/2014/main" id="{12812D24-6860-E838-EAB3-B6FBB1E7548E}"/>
              </a:ext>
            </a:extLst>
          </p:cNvPr>
          <p:cNvCxnSpPr>
            <a:cxnSpLocks/>
          </p:cNvCxnSpPr>
          <p:nvPr/>
        </p:nvCxnSpPr>
        <p:spPr>
          <a:xfrm>
            <a:off x="360000" y="6152654"/>
            <a:ext cx="11520000" cy="0"/>
          </a:xfrm>
          <a:prstGeom prst="line">
            <a:avLst/>
          </a:prstGeom>
          <a:ln>
            <a:solidFill>
              <a:schemeClr val="bg1">
                <a:lumMod val="75000"/>
              </a:schemeClr>
            </a:solidFill>
            <a:prstDash val="sysDash"/>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3" name="直線コネクタ 12">
            <a:extLst>
              <a:ext uri="{FF2B5EF4-FFF2-40B4-BE49-F238E27FC236}">
                <a16:creationId xmlns:a16="http://schemas.microsoft.com/office/drawing/2014/main" id="{474B8A75-8551-2A2E-596F-5994CD6DA872}"/>
              </a:ext>
            </a:extLst>
          </p:cNvPr>
          <p:cNvCxnSpPr>
            <a:cxnSpLocks/>
          </p:cNvCxnSpPr>
          <p:nvPr/>
        </p:nvCxnSpPr>
        <p:spPr>
          <a:xfrm>
            <a:off x="360000" y="5956342"/>
            <a:ext cx="5580000" cy="0"/>
          </a:xfrm>
          <a:prstGeom prst="line">
            <a:avLst/>
          </a:prstGeom>
          <a:ln>
            <a:solidFill>
              <a:schemeClr val="bg1">
                <a:lumMod val="75000"/>
              </a:schemeClr>
            </a:solidFill>
            <a:prstDash val="sysDash"/>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4" name="直線コネクタ 13">
            <a:extLst>
              <a:ext uri="{FF2B5EF4-FFF2-40B4-BE49-F238E27FC236}">
                <a16:creationId xmlns:a16="http://schemas.microsoft.com/office/drawing/2014/main" id="{968A651A-1F13-5863-0C61-73148BE7A138}"/>
              </a:ext>
            </a:extLst>
          </p:cNvPr>
          <p:cNvCxnSpPr>
            <a:cxnSpLocks/>
          </p:cNvCxnSpPr>
          <p:nvPr/>
        </p:nvCxnSpPr>
        <p:spPr>
          <a:xfrm>
            <a:off x="6300000" y="5956342"/>
            <a:ext cx="5580000" cy="0"/>
          </a:xfrm>
          <a:prstGeom prst="line">
            <a:avLst/>
          </a:prstGeom>
          <a:ln>
            <a:solidFill>
              <a:schemeClr val="bg1">
                <a:lumMod val="75000"/>
              </a:schemeClr>
            </a:solidFill>
            <a:prstDash val="sysDash"/>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16" name="テキスト プレースホルダー 6">
            <a:extLst>
              <a:ext uri="{FF2B5EF4-FFF2-40B4-BE49-F238E27FC236}">
                <a16:creationId xmlns:a16="http://schemas.microsoft.com/office/drawing/2014/main" id="{2620FE88-F4AF-5493-1F7F-F503C56CE7CA}"/>
              </a:ext>
            </a:extLst>
          </p:cNvPr>
          <p:cNvSpPr txBox="1">
            <a:spLocks/>
          </p:cNvSpPr>
          <p:nvPr/>
        </p:nvSpPr>
        <p:spPr>
          <a:xfrm>
            <a:off x="9330772" y="3968755"/>
            <a:ext cx="2526266" cy="2348915"/>
          </a:xfrm>
          <a:prstGeom prst="rect">
            <a:avLst/>
          </a:prstGeom>
        </p:spPr>
        <p:txBody>
          <a:bodyPr lIns="0" tIns="0" rIns="0" bIns="0"/>
          <a:lstStyle>
            <a:lvl1pPr marL="182563" indent="-182563" algn="l" defTabSz="914373" rtl="0" eaLnBrk="1" latinLnBrk="0" hangingPunct="1">
              <a:lnSpc>
                <a:spcPct val="90000"/>
              </a:lnSpc>
              <a:spcBef>
                <a:spcPts val="1000"/>
              </a:spcBef>
              <a:buFont typeface="Arial" panose="020B0604020202020204" pitchFamily="34" charset="0"/>
              <a:buChar char="•"/>
              <a:defRPr kumimoji="1" sz="1400" kern="1200">
                <a:solidFill>
                  <a:schemeClr val="tx1"/>
                </a:solidFill>
                <a:latin typeface="BIZ UDPゴシック" panose="020B0400000000000000" pitchFamily="50" charset="-128"/>
                <a:ea typeface="BIZ UDPゴシック" panose="020B0400000000000000" pitchFamily="50" charset="-128"/>
                <a:cs typeface="+mn-cs"/>
              </a:defRPr>
            </a:lvl1pPr>
            <a:lvl2pPr marL="357188" indent="-174625" algn="l" defTabSz="914373" rtl="0" eaLnBrk="1" latinLnBrk="0" hangingPunct="1">
              <a:lnSpc>
                <a:spcPct val="90000"/>
              </a:lnSpc>
              <a:spcBef>
                <a:spcPts val="500"/>
              </a:spcBef>
              <a:buFont typeface="Arial" panose="020B0604020202020204" pitchFamily="34" charset="0"/>
              <a:buChar char="•"/>
              <a:defRPr kumimoji="1" sz="1400" kern="1200">
                <a:solidFill>
                  <a:schemeClr val="tx1"/>
                </a:solidFill>
                <a:latin typeface="BIZ UDPゴシック" panose="020B0400000000000000" pitchFamily="50" charset="-128"/>
                <a:ea typeface="BIZ UDPゴシック" panose="020B0400000000000000" pitchFamily="50" charset="-128"/>
                <a:cs typeface="+mn-cs"/>
              </a:defRPr>
            </a:lvl2pPr>
            <a:lvl3pPr marL="539750" indent="-182563" algn="l" defTabSz="914373" rtl="0" eaLnBrk="1" latinLnBrk="0" hangingPunct="1">
              <a:lnSpc>
                <a:spcPct val="90000"/>
              </a:lnSpc>
              <a:spcBef>
                <a:spcPts val="500"/>
              </a:spcBef>
              <a:buFont typeface="Arial" panose="020B0604020202020204" pitchFamily="34" charset="0"/>
              <a:buChar char="•"/>
              <a:defRPr kumimoji="1" sz="1400" kern="1200">
                <a:solidFill>
                  <a:schemeClr val="tx1"/>
                </a:solidFill>
                <a:latin typeface="BIZ UDPゴシック" panose="020B0400000000000000" pitchFamily="50" charset="-128"/>
                <a:ea typeface="BIZ UDPゴシック" panose="020B0400000000000000" pitchFamily="50" charset="-128"/>
                <a:cs typeface="+mn-cs"/>
              </a:defRPr>
            </a:lvl3pPr>
            <a:lvl4pPr marL="714375" indent="-174625" algn="l" defTabSz="914373" rtl="0" eaLnBrk="1" latinLnBrk="0" hangingPunct="1">
              <a:lnSpc>
                <a:spcPct val="90000"/>
              </a:lnSpc>
              <a:spcBef>
                <a:spcPts val="500"/>
              </a:spcBef>
              <a:buFont typeface="Arial" panose="020B0604020202020204" pitchFamily="34" charset="0"/>
              <a:buChar char="•"/>
              <a:defRPr kumimoji="1" sz="1400" kern="1200">
                <a:solidFill>
                  <a:schemeClr val="tx1"/>
                </a:solidFill>
                <a:latin typeface="BIZ UDPゴシック" panose="020B0400000000000000" pitchFamily="50" charset="-128"/>
                <a:ea typeface="BIZ UDPゴシック" panose="020B0400000000000000" pitchFamily="50" charset="-128"/>
                <a:cs typeface="+mn-cs"/>
              </a:defRPr>
            </a:lvl4pPr>
            <a:lvl5pPr marL="898525" indent="-184150" algn="l" defTabSz="914373" rtl="0" eaLnBrk="1" latinLnBrk="0" hangingPunct="1">
              <a:lnSpc>
                <a:spcPct val="90000"/>
              </a:lnSpc>
              <a:spcBef>
                <a:spcPts val="500"/>
              </a:spcBef>
              <a:buFont typeface="Arial" panose="020B0604020202020204" pitchFamily="34" charset="0"/>
              <a:buChar char="•"/>
              <a:defRPr kumimoji="1" sz="1400" kern="1200">
                <a:solidFill>
                  <a:schemeClr val="tx1"/>
                </a:solidFill>
                <a:latin typeface="BIZ UDPゴシック" panose="020B0400000000000000" pitchFamily="50" charset="-128"/>
                <a:ea typeface="BIZ UDPゴシック" panose="020B0400000000000000" pitchFamily="50" charset="-128"/>
                <a:cs typeface="+mn-cs"/>
              </a:defRPr>
            </a:lvl5pPr>
            <a:lvl6pPr marL="2514525" indent="-228593" algn="l" defTabSz="914373"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11" indent="-228593" algn="l" defTabSz="914373"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897" indent="-228593" algn="l" defTabSz="914373"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083" indent="-228593" algn="l" defTabSz="914373"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55600" indent="-355600">
              <a:buFont typeface="Wingdings" panose="05000000000000000000" pitchFamily="2" charset="2"/>
              <a:buChar char="n"/>
            </a:pPr>
            <a:r>
              <a:rPr lang="ja-JP" altLang="en-US" dirty="0"/>
              <a:t>第 </a:t>
            </a:r>
            <a:r>
              <a:rPr lang="en-US" altLang="ja-JP" dirty="0"/>
              <a:t>1 </a:t>
            </a:r>
            <a:r>
              <a:rPr lang="ja-JP" altLang="en-US" dirty="0"/>
              <a:t>レベル</a:t>
            </a:r>
          </a:p>
          <a:p>
            <a:pPr marL="539750" lvl="1" indent="-184150"/>
            <a:r>
              <a:rPr lang="ja-JP" altLang="en-US" dirty="0"/>
              <a:t>第 </a:t>
            </a:r>
            <a:r>
              <a:rPr lang="en-US" altLang="ja-JP" dirty="0"/>
              <a:t>2 </a:t>
            </a:r>
            <a:r>
              <a:rPr lang="ja-JP" altLang="en-US" dirty="0"/>
              <a:t>レベル</a:t>
            </a:r>
            <a:endParaRPr lang="en-US" altLang="ja-JP" dirty="0"/>
          </a:p>
          <a:p>
            <a:pPr marL="355600" indent="-355600">
              <a:buFont typeface="Wingdings" panose="05000000000000000000" pitchFamily="2" charset="2"/>
              <a:buChar char="n"/>
            </a:pPr>
            <a:r>
              <a:rPr lang="ja-JP" altLang="en-US" dirty="0"/>
              <a:t>第 </a:t>
            </a:r>
            <a:r>
              <a:rPr lang="en-US" altLang="ja-JP" dirty="0"/>
              <a:t>1 </a:t>
            </a:r>
            <a:r>
              <a:rPr lang="ja-JP" altLang="en-US" dirty="0"/>
              <a:t>レベル</a:t>
            </a:r>
            <a:endParaRPr lang="en-US" altLang="ja-JP" dirty="0"/>
          </a:p>
          <a:p>
            <a:pPr marL="698500" lvl="1" indent="-342900">
              <a:buFont typeface="+mj-lt"/>
              <a:buAutoNum type="arabicPeriod"/>
            </a:pPr>
            <a:r>
              <a:rPr lang="ja-JP" altLang="en-US" dirty="0"/>
              <a:t>第 </a:t>
            </a:r>
            <a:r>
              <a:rPr lang="en-US" altLang="ja-JP" dirty="0"/>
              <a:t>2 </a:t>
            </a:r>
            <a:r>
              <a:rPr lang="ja-JP" altLang="en-US" dirty="0"/>
              <a:t>レベル</a:t>
            </a:r>
          </a:p>
          <a:p>
            <a:pPr marL="342900" indent="-342900">
              <a:buFont typeface="+mj-ea"/>
              <a:buAutoNum type="circleNumDbPlain"/>
            </a:pPr>
            <a:r>
              <a:rPr lang="ja-JP" altLang="en-US" dirty="0"/>
              <a:t>第 </a:t>
            </a:r>
            <a:r>
              <a:rPr lang="en-US" altLang="ja-JP" dirty="0"/>
              <a:t>1 </a:t>
            </a:r>
            <a:r>
              <a:rPr lang="ja-JP" altLang="en-US" dirty="0"/>
              <a:t>レベル</a:t>
            </a:r>
          </a:p>
          <a:p>
            <a:pPr marL="534988" lvl="1" indent="-177800"/>
            <a:r>
              <a:rPr lang="ja-JP" altLang="en-US" dirty="0"/>
              <a:t>第 </a:t>
            </a:r>
            <a:r>
              <a:rPr lang="en-US" altLang="ja-JP" dirty="0"/>
              <a:t>2 </a:t>
            </a:r>
            <a:r>
              <a:rPr lang="ja-JP" altLang="en-US" dirty="0"/>
              <a:t>レベル</a:t>
            </a:r>
            <a:endParaRPr lang="en-US" altLang="ja-JP" dirty="0"/>
          </a:p>
        </p:txBody>
      </p:sp>
      <p:sp>
        <p:nvSpPr>
          <p:cNvPr id="17" name="楕円 16">
            <a:extLst>
              <a:ext uri="{FF2B5EF4-FFF2-40B4-BE49-F238E27FC236}">
                <a16:creationId xmlns:a16="http://schemas.microsoft.com/office/drawing/2014/main" id="{DDB33E4E-F777-0B17-1B3C-4FAA762E049E}"/>
              </a:ext>
            </a:extLst>
          </p:cNvPr>
          <p:cNvSpPr/>
          <p:nvPr/>
        </p:nvSpPr>
        <p:spPr>
          <a:xfrm>
            <a:off x="7169379" y="1372272"/>
            <a:ext cx="379225" cy="37439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1"/>
          <a:lstStyle/>
          <a:p>
            <a:pPr algn="ctr"/>
            <a:r>
              <a:rPr lang="ja-JP" altLang="en-US" sz="1400" dirty="0">
                <a:solidFill>
                  <a:schemeClr val="tx1"/>
                </a:solidFill>
                <a:latin typeface="BIZ UDPゴシック" panose="020B0400000000000000" pitchFamily="50" charset="-128"/>
                <a:ea typeface="BIZ UDPゴシック" panose="020B0400000000000000" pitchFamily="50" charset="-128"/>
              </a:rPr>
              <a:t>✓</a:t>
            </a:r>
            <a:endParaRPr kumimoji="1" lang="ja-JP" altLang="en-US" sz="1400" dirty="0">
              <a:solidFill>
                <a:schemeClr val="tx1"/>
              </a:solidFill>
              <a:latin typeface="BIZ UDPゴシック" panose="020B0400000000000000" pitchFamily="50" charset="-128"/>
              <a:ea typeface="BIZ UDPゴシック" panose="020B0400000000000000" pitchFamily="50" charset="-128"/>
            </a:endParaRPr>
          </a:p>
        </p:txBody>
      </p:sp>
      <p:sp>
        <p:nvSpPr>
          <p:cNvPr id="18" name="楕円 17">
            <a:extLst>
              <a:ext uri="{FF2B5EF4-FFF2-40B4-BE49-F238E27FC236}">
                <a16:creationId xmlns:a16="http://schemas.microsoft.com/office/drawing/2014/main" id="{C93D0913-3F7E-C9A8-5C4F-1A33C3C4C443}"/>
              </a:ext>
            </a:extLst>
          </p:cNvPr>
          <p:cNvSpPr/>
          <p:nvPr/>
        </p:nvSpPr>
        <p:spPr>
          <a:xfrm>
            <a:off x="7710604" y="1372272"/>
            <a:ext cx="379225" cy="37439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ja-JP" sz="1400" dirty="0">
                <a:solidFill>
                  <a:schemeClr val="tx1"/>
                </a:solidFill>
                <a:latin typeface="BIZ UDPゴシック" panose="020B0400000000000000" pitchFamily="50" charset="-128"/>
                <a:ea typeface="BIZ UDPゴシック" panose="020B0400000000000000" pitchFamily="50" charset="-128"/>
              </a:rPr>
              <a:t>&gt;</a:t>
            </a:r>
            <a:endParaRPr kumimoji="1" lang="ja-JP" altLang="en-US" sz="1400" dirty="0">
              <a:solidFill>
                <a:schemeClr val="tx1"/>
              </a:solidFill>
              <a:latin typeface="BIZ UDPゴシック" panose="020B0400000000000000" pitchFamily="50" charset="-128"/>
              <a:ea typeface="BIZ UDPゴシック" panose="020B0400000000000000" pitchFamily="50" charset="-128"/>
            </a:endParaRPr>
          </a:p>
        </p:txBody>
      </p:sp>
      <p:sp>
        <p:nvSpPr>
          <p:cNvPr id="19" name="正方形/長方形 18">
            <a:extLst>
              <a:ext uri="{FF2B5EF4-FFF2-40B4-BE49-F238E27FC236}">
                <a16:creationId xmlns:a16="http://schemas.microsoft.com/office/drawing/2014/main" id="{AFB513EB-193D-5924-04CF-C369E3A8F859}"/>
              </a:ext>
            </a:extLst>
          </p:cNvPr>
          <p:cNvSpPr/>
          <p:nvPr/>
        </p:nvSpPr>
        <p:spPr>
          <a:xfrm>
            <a:off x="8416382" y="1384733"/>
            <a:ext cx="914390" cy="339596"/>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r>
              <a:rPr kumimoji="1" lang="ja-JP" altLang="en-US" sz="1400" dirty="0">
                <a:solidFill>
                  <a:schemeClr val="tx1"/>
                </a:solidFill>
                <a:latin typeface="BIZ UDPゴシック" panose="020B0400000000000000" pitchFamily="50" charset="-128"/>
                <a:ea typeface="BIZ UDPゴシック" panose="020B0400000000000000" pitchFamily="50" charset="-128"/>
              </a:rPr>
              <a:t>フレーム</a:t>
            </a:r>
          </a:p>
        </p:txBody>
      </p:sp>
      <p:sp>
        <p:nvSpPr>
          <p:cNvPr id="20" name="楕円 19">
            <a:extLst>
              <a:ext uri="{FF2B5EF4-FFF2-40B4-BE49-F238E27FC236}">
                <a16:creationId xmlns:a16="http://schemas.microsoft.com/office/drawing/2014/main" id="{929423A3-C7AF-602D-2BCC-9E8418C25CEA}"/>
              </a:ext>
            </a:extLst>
          </p:cNvPr>
          <p:cNvSpPr/>
          <p:nvPr/>
        </p:nvSpPr>
        <p:spPr>
          <a:xfrm>
            <a:off x="9657325" y="1933121"/>
            <a:ext cx="914400" cy="416253"/>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r>
              <a:rPr kumimoji="1" lang="ja-JP" altLang="en-US" sz="1400" dirty="0">
                <a:solidFill>
                  <a:schemeClr val="tx1"/>
                </a:solidFill>
                <a:latin typeface="BIZ UDPゴシック" panose="020B0400000000000000" pitchFamily="50" charset="-128"/>
                <a:ea typeface="BIZ UDPゴシック" panose="020B0400000000000000" pitchFamily="50" charset="-128"/>
              </a:rPr>
              <a:t>フレーム</a:t>
            </a:r>
          </a:p>
        </p:txBody>
      </p:sp>
      <p:sp>
        <p:nvSpPr>
          <p:cNvPr id="21" name="四角形: 角を丸くする 20">
            <a:extLst>
              <a:ext uri="{FF2B5EF4-FFF2-40B4-BE49-F238E27FC236}">
                <a16:creationId xmlns:a16="http://schemas.microsoft.com/office/drawing/2014/main" id="{A0868F27-27C1-0847-40FA-934177D39158}"/>
              </a:ext>
            </a:extLst>
          </p:cNvPr>
          <p:cNvSpPr/>
          <p:nvPr/>
        </p:nvSpPr>
        <p:spPr>
          <a:xfrm>
            <a:off x="9692036" y="1384733"/>
            <a:ext cx="985509" cy="339596"/>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l"/>
            <a:r>
              <a:rPr kumimoji="1" lang="ja-JP" altLang="en-US" sz="1400" dirty="0">
                <a:solidFill>
                  <a:schemeClr val="tx1"/>
                </a:solidFill>
                <a:latin typeface="BIZ UDPゴシック" panose="020B0400000000000000" pitchFamily="50" charset="-128"/>
                <a:ea typeface="BIZ UDPゴシック" panose="020B0400000000000000" pitchFamily="50" charset="-128"/>
              </a:rPr>
              <a:t>フレーム</a:t>
            </a:r>
          </a:p>
        </p:txBody>
      </p:sp>
      <p:sp>
        <p:nvSpPr>
          <p:cNvPr id="22" name="正方形/長方形 21">
            <a:extLst>
              <a:ext uri="{FF2B5EF4-FFF2-40B4-BE49-F238E27FC236}">
                <a16:creationId xmlns:a16="http://schemas.microsoft.com/office/drawing/2014/main" id="{27528943-562A-3105-D40B-60BFE661947C}"/>
              </a:ext>
            </a:extLst>
          </p:cNvPr>
          <p:cNvSpPr/>
          <p:nvPr/>
        </p:nvSpPr>
        <p:spPr>
          <a:xfrm>
            <a:off x="9657325" y="2610358"/>
            <a:ext cx="409903" cy="118362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eaVert" lIns="0" tIns="0" rIns="0" bIns="0" rtlCol="0" anchor="b" anchorCtr="0"/>
          <a:lstStyle/>
          <a:p>
            <a:r>
              <a:rPr kumimoji="1" lang="ja-JP" altLang="en-US" sz="1400" dirty="0">
                <a:solidFill>
                  <a:schemeClr val="tx1"/>
                </a:solidFill>
                <a:latin typeface="BIZ UDPゴシック" panose="020B0400000000000000" pitchFamily="50" charset="-128"/>
                <a:ea typeface="BIZ UDPゴシック" panose="020B0400000000000000" pitchFamily="50" charset="-128"/>
              </a:rPr>
              <a:t>フレーム</a:t>
            </a:r>
          </a:p>
        </p:txBody>
      </p:sp>
      <p:sp>
        <p:nvSpPr>
          <p:cNvPr id="23" name="楕円 22">
            <a:extLst>
              <a:ext uri="{FF2B5EF4-FFF2-40B4-BE49-F238E27FC236}">
                <a16:creationId xmlns:a16="http://schemas.microsoft.com/office/drawing/2014/main" id="{789374DD-BF96-6C47-1565-CF1C2F2685D7}"/>
              </a:ext>
            </a:extLst>
          </p:cNvPr>
          <p:cNvSpPr/>
          <p:nvPr/>
        </p:nvSpPr>
        <p:spPr>
          <a:xfrm>
            <a:off x="7169379" y="1881918"/>
            <a:ext cx="379225" cy="374397"/>
          </a:xfrm>
          <a:prstGeom prst="ellipse">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1"/>
          <a:lstStyle/>
          <a:p>
            <a:pPr algn="ctr"/>
            <a:r>
              <a:rPr lang="ja-JP" altLang="en-US" sz="1400" dirty="0">
                <a:solidFill>
                  <a:schemeClr val="bg1"/>
                </a:solidFill>
                <a:latin typeface="BIZ UDPゴシック" panose="020B0400000000000000" pitchFamily="50" charset="-128"/>
                <a:ea typeface="BIZ UDPゴシック" panose="020B0400000000000000" pitchFamily="50" charset="-128"/>
              </a:rPr>
              <a:t>✓</a:t>
            </a:r>
            <a:endParaRPr kumimoji="1" lang="ja-JP" altLang="en-US" sz="1400" dirty="0">
              <a:solidFill>
                <a:schemeClr val="bg1"/>
              </a:solidFill>
              <a:latin typeface="BIZ UDPゴシック" panose="020B0400000000000000" pitchFamily="50" charset="-128"/>
              <a:ea typeface="BIZ UDPゴシック" panose="020B0400000000000000" pitchFamily="50" charset="-128"/>
            </a:endParaRPr>
          </a:p>
        </p:txBody>
      </p:sp>
      <p:sp>
        <p:nvSpPr>
          <p:cNvPr id="24" name="楕円 23">
            <a:extLst>
              <a:ext uri="{FF2B5EF4-FFF2-40B4-BE49-F238E27FC236}">
                <a16:creationId xmlns:a16="http://schemas.microsoft.com/office/drawing/2014/main" id="{82C063C9-909F-DDBC-E9D1-F47F4EDD8572}"/>
              </a:ext>
            </a:extLst>
          </p:cNvPr>
          <p:cNvSpPr/>
          <p:nvPr/>
        </p:nvSpPr>
        <p:spPr>
          <a:xfrm>
            <a:off x="7710604" y="1881918"/>
            <a:ext cx="379225" cy="374397"/>
          </a:xfrm>
          <a:prstGeom prst="ellipse">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ja-JP" sz="1400" dirty="0">
                <a:solidFill>
                  <a:schemeClr val="bg1"/>
                </a:solidFill>
                <a:latin typeface="BIZ UDPゴシック" panose="020B0400000000000000" pitchFamily="50" charset="-128"/>
                <a:ea typeface="BIZ UDPゴシック" panose="020B0400000000000000" pitchFamily="50" charset="-128"/>
              </a:rPr>
              <a:t>&gt;</a:t>
            </a:r>
            <a:endParaRPr kumimoji="1" lang="ja-JP" altLang="en-US" sz="1400" dirty="0">
              <a:solidFill>
                <a:schemeClr val="bg1"/>
              </a:solidFill>
              <a:latin typeface="BIZ UDPゴシック" panose="020B0400000000000000" pitchFamily="50" charset="-128"/>
              <a:ea typeface="BIZ UDPゴシック" panose="020B0400000000000000" pitchFamily="50" charset="-128"/>
            </a:endParaRPr>
          </a:p>
        </p:txBody>
      </p:sp>
      <p:sp>
        <p:nvSpPr>
          <p:cNvPr id="25" name="正方形/長方形 24">
            <a:extLst>
              <a:ext uri="{FF2B5EF4-FFF2-40B4-BE49-F238E27FC236}">
                <a16:creationId xmlns:a16="http://schemas.microsoft.com/office/drawing/2014/main" id="{39BD7909-EDE3-F153-6742-B8D13962500B}"/>
              </a:ext>
            </a:extLst>
          </p:cNvPr>
          <p:cNvSpPr/>
          <p:nvPr/>
        </p:nvSpPr>
        <p:spPr>
          <a:xfrm>
            <a:off x="8416382" y="1964899"/>
            <a:ext cx="914390" cy="339596"/>
          </a:xfrm>
          <a:prstGeom prst="rect">
            <a:avLst/>
          </a:prstGeom>
          <a:solidFill>
            <a:schemeClr val="bg1">
              <a:lumMod val="50000"/>
              <a:alpha val="9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r>
              <a:rPr kumimoji="1" lang="ja-JP" altLang="en-US" sz="1400" dirty="0">
                <a:solidFill>
                  <a:schemeClr val="bg1"/>
                </a:solidFill>
                <a:latin typeface="BIZ UDPゴシック" panose="020B0400000000000000" pitchFamily="50" charset="-128"/>
                <a:ea typeface="BIZ UDPゴシック" panose="020B0400000000000000" pitchFamily="50" charset="-128"/>
              </a:rPr>
              <a:t>フレーム</a:t>
            </a:r>
          </a:p>
        </p:txBody>
      </p:sp>
      <p:sp>
        <p:nvSpPr>
          <p:cNvPr id="26" name="正方形/長方形 25">
            <a:extLst>
              <a:ext uri="{FF2B5EF4-FFF2-40B4-BE49-F238E27FC236}">
                <a16:creationId xmlns:a16="http://schemas.microsoft.com/office/drawing/2014/main" id="{7F8E539A-AFAC-A786-3071-C1E9EDFFAA2D}"/>
              </a:ext>
            </a:extLst>
          </p:cNvPr>
          <p:cNvSpPr/>
          <p:nvPr/>
        </p:nvSpPr>
        <p:spPr>
          <a:xfrm>
            <a:off x="8440742" y="2610358"/>
            <a:ext cx="409903" cy="1183620"/>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eaVert" lIns="0" tIns="0" rIns="0" bIns="0" rtlCol="0" anchor="b" anchorCtr="0"/>
          <a:lstStyle/>
          <a:p>
            <a:r>
              <a:rPr kumimoji="1" lang="ja-JP" altLang="en-US" sz="1400" dirty="0">
                <a:solidFill>
                  <a:schemeClr val="bg1"/>
                </a:solidFill>
                <a:latin typeface="BIZ UDPゴシック" panose="020B0400000000000000" pitchFamily="50" charset="-128"/>
                <a:ea typeface="BIZ UDPゴシック" panose="020B0400000000000000" pitchFamily="50" charset="-128"/>
              </a:rPr>
              <a:t>フレーム</a:t>
            </a:r>
          </a:p>
        </p:txBody>
      </p:sp>
      <p:sp>
        <p:nvSpPr>
          <p:cNvPr id="27" name="正方形/長方形 26">
            <a:extLst>
              <a:ext uri="{FF2B5EF4-FFF2-40B4-BE49-F238E27FC236}">
                <a16:creationId xmlns:a16="http://schemas.microsoft.com/office/drawing/2014/main" id="{EAAB97CD-EE4F-3829-F89D-C9A5DE8349E4}"/>
              </a:ext>
            </a:extLst>
          </p:cNvPr>
          <p:cNvSpPr/>
          <p:nvPr/>
        </p:nvSpPr>
        <p:spPr>
          <a:xfrm>
            <a:off x="10942647" y="1384733"/>
            <a:ext cx="914390" cy="339596"/>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r>
              <a:rPr kumimoji="1" lang="ja-JP" altLang="en-US" sz="1400" dirty="0">
                <a:solidFill>
                  <a:schemeClr val="tx1"/>
                </a:solidFill>
                <a:latin typeface="BIZ UDPゴシック" panose="020B0400000000000000" pitchFamily="50" charset="-128"/>
                <a:ea typeface="BIZ UDPゴシック" panose="020B0400000000000000" pitchFamily="50" charset="-128"/>
              </a:rPr>
              <a:t>フレーム</a:t>
            </a:r>
          </a:p>
        </p:txBody>
      </p:sp>
      <p:sp>
        <p:nvSpPr>
          <p:cNvPr id="28" name="正方形/長方形 27">
            <a:extLst>
              <a:ext uri="{FF2B5EF4-FFF2-40B4-BE49-F238E27FC236}">
                <a16:creationId xmlns:a16="http://schemas.microsoft.com/office/drawing/2014/main" id="{063F3919-C693-156B-088C-9C668A6F02A9}"/>
              </a:ext>
            </a:extLst>
          </p:cNvPr>
          <p:cNvSpPr/>
          <p:nvPr/>
        </p:nvSpPr>
        <p:spPr>
          <a:xfrm>
            <a:off x="10942647" y="1964899"/>
            <a:ext cx="914390" cy="339596"/>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r>
              <a:rPr kumimoji="1" lang="ja-JP" altLang="en-US" sz="1400" dirty="0">
                <a:solidFill>
                  <a:schemeClr val="tx1"/>
                </a:solidFill>
                <a:latin typeface="BIZ UDPゴシック" panose="020B0400000000000000" pitchFamily="50" charset="-128"/>
                <a:ea typeface="BIZ UDPゴシック" panose="020B0400000000000000" pitchFamily="50" charset="-128"/>
              </a:rPr>
              <a:t>フレーム</a:t>
            </a:r>
          </a:p>
        </p:txBody>
      </p:sp>
      <p:sp>
        <p:nvSpPr>
          <p:cNvPr id="29" name="正方形/長方形 28">
            <a:extLst>
              <a:ext uri="{FF2B5EF4-FFF2-40B4-BE49-F238E27FC236}">
                <a16:creationId xmlns:a16="http://schemas.microsoft.com/office/drawing/2014/main" id="{03332644-4223-DA1E-38DA-572D07766F75}"/>
              </a:ext>
            </a:extLst>
          </p:cNvPr>
          <p:cNvSpPr/>
          <p:nvPr/>
        </p:nvSpPr>
        <p:spPr>
          <a:xfrm>
            <a:off x="10942647" y="2545066"/>
            <a:ext cx="914390" cy="339596"/>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r>
              <a:rPr kumimoji="1" lang="ja-JP" altLang="en-US" sz="1400" dirty="0">
                <a:solidFill>
                  <a:schemeClr val="bg1"/>
                </a:solidFill>
                <a:latin typeface="BIZ UDPゴシック" panose="020B0400000000000000" pitchFamily="50" charset="-128"/>
                <a:ea typeface="BIZ UDPゴシック" panose="020B0400000000000000" pitchFamily="50" charset="-128"/>
              </a:rPr>
              <a:t>フレーム</a:t>
            </a:r>
          </a:p>
        </p:txBody>
      </p:sp>
      <p:sp>
        <p:nvSpPr>
          <p:cNvPr id="38" name="テキスト プレースホルダー 6">
            <a:extLst>
              <a:ext uri="{FF2B5EF4-FFF2-40B4-BE49-F238E27FC236}">
                <a16:creationId xmlns:a16="http://schemas.microsoft.com/office/drawing/2014/main" id="{D8892324-41C2-5F22-DD2E-6993F2DABA67}"/>
              </a:ext>
            </a:extLst>
          </p:cNvPr>
          <p:cNvSpPr txBox="1">
            <a:spLocks/>
          </p:cNvSpPr>
          <p:nvPr/>
        </p:nvSpPr>
        <p:spPr>
          <a:xfrm>
            <a:off x="6275388" y="3968756"/>
            <a:ext cx="3055383" cy="2348914"/>
          </a:xfrm>
          <a:prstGeom prst="rect">
            <a:avLst/>
          </a:prstGeom>
        </p:spPr>
        <p:txBody>
          <a:bodyPr lIns="0" tIns="0" rIns="0" bIns="0"/>
          <a:lstStyle>
            <a:lvl1pPr marL="182563" indent="-182563" algn="l" defTabSz="914373" rtl="0" eaLnBrk="1" latinLnBrk="0" hangingPunct="1">
              <a:lnSpc>
                <a:spcPct val="90000"/>
              </a:lnSpc>
              <a:spcBef>
                <a:spcPts val="1000"/>
              </a:spcBef>
              <a:buFont typeface="Arial" panose="020B0604020202020204" pitchFamily="34" charset="0"/>
              <a:buChar char="•"/>
              <a:defRPr kumimoji="1" sz="1400" kern="1200">
                <a:solidFill>
                  <a:schemeClr val="tx1"/>
                </a:solidFill>
                <a:latin typeface="BIZ UDPゴシック" panose="020B0400000000000000" pitchFamily="50" charset="-128"/>
                <a:ea typeface="BIZ UDPゴシック" panose="020B0400000000000000" pitchFamily="50" charset="-128"/>
                <a:cs typeface="+mn-cs"/>
              </a:defRPr>
            </a:lvl1pPr>
            <a:lvl2pPr marL="357188" indent="-174625" algn="l" defTabSz="914373" rtl="0" eaLnBrk="1" latinLnBrk="0" hangingPunct="1">
              <a:lnSpc>
                <a:spcPct val="90000"/>
              </a:lnSpc>
              <a:spcBef>
                <a:spcPts val="500"/>
              </a:spcBef>
              <a:buFont typeface="Arial" panose="020B0604020202020204" pitchFamily="34" charset="0"/>
              <a:buChar char="•"/>
              <a:defRPr kumimoji="1" sz="1400" kern="1200">
                <a:solidFill>
                  <a:schemeClr val="tx1"/>
                </a:solidFill>
                <a:latin typeface="BIZ UDPゴシック" panose="020B0400000000000000" pitchFamily="50" charset="-128"/>
                <a:ea typeface="BIZ UDPゴシック" panose="020B0400000000000000" pitchFamily="50" charset="-128"/>
                <a:cs typeface="+mn-cs"/>
              </a:defRPr>
            </a:lvl2pPr>
            <a:lvl3pPr marL="539750" indent="-182563" algn="l" defTabSz="914373" rtl="0" eaLnBrk="1" latinLnBrk="0" hangingPunct="1">
              <a:lnSpc>
                <a:spcPct val="90000"/>
              </a:lnSpc>
              <a:spcBef>
                <a:spcPts val="500"/>
              </a:spcBef>
              <a:buFont typeface="Arial" panose="020B0604020202020204" pitchFamily="34" charset="0"/>
              <a:buChar char="•"/>
              <a:defRPr kumimoji="1" sz="1400" kern="1200">
                <a:solidFill>
                  <a:schemeClr val="tx1"/>
                </a:solidFill>
                <a:latin typeface="BIZ UDPゴシック" panose="020B0400000000000000" pitchFamily="50" charset="-128"/>
                <a:ea typeface="BIZ UDPゴシック" panose="020B0400000000000000" pitchFamily="50" charset="-128"/>
                <a:cs typeface="+mn-cs"/>
              </a:defRPr>
            </a:lvl3pPr>
            <a:lvl4pPr marL="714375" indent="-174625" algn="l" defTabSz="914373" rtl="0" eaLnBrk="1" latinLnBrk="0" hangingPunct="1">
              <a:lnSpc>
                <a:spcPct val="90000"/>
              </a:lnSpc>
              <a:spcBef>
                <a:spcPts val="500"/>
              </a:spcBef>
              <a:buFont typeface="Arial" panose="020B0604020202020204" pitchFamily="34" charset="0"/>
              <a:buChar char="•"/>
              <a:defRPr kumimoji="1" sz="1400" kern="1200">
                <a:solidFill>
                  <a:schemeClr val="tx1"/>
                </a:solidFill>
                <a:latin typeface="BIZ UDPゴシック" panose="020B0400000000000000" pitchFamily="50" charset="-128"/>
                <a:ea typeface="BIZ UDPゴシック" panose="020B0400000000000000" pitchFamily="50" charset="-128"/>
                <a:cs typeface="+mn-cs"/>
              </a:defRPr>
            </a:lvl4pPr>
            <a:lvl5pPr marL="898525" indent="-184150" algn="l" defTabSz="914373" rtl="0" eaLnBrk="1" latinLnBrk="0" hangingPunct="1">
              <a:lnSpc>
                <a:spcPct val="90000"/>
              </a:lnSpc>
              <a:spcBef>
                <a:spcPts val="500"/>
              </a:spcBef>
              <a:buFont typeface="Arial" panose="020B0604020202020204" pitchFamily="34" charset="0"/>
              <a:buChar char="•"/>
              <a:defRPr kumimoji="1" sz="1400" kern="1200">
                <a:solidFill>
                  <a:schemeClr val="tx1"/>
                </a:solidFill>
                <a:latin typeface="BIZ UDPゴシック" panose="020B0400000000000000" pitchFamily="50" charset="-128"/>
                <a:ea typeface="BIZ UDPゴシック" panose="020B0400000000000000" pitchFamily="50" charset="-128"/>
                <a:cs typeface="+mn-cs"/>
              </a:defRPr>
            </a:lvl5pPr>
            <a:lvl6pPr marL="2514525" indent="-228593" algn="l" defTabSz="914373"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11" indent="-228593" algn="l" defTabSz="914373"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897" indent="-228593" algn="l" defTabSz="914373"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083" indent="-228593" algn="l" defTabSz="914373"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t>第 </a:t>
            </a:r>
            <a:r>
              <a:rPr lang="en-US" altLang="ja-JP" dirty="0"/>
              <a:t>1 </a:t>
            </a:r>
            <a:r>
              <a:rPr lang="ja-JP" altLang="en-US" dirty="0"/>
              <a:t>レベル</a:t>
            </a:r>
          </a:p>
          <a:p>
            <a:pPr lvl="1"/>
            <a:r>
              <a:rPr lang="ja-JP" altLang="en-US" dirty="0"/>
              <a:t>第 </a:t>
            </a:r>
            <a:r>
              <a:rPr lang="en-US" altLang="ja-JP" dirty="0"/>
              <a:t>2 </a:t>
            </a:r>
            <a:r>
              <a:rPr lang="ja-JP" altLang="en-US" dirty="0"/>
              <a:t>レベル</a:t>
            </a:r>
          </a:p>
          <a:p>
            <a:pPr lvl="1"/>
            <a:endParaRPr lang="ja-JP" altLang="en-US" dirty="0"/>
          </a:p>
        </p:txBody>
      </p:sp>
      <p:sp>
        <p:nvSpPr>
          <p:cNvPr id="41" name="矢印: 五方向 40">
            <a:extLst>
              <a:ext uri="{FF2B5EF4-FFF2-40B4-BE49-F238E27FC236}">
                <a16:creationId xmlns:a16="http://schemas.microsoft.com/office/drawing/2014/main" id="{7BBC296A-7C14-1791-C882-0B7AA4F66AFE}"/>
              </a:ext>
            </a:extLst>
          </p:cNvPr>
          <p:cNvSpPr/>
          <p:nvPr/>
        </p:nvSpPr>
        <p:spPr>
          <a:xfrm>
            <a:off x="7169914" y="2431093"/>
            <a:ext cx="1081380" cy="484632"/>
          </a:xfrm>
          <a:prstGeom prst="homePlat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l"/>
            <a:r>
              <a:rPr lang="ja-JP" altLang="en-US" sz="1400" dirty="0">
                <a:solidFill>
                  <a:schemeClr val="tx1"/>
                </a:solidFill>
                <a:latin typeface="BIZ UDPゴシック" panose="020B0400000000000000" pitchFamily="50" charset="-128"/>
                <a:ea typeface="BIZ UDPゴシック" panose="020B0400000000000000" pitchFamily="50" charset="-128"/>
              </a:rPr>
              <a:t>ステップ</a:t>
            </a:r>
            <a:r>
              <a:rPr lang="en-US" altLang="ja-JP" sz="1400" dirty="0">
                <a:solidFill>
                  <a:schemeClr val="tx1"/>
                </a:solidFill>
                <a:latin typeface="BIZ UDPゴシック" panose="020B0400000000000000" pitchFamily="50" charset="-128"/>
                <a:ea typeface="BIZ UDPゴシック" panose="020B0400000000000000" pitchFamily="50" charset="-128"/>
              </a:rPr>
              <a:t>1</a:t>
            </a:r>
            <a:endParaRPr kumimoji="1" lang="ja-JP" altLang="en-US" sz="1400" dirty="0">
              <a:solidFill>
                <a:schemeClr val="tx1"/>
              </a:solidFill>
              <a:latin typeface="BIZ UDPゴシック" panose="020B0400000000000000" pitchFamily="50" charset="-128"/>
              <a:ea typeface="BIZ UDPゴシック" panose="020B0400000000000000" pitchFamily="50" charset="-128"/>
            </a:endParaRPr>
          </a:p>
        </p:txBody>
      </p:sp>
      <p:sp>
        <p:nvSpPr>
          <p:cNvPr id="42" name="矢印: 五方向 41">
            <a:extLst>
              <a:ext uri="{FF2B5EF4-FFF2-40B4-BE49-F238E27FC236}">
                <a16:creationId xmlns:a16="http://schemas.microsoft.com/office/drawing/2014/main" id="{E0852639-EE93-34F3-03BF-8606F0097F49}"/>
              </a:ext>
            </a:extLst>
          </p:cNvPr>
          <p:cNvSpPr/>
          <p:nvPr/>
        </p:nvSpPr>
        <p:spPr>
          <a:xfrm rot="5400000">
            <a:off x="7371174" y="2858536"/>
            <a:ext cx="618974" cy="1022565"/>
          </a:xfrm>
          <a:prstGeom prst="homePlat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lIns="0" tIns="0" rIns="0" bIns="0" rtlCol="0" anchor="t" anchorCtr="0"/>
          <a:lstStyle/>
          <a:p>
            <a:pPr algn="ctr"/>
            <a:r>
              <a:rPr lang="ja-JP" altLang="en-US" sz="1400" dirty="0">
                <a:solidFill>
                  <a:schemeClr val="tx1"/>
                </a:solidFill>
                <a:latin typeface="BIZ UDPゴシック" panose="020B0400000000000000" pitchFamily="50" charset="-128"/>
                <a:ea typeface="BIZ UDPゴシック" panose="020B0400000000000000" pitchFamily="50" charset="-128"/>
              </a:rPr>
              <a:t>ステップ</a:t>
            </a:r>
            <a:r>
              <a:rPr lang="en-US" altLang="ja-JP" sz="1400" dirty="0">
                <a:solidFill>
                  <a:schemeClr val="tx1"/>
                </a:solidFill>
                <a:latin typeface="BIZ UDPゴシック" panose="020B0400000000000000" pitchFamily="50" charset="-128"/>
                <a:ea typeface="BIZ UDPゴシック" panose="020B0400000000000000" pitchFamily="50" charset="-128"/>
              </a:rPr>
              <a:t>1</a:t>
            </a:r>
            <a:endParaRPr kumimoji="1" lang="ja-JP" altLang="en-US" sz="1400" dirty="0">
              <a:solidFill>
                <a:schemeClr val="tx1"/>
              </a:solidFill>
              <a:latin typeface="BIZ UDPゴシック" panose="020B0400000000000000" pitchFamily="50" charset="-128"/>
              <a:ea typeface="BIZ UDPゴシック" panose="020B0400000000000000" pitchFamily="50" charset="-128"/>
            </a:endParaRPr>
          </a:p>
        </p:txBody>
      </p:sp>
      <p:sp>
        <p:nvSpPr>
          <p:cNvPr id="6" name="正方形/長方形 5">
            <a:extLst>
              <a:ext uri="{FF2B5EF4-FFF2-40B4-BE49-F238E27FC236}">
                <a16:creationId xmlns:a16="http://schemas.microsoft.com/office/drawing/2014/main" id="{3909C8BD-189A-AC52-1270-86B165D76248}"/>
              </a:ext>
            </a:extLst>
          </p:cNvPr>
          <p:cNvSpPr/>
          <p:nvPr/>
        </p:nvSpPr>
        <p:spPr>
          <a:xfrm>
            <a:off x="10942647" y="3077222"/>
            <a:ext cx="914390" cy="339596"/>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r>
              <a:rPr kumimoji="1" lang="ja-JP" altLang="en-US" sz="1400" dirty="0">
                <a:solidFill>
                  <a:schemeClr val="bg1"/>
                </a:solidFill>
                <a:latin typeface="BIZ UDPゴシック" panose="020B0400000000000000" pitchFamily="50" charset="-128"/>
                <a:ea typeface="BIZ UDPゴシック" panose="020B0400000000000000" pitchFamily="50" charset="-128"/>
              </a:rPr>
              <a:t>フレーム</a:t>
            </a:r>
          </a:p>
        </p:txBody>
      </p:sp>
    </p:spTree>
    <p:extLst>
      <p:ext uri="{BB962C8B-B14F-4D97-AF65-F5344CB8AC3E}">
        <p14:creationId xmlns:p14="http://schemas.microsoft.com/office/powerpoint/2010/main" val="12437864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972A058-9ECA-2C84-8354-BB26156F875A}"/>
              </a:ext>
            </a:extLst>
          </p:cNvPr>
          <p:cNvSpPr>
            <a:spLocks noGrp="1"/>
          </p:cNvSpPr>
          <p:nvPr>
            <p:ph type="title"/>
          </p:nvPr>
        </p:nvSpPr>
        <p:spPr/>
        <p:txBody>
          <a:bodyPr/>
          <a:lstStyle/>
          <a:p>
            <a:r>
              <a:rPr lang="ja-JP" altLang="en-US" dirty="0"/>
              <a:t>概要・目次・結論</a:t>
            </a:r>
            <a:endParaRPr kumimoji="1" lang="ja-JP" altLang="en-US" dirty="0"/>
          </a:p>
        </p:txBody>
      </p:sp>
      <p:sp>
        <p:nvSpPr>
          <p:cNvPr id="3" name="フッター プレースホルダー 2">
            <a:extLst>
              <a:ext uri="{FF2B5EF4-FFF2-40B4-BE49-F238E27FC236}">
                <a16:creationId xmlns:a16="http://schemas.microsoft.com/office/drawing/2014/main" id="{29A3A5E2-1856-016A-A039-C74BCAD10E73}"/>
              </a:ext>
            </a:extLst>
          </p:cNvPr>
          <p:cNvSpPr>
            <a:spLocks noGrp="1"/>
          </p:cNvSpPr>
          <p:nvPr>
            <p:ph type="ftr" sz="quarter" idx="11"/>
          </p:nvPr>
        </p:nvSpPr>
        <p:spPr/>
        <p:txBody>
          <a:bodyPr/>
          <a:lstStyle/>
          <a:p>
            <a:r>
              <a:rPr lang="ja-JP" altLang="en-US"/>
              <a:t>出所：</a:t>
            </a:r>
            <a:endParaRPr lang="ja-JP" altLang="en-US" sz="900" dirty="0"/>
          </a:p>
        </p:txBody>
      </p:sp>
      <p:sp>
        <p:nvSpPr>
          <p:cNvPr id="4" name="スライド番号プレースホルダー 3">
            <a:extLst>
              <a:ext uri="{FF2B5EF4-FFF2-40B4-BE49-F238E27FC236}">
                <a16:creationId xmlns:a16="http://schemas.microsoft.com/office/drawing/2014/main" id="{17027E75-3B6C-4E45-330C-32C153CC092A}"/>
              </a:ext>
            </a:extLst>
          </p:cNvPr>
          <p:cNvSpPr>
            <a:spLocks noGrp="1"/>
          </p:cNvSpPr>
          <p:nvPr>
            <p:ph type="sldNum" sz="quarter" idx="12"/>
          </p:nvPr>
        </p:nvSpPr>
        <p:spPr/>
        <p:txBody>
          <a:bodyPr/>
          <a:lstStyle/>
          <a:p>
            <a:fld id="{DCB5AA93-092B-49A1-87A7-3C88D5F38AD7}" type="slidenum">
              <a:rPr lang="ja-JP" altLang="en-US" smtClean="0"/>
              <a:pPr/>
              <a:t>4</a:t>
            </a:fld>
            <a:endParaRPr lang="ja-JP" altLang="en-US" sz="900" dirty="0"/>
          </a:p>
        </p:txBody>
      </p:sp>
      <p:sp>
        <p:nvSpPr>
          <p:cNvPr id="5" name="テキスト プレースホルダー 4">
            <a:extLst>
              <a:ext uri="{FF2B5EF4-FFF2-40B4-BE49-F238E27FC236}">
                <a16:creationId xmlns:a16="http://schemas.microsoft.com/office/drawing/2014/main" id="{C8657A0C-3412-DB0B-B8F6-D228A145673F}"/>
              </a:ext>
            </a:extLst>
          </p:cNvPr>
          <p:cNvSpPr>
            <a:spLocks noGrp="1"/>
          </p:cNvSpPr>
          <p:nvPr>
            <p:ph type="body" sz="quarter" idx="13"/>
          </p:nvPr>
        </p:nvSpPr>
        <p:spPr/>
        <p:txBody>
          <a:bodyPr/>
          <a:lstStyle/>
          <a:p>
            <a:endParaRPr kumimoji="1" lang="ja-JP" altLang="en-US"/>
          </a:p>
        </p:txBody>
      </p:sp>
      <p:sp>
        <p:nvSpPr>
          <p:cNvPr id="6" name="テキスト ボックス 5">
            <a:extLst>
              <a:ext uri="{FF2B5EF4-FFF2-40B4-BE49-F238E27FC236}">
                <a16:creationId xmlns:a16="http://schemas.microsoft.com/office/drawing/2014/main" id="{D8394552-BB6C-A90B-276A-456FECCEC6FE}"/>
              </a:ext>
            </a:extLst>
          </p:cNvPr>
          <p:cNvSpPr txBox="1"/>
          <p:nvPr/>
        </p:nvSpPr>
        <p:spPr>
          <a:xfrm>
            <a:off x="334964" y="1268412"/>
            <a:ext cx="2719964" cy="2520951"/>
          </a:xfrm>
          <a:prstGeom prst="rect">
            <a:avLst/>
          </a:prstGeom>
          <a:noFill/>
        </p:spPr>
        <p:txBody>
          <a:bodyPr wrap="square" lIns="0" tIns="0" rIns="0" bIns="0" rtlCol="0" anchor="t" anchorCtr="0">
            <a:noAutofit/>
          </a:bodyPr>
          <a:lstStyle/>
          <a:p>
            <a:pPr marL="361950" indent="-180975" algn="l">
              <a:lnSpc>
                <a:spcPct val="200000"/>
              </a:lnSpc>
              <a:buFont typeface="Arial" panose="020B0604020202020204" pitchFamily="34" charset="0"/>
              <a:buChar char="•"/>
            </a:pPr>
            <a:r>
              <a:rPr kumimoji="1" lang="ja-JP" altLang="en-US" dirty="0">
                <a:latin typeface="BIZ UDPゴシック" panose="020B0400000000000000" pitchFamily="50" charset="-128"/>
                <a:ea typeface="BIZ UDPゴシック" panose="020B0400000000000000" pitchFamily="50" charset="-128"/>
              </a:rPr>
              <a:t>過去</a:t>
            </a:r>
            <a:r>
              <a:rPr kumimoji="1" lang="en-US" altLang="ja-JP" dirty="0">
                <a:latin typeface="BIZ UDPゴシック" panose="020B0400000000000000" pitchFamily="50" charset="-128"/>
                <a:ea typeface="BIZ UDPゴシック" panose="020B0400000000000000" pitchFamily="50" charset="-128"/>
              </a:rPr>
              <a:t>1</a:t>
            </a:r>
          </a:p>
          <a:p>
            <a:pPr marL="361950" indent="-180975" algn="l">
              <a:lnSpc>
                <a:spcPct val="200000"/>
              </a:lnSpc>
              <a:buFont typeface="Arial" panose="020B0604020202020204" pitchFamily="34" charset="0"/>
              <a:buChar char="•"/>
            </a:pPr>
            <a:r>
              <a:rPr lang="ja-JP" altLang="en-US" dirty="0">
                <a:latin typeface="BIZ UDPゴシック" panose="020B0400000000000000" pitchFamily="50" charset="-128"/>
                <a:ea typeface="BIZ UDPゴシック" panose="020B0400000000000000" pitchFamily="50" charset="-128"/>
              </a:rPr>
              <a:t>過去</a:t>
            </a:r>
            <a:r>
              <a:rPr lang="en-US" altLang="ja-JP" dirty="0">
                <a:latin typeface="BIZ UDPゴシック" panose="020B0400000000000000" pitchFamily="50" charset="-128"/>
                <a:ea typeface="BIZ UDPゴシック" panose="020B0400000000000000" pitchFamily="50" charset="-128"/>
              </a:rPr>
              <a:t>2</a:t>
            </a:r>
          </a:p>
          <a:p>
            <a:pPr marL="361950" indent="-180975" algn="l">
              <a:lnSpc>
                <a:spcPct val="200000"/>
              </a:lnSpc>
              <a:buFont typeface="Arial" panose="020B0604020202020204" pitchFamily="34" charset="0"/>
              <a:buChar char="•"/>
            </a:pPr>
            <a:r>
              <a:rPr lang="ja-JP" altLang="en-US" dirty="0">
                <a:latin typeface="BIZ UDPゴシック" panose="020B0400000000000000" pitchFamily="50" charset="-128"/>
                <a:ea typeface="BIZ UDPゴシック" panose="020B0400000000000000" pitchFamily="50" charset="-128"/>
              </a:rPr>
              <a:t>未来</a:t>
            </a:r>
            <a:r>
              <a:rPr lang="en-US" altLang="ja-JP" dirty="0">
                <a:latin typeface="BIZ UDPゴシック" panose="020B0400000000000000" pitchFamily="50" charset="-128"/>
                <a:ea typeface="BIZ UDPゴシック" panose="020B0400000000000000" pitchFamily="50" charset="-128"/>
              </a:rPr>
              <a:t>1</a:t>
            </a:r>
          </a:p>
          <a:p>
            <a:pPr marL="361950" indent="-180975" algn="l">
              <a:lnSpc>
                <a:spcPct val="200000"/>
              </a:lnSpc>
              <a:buFont typeface="Arial" panose="020B0604020202020204" pitchFamily="34" charset="0"/>
              <a:buChar char="•"/>
            </a:pPr>
            <a:r>
              <a:rPr kumimoji="1" lang="ja-JP" altLang="en-US" dirty="0">
                <a:latin typeface="BIZ UDPゴシック" panose="020B0400000000000000" pitchFamily="50" charset="-128"/>
                <a:ea typeface="BIZ UDPゴシック" panose="020B0400000000000000" pitchFamily="50" charset="-128"/>
              </a:rPr>
              <a:t>未来</a:t>
            </a:r>
            <a:r>
              <a:rPr kumimoji="1" lang="en-US" altLang="ja-JP" dirty="0">
                <a:latin typeface="BIZ UDPゴシック" panose="020B0400000000000000" pitchFamily="50" charset="-128"/>
                <a:ea typeface="BIZ UDPゴシック" panose="020B0400000000000000" pitchFamily="50" charset="-128"/>
              </a:rPr>
              <a:t>2</a:t>
            </a:r>
            <a:endParaRPr kumimoji="1" lang="ja-JP" altLang="en-US" dirty="0">
              <a:latin typeface="BIZ UDPゴシック" panose="020B0400000000000000" pitchFamily="50" charset="-128"/>
              <a:ea typeface="BIZ UDPゴシック" panose="020B0400000000000000" pitchFamily="50" charset="-128"/>
            </a:endParaRPr>
          </a:p>
        </p:txBody>
      </p:sp>
      <p:sp>
        <p:nvSpPr>
          <p:cNvPr id="7" name="テキスト ボックス 6">
            <a:extLst>
              <a:ext uri="{FF2B5EF4-FFF2-40B4-BE49-F238E27FC236}">
                <a16:creationId xmlns:a16="http://schemas.microsoft.com/office/drawing/2014/main" id="{FAE4E57D-CD2E-F324-AEA1-320EBC987309}"/>
              </a:ext>
            </a:extLst>
          </p:cNvPr>
          <p:cNvSpPr txBox="1"/>
          <p:nvPr/>
        </p:nvSpPr>
        <p:spPr>
          <a:xfrm>
            <a:off x="4291446" y="1268412"/>
            <a:ext cx="3990110" cy="2520951"/>
          </a:xfrm>
          <a:prstGeom prst="rect">
            <a:avLst/>
          </a:prstGeom>
          <a:noFill/>
        </p:spPr>
        <p:txBody>
          <a:bodyPr wrap="square" lIns="0" tIns="0" rIns="0" bIns="0" rtlCol="0" anchor="t" anchorCtr="0">
            <a:noAutofit/>
          </a:bodyPr>
          <a:lstStyle/>
          <a:p>
            <a:pPr marL="361950" indent="-180975" algn="l">
              <a:lnSpc>
                <a:spcPct val="200000"/>
              </a:lnSpc>
              <a:buFont typeface="Arial" panose="020B0604020202020204" pitchFamily="34" charset="0"/>
              <a:buChar char="•"/>
            </a:pPr>
            <a:r>
              <a:rPr kumimoji="1" lang="ja-JP" altLang="en-US" dirty="0">
                <a:latin typeface="BIZ UDPゴシック" panose="020B0400000000000000" pitchFamily="50" charset="-128"/>
                <a:ea typeface="BIZ UDPゴシック" panose="020B0400000000000000" pitchFamily="50" charset="-128"/>
              </a:rPr>
              <a:t>背景と目的</a:t>
            </a:r>
            <a:r>
              <a:rPr kumimoji="1" lang="en-US" altLang="ja-JP" dirty="0">
                <a:latin typeface="BIZ UDPゴシック" panose="020B0400000000000000" pitchFamily="50" charset="-128"/>
                <a:ea typeface="BIZ UDPゴシック" panose="020B0400000000000000" pitchFamily="50" charset="-128"/>
              </a:rPr>
              <a:t>	</a:t>
            </a:r>
            <a:r>
              <a:rPr kumimoji="1" lang="ja-JP" altLang="en-US" dirty="0">
                <a:latin typeface="BIZ UDPゴシック" panose="020B0400000000000000" pitchFamily="50" charset="-128"/>
                <a:ea typeface="BIZ UDPゴシック" panose="020B0400000000000000" pitchFamily="50" charset="-128"/>
              </a:rPr>
              <a:t>推移</a:t>
            </a:r>
            <a:endParaRPr kumimoji="1" lang="en-US" altLang="ja-JP" dirty="0">
              <a:latin typeface="BIZ UDPゴシック" panose="020B0400000000000000" pitchFamily="50" charset="-128"/>
              <a:ea typeface="BIZ UDPゴシック" panose="020B0400000000000000" pitchFamily="50" charset="-128"/>
            </a:endParaRPr>
          </a:p>
          <a:p>
            <a:pPr marL="361950" indent="-180975" algn="l">
              <a:lnSpc>
                <a:spcPct val="200000"/>
              </a:lnSpc>
              <a:buFont typeface="Arial" panose="020B0604020202020204" pitchFamily="34" charset="0"/>
              <a:buChar char="•"/>
            </a:pPr>
            <a:r>
              <a:rPr lang="ja-JP" altLang="en-US" dirty="0">
                <a:latin typeface="BIZ UDPゴシック" panose="020B0400000000000000" pitchFamily="50" charset="-128"/>
                <a:ea typeface="BIZ UDPゴシック" panose="020B0400000000000000" pitchFamily="50" charset="-128"/>
              </a:rPr>
              <a:t>課題</a:t>
            </a:r>
            <a:r>
              <a:rPr lang="en-US" altLang="ja-JP" dirty="0">
                <a:latin typeface="BIZ UDPゴシック" panose="020B0400000000000000" pitchFamily="50" charset="-128"/>
                <a:ea typeface="BIZ UDPゴシック" panose="020B0400000000000000" pitchFamily="50" charset="-128"/>
              </a:rPr>
              <a:t>		</a:t>
            </a:r>
            <a:r>
              <a:rPr lang="ja-JP" altLang="en-US" dirty="0">
                <a:latin typeface="BIZ UDPゴシック" panose="020B0400000000000000" pitchFamily="50" charset="-128"/>
                <a:ea typeface="BIZ UDPゴシック" panose="020B0400000000000000" pitchFamily="50" charset="-128"/>
              </a:rPr>
              <a:t>減少の要因</a:t>
            </a:r>
            <a:endParaRPr lang="en-US" altLang="ja-JP" dirty="0">
              <a:latin typeface="BIZ UDPゴシック" panose="020B0400000000000000" pitchFamily="50" charset="-128"/>
              <a:ea typeface="BIZ UDPゴシック" panose="020B0400000000000000" pitchFamily="50" charset="-128"/>
            </a:endParaRPr>
          </a:p>
          <a:p>
            <a:pPr marL="361950" indent="-180975" algn="l">
              <a:lnSpc>
                <a:spcPct val="200000"/>
              </a:lnSpc>
              <a:buFont typeface="Arial" panose="020B0604020202020204" pitchFamily="34" charset="0"/>
              <a:buChar char="•"/>
            </a:pPr>
            <a:r>
              <a:rPr lang="ja-JP" altLang="en-US" dirty="0">
                <a:latin typeface="BIZ UDPゴシック" panose="020B0400000000000000" pitchFamily="50" charset="-128"/>
                <a:ea typeface="BIZ UDPゴシック" panose="020B0400000000000000" pitchFamily="50" charset="-128"/>
              </a:rPr>
              <a:t>解決案</a:t>
            </a:r>
            <a:r>
              <a:rPr lang="en-US" altLang="ja-JP" dirty="0">
                <a:latin typeface="BIZ UDPゴシック" panose="020B0400000000000000" pitchFamily="50" charset="-128"/>
                <a:ea typeface="BIZ UDPゴシック" panose="020B0400000000000000" pitchFamily="50" charset="-128"/>
              </a:rPr>
              <a:t>	</a:t>
            </a:r>
            <a:r>
              <a:rPr lang="ja-JP" altLang="en-US" dirty="0">
                <a:latin typeface="BIZ UDPゴシック" panose="020B0400000000000000" pitchFamily="50" charset="-128"/>
                <a:ea typeface="BIZ UDPゴシック" panose="020B0400000000000000" pitchFamily="50" charset="-128"/>
              </a:rPr>
              <a:t>プロモーション</a:t>
            </a:r>
            <a:endParaRPr lang="en-US" altLang="ja-JP" dirty="0">
              <a:latin typeface="BIZ UDPゴシック" panose="020B0400000000000000" pitchFamily="50" charset="-128"/>
              <a:ea typeface="BIZ UDPゴシック" panose="020B0400000000000000" pitchFamily="50" charset="-128"/>
            </a:endParaRPr>
          </a:p>
          <a:p>
            <a:pPr marL="361950" indent="-180975" algn="l">
              <a:lnSpc>
                <a:spcPct val="200000"/>
              </a:lnSpc>
              <a:buFont typeface="Arial" panose="020B0604020202020204" pitchFamily="34" charset="0"/>
              <a:buChar char="•"/>
            </a:pPr>
            <a:r>
              <a:rPr lang="ja-JP" altLang="en-US" dirty="0">
                <a:latin typeface="BIZ UDPゴシック" panose="020B0400000000000000" pitchFamily="50" charset="-128"/>
                <a:ea typeface="BIZ UDPゴシック" panose="020B0400000000000000" pitchFamily="50" charset="-128"/>
              </a:rPr>
              <a:t>効果</a:t>
            </a:r>
            <a:r>
              <a:rPr lang="en-US" altLang="ja-JP" dirty="0">
                <a:latin typeface="BIZ UDPゴシック" panose="020B0400000000000000" pitchFamily="50" charset="-128"/>
                <a:ea typeface="BIZ UDPゴシック" panose="020B0400000000000000" pitchFamily="50" charset="-128"/>
              </a:rPr>
              <a:t>		</a:t>
            </a:r>
            <a:r>
              <a:rPr lang="ja-JP" altLang="en-US" dirty="0">
                <a:latin typeface="BIZ UDPゴシック" panose="020B0400000000000000" pitchFamily="50" charset="-128"/>
                <a:ea typeface="BIZ UDPゴシック" panose="020B0400000000000000" pitchFamily="50" charset="-128"/>
              </a:rPr>
              <a:t>影響分析</a:t>
            </a:r>
            <a:endParaRPr lang="en-US" altLang="ja-JP" dirty="0">
              <a:latin typeface="BIZ UDPゴシック" panose="020B0400000000000000" pitchFamily="50" charset="-128"/>
              <a:ea typeface="BIZ UDPゴシック" panose="020B0400000000000000" pitchFamily="50" charset="-128"/>
            </a:endParaRPr>
          </a:p>
          <a:p>
            <a:pPr marL="361950" indent="-180975" algn="l">
              <a:lnSpc>
                <a:spcPct val="200000"/>
              </a:lnSpc>
              <a:buFont typeface="Arial" panose="020B0604020202020204" pitchFamily="34" charset="0"/>
              <a:buChar char="•"/>
            </a:pPr>
            <a:r>
              <a:rPr kumimoji="1" lang="ja-JP" altLang="en-US" dirty="0">
                <a:latin typeface="BIZ UDPゴシック" panose="020B0400000000000000" pitchFamily="50" charset="-128"/>
                <a:ea typeface="BIZ UDPゴシック" panose="020B0400000000000000" pitchFamily="50" charset="-128"/>
              </a:rPr>
              <a:t>結論</a:t>
            </a:r>
            <a:r>
              <a:rPr kumimoji="1" lang="en-US" altLang="ja-JP" dirty="0">
                <a:latin typeface="BIZ UDPゴシック" panose="020B0400000000000000" pitchFamily="50" charset="-128"/>
                <a:ea typeface="BIZ UDPゴシック" panose="020B0400000000000000" pitchFamily="50" charset="-128"/>
              </a:rPr>
              <a:t>		</a:t>
            </a:r>
            <a:r>
              <a:rPr kumimoji="1" lang="ja-JP" altLang="en-US" dirty="0">
                <a:latin typeface="BIZ UDPゴシック" panose="020B0400000000000000" pitchFamily="50" charset="-128"/>
                <a:ea typeface="BIZ UDPゴシック" panose="020B0400000000000000" pitchFamily="50" charset="-128"/>
              </a:rPr>
              <a:t>施策提案</a:t>
            </a:r>
          </a:p>
        </p:txBody>
      </p:sp>
      <p:sp>
        <p:nvSpPr>
          <p:cNvPr id="8" name="テキスト ボックス 7">
            <a:extLst>
              <a:ext uri="{FF2B5EF4-FFF2-40B4-BE49-F238E27FC236}">
                <a16:creationId xmlns:a16="http://schemas.microsoft.com/office/drawing/2014/main" id="{F984D1F5-5732-160F-0002-0FD96A3A9C49}"/>
              </a:ext>
            </a:extLst>
          </p:cNvPr>
          <p:cNvSpPr txBox="1"/>
          <p:nvPr/>
        </p:nvSpPr>
        <p:spPr>
          <a:xfrm>
            <a:off x="8510155" y="1268413"/>
            <a:ext cx="3346883" cy="2520950"/>
          </a:xfrm>
          <a:prstGeom prst="rect">
            <a:avLst/>
          </a:prstGeom>
          <a:noFill/>
        </p:spPr>
        <p:txBody>
          <a:bodyPr wrap="square" lIns="0" tIns="0" rIns="0" bIns="0" rtlCol="0" anchor="t" anchorCtr="0">
            <a:noAutofit/>
          </a:bodyPr>
          <a:lstStyle/>
          <a:p>
            <a:pPr marL="361950" indent="-180975" algn="l">
              <a:lnSpc>
                <a:spcPct val="200000"/>
              </a:lnSpc>
              <a:buFont typeface="Arial" panose="020B0604020202020204" pitchFamily="34" charset="0"/>
              <a:buChar char="•"/>
            </a:pPr>
            <a:r>
              <a:rPr kumimoji="1" lang="ja-JP" altLang="en-US" dirty="0">
                <a:latin typeface="BIZ UDPゴシック" panose="020B0400000000000000" pitchFamily="50" charset="-128"/>
                <a:ea typeface="BIZ UDPゴシック" panose="020B0400000000000000" pitchFamily="50" charset="-128"/>
              </a:rPr>
              <a:t>現在</a:t>
            </a:r>
            <a:r>
              <a:rPr kumimoji="1" lang="en-US" altLang="ja-JP" dirty="0">
                <a:latin typeface="BIZ UDPゴシック" panose="020B0400000000000000" pitchFamily="50" charset="-128"/>
                <a:ea typeface="BIZ UDPゴシック" panose="020B0400000000000000" pitchFamily="50" charset="-128"/>
              </a:rPr>
              <a:t>1</a:t>
            </a:r>
          </a:p>
          <a:p>
            <a:pPr marL="361950" indent="-180975" algn="l">
              <a:lnSpc>
                <a:spcPct val="200000"/>
              </a:lnSpc>
              <a:buFont typeface="Arial" panose="020B0604020202020204" pitchFamily="34" charset="0"/>
              <a:buChar char="•"/>
            </a:pPr>
            <a:r>
              <a:rPr lang="ja-JP" altLang="en-US" dirty="0">
                <a:latin typeface="BIZ UDPゴシック" panose="020B0400000000000000" pitchFamily="50" charset="-128"/>
                <a:ea typeface="BIZ UDPゴシック" panose="020B0400000000000000" pitchFamily="50" charset="-128"/>
              </a:rPr>
              <a:t>現在</a:t>
            </a:r>
            <a:r>
              <a:rPr lang="en-US" altLang="ja-JP" dirty="0">
                <a:latin typeface="BIZ UDPゴシック" panose="020B0400000000000000" pitchFamily="50" charset="-128"/>
                <a:ea typeface="BIZ UDPゴシック" panose="020B0400000000000000" pitchFamily="50" charset="-128"/>
              </a:rPr>
              <a:t>2</a:t>
            </a:r>
          </a:p>
          <a:p>
            <a:pPr marL="361950" indent="-180975" algn="l">
              <a:lnSpc>
                <a:spcPct val="200000"/>
              </a:lnSpc>
              <a:buFont typeface="Arial" panose="020B0604020202020204" pitchFamily="34" charset="0"/>
              <a:buChar char="•"/>
            </a:pPr>
            <a:r>
              <a:rPr kumimoji="1" lang="ja-JP" altLang="en-US" dirty="0">
                <a:latin typeface="BIZ UDPゴシック" panose="020B0400000000000000" pitchFamily="50" charset="-128"/>
                <a:ea typeface="BIZ UDPゴシック" panose="020B0400000000000000" pitchFamily="50" charset="-128"/>
              </a:rPr>
              <a:t>未来</a:t>
            </a:r>
            <a:r>
              <a:rPr kumimoji="1" lang="en-US" altLang="ja-JP" dirty="0">
                <a:latin typeface="BIZ UDPゴシック" panose="020B0400000000000000" pitchFamily="50" charset="-128"/>
                <a:ea typeface="BIZ UDPゴシック" panose="020B0400000000000000" pitchFamily="50" charset="-128"/>
              </a:rPr>
              <a:t>1</a:t>
            </a:r>
          </a:p>
          <a:p>
            <a:pPr marL="361950" indent="-180975" algn="l">
              <a:lnSpc>
                <a:spcPct val="200000"/>
              </a:lnSpc>
              <a:buFont typeface="Arial" panose="020B0604020202020204" pitchFamily="34" charset="0"/>
              <a:buChar char="•"/>
            </a:pPr>
            <a:r>
              <a:rPr lang="ja-JP" altLang="en-US" dirty="0">
                <a:latin typeface="BIZ UDPゴシック" panose="020B0400000000000000" pitchFamily="50" charset="-128"/>
                <a:ea typeface="BIZ UDPゴシック" panose="020B0400000000000000" pitchFamily="50" charset="-128"/>
              </a:rPr>
              <a:t>未来</a:t>
            </a:r>
            <a:r>
              <a:rPr lang="en-US" altLang="ja-JP" dirty="0">
                <a:latin typeface="BIZ UDPゴシック" panose="020B0400000000000000" pitchFamily="50" charset="-128"/>
                <a:ea typeface="BIZ UDPゴシック" panose="020B0400000000000000" pitchFamily="50" charset="-128"/>
              </a:rPr>
              <a:t>2</a:t>
            </a:r>
            <a:endParaRPr kumimoji="1" lang="ja-JP" altLang="en-US"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37388607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F3D69A-DD42-12A5-3BB1-2F709C9D3CA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C056C32-E767-2992-CB4E-8A21CAC6B23C}"/>
              </a:ext>
            </a:extLst>
          </p:cNvPr>
          <p:cNvSpPr>
            <a:spLocks noGrp="1"/>
          </p:cNvSpPr>
          <p:nvPr>
            <p:ph type="ctrTitle"/>
          </p:nvPr>
        </p:nvSpPr>
        <p:spPr/>
        <p:txBody>
          <a:bodyPr/>
          <a:lstStyle/>
          <a:p>
            <a:r>
              <a:rPr lang="ja-JP" altLang="en-US" dirty="0"/>
              <a:t>一覧</a:t>
            </a:r>
            <a:endParaRPr kumimoji="1" lang="ja-JP" altLang="en-US" dirty="0"/>
          </a:p>
        </p:txBody>
      </p:sp>
      <p:sp>
        <p:nvSpPr>
          <p:cNvPr id="3" name="字幕 2">
            <a:extLst>
              <a:ext uri="{FF2B5EF4-FFF2-40B4-BE49-F238E27FC236}">
                <a16:creationId xmlns:a16="http://schemas.microsoft.com/office/drawing/2014/main" id="{E90D611D-FD1D-A4CC-35DE-E105B1D840D4}"/>
              </a:ext>
            </a:extLst>
          </p:cNvPr>
          <p:cNvSpPr>
            <a:spLocks noGrp="1"/>
          </p:cNvSpPr>
          <p:nvPr>
            <p:ph type="subTitle"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BCA4B67-D946-2C82-9A50-11DF8A31FD44}"/>
              </a:ext>
            </a:extLst>
          </p:cNvPr>
          <p:cNvSpPr>
            <a:spLocks noGrp="1"/>
          </p:cNvSpPr>
          <p:nvPr>
            <p:ph type="sldNum" sz="quarter" idx="12"/>
          </p:nvPr>
        </p:nvSpPr>
        <p:spPr>
          <a:xfrm>
            <a:off x="8610604" y="6500553"/>
            <a:ext cx="3173412" cy="220927"/>
          </a:xfrm>
        </p:spPr>
        <p:txBody>
          <a:bodyPr/>
          <a:lstStyle/>
          <a:p>
            <a:fld id="{DCB5AA93-092B-49A1-87A7-3C88D5F38AD7}" type="slidenum">
              <a:rPr lang="ja-JP" altLang="en-US" smtClean="0"/>
              <a:pPr/>
              <a:t>5</a:t>
            </a:fld>
            <a:endParaRPr lang="ja-JP" altLang="en-US"/>
          </a:p>
        </p:txBody>
      </p:sp>
      <p:sp>
        <p:nvSpPr>
          <p:cNvPr id="5" name="フッター プレースホルダー 4">
            <a:extLst>
              <a:ext uri="{FF2B5EF4-FFF2-40B4-BE49-F238E27FC236}">
                <a16:creationId xmlns:a16="http://schemas.microsoft.com/office/drawing/2014/main" id="{E7DA5992-19AA-2E73-473B-7CB038E1B61B}"/>
              </a:ext>
            </a:extLst>
          </p:cNvPr>
          <p:cNvSpPr>
            <a:spLocks noGrp="1"/>
          </p:cNvSpPr>
          <p:nvPr>
            <p:ph type="ftr" sz="quarter" idx="11"/>
          </p:nvPr>
        </p:nvSpPr>
        <p:spPr>
          <a:xfrm>
            <a:off x="407990" y="6500553"/>
            <a:ext cx="7745413" cy="220927"/>
          </a:xfrm>
        </p:spPr>
        <p:txBody>
          <a:bodyPr/>
          <a:lstStyle/>
          <a:p>
            <a:r>
              <a:rPr lang="ja-JP" altLang="en-US"/>
              <a:t>プロジェクト</a:t>
            </a:r>
            <a:r>
              <a:rPr lang="en-US" altLang="ja-JP"/>
              <a:t>/</a:t>
            </a:r>
            <a:r>
              <a:rPr lang="ja-JP" altLang="en-US"/>
              <a:t>部署</a:t>
            </a:r>
            <a:r>
              <a:rPr lang="en-US" altLang="ja-JP"/>
              <a:t>/</a:t>
            </a:r>
            <a:r>
              <a:rPr lang="ja-JP" altLang="en-US"/>
              <a:t>書類管理情報</a:t>
            </a:r>
            <a:endParaRPr lang="en-US" altLang="ja-JP" dirty="0"/>
          </a:p>
        </p:txBody>
      </p:sp>
    </p:spTree>
    <p:extLst>
      <p:ext uri="{BB962C8B-B14F-4D97-AF65-F5344CB8AC3E}">
        <p14:creationId xmlns:p14="http://schemas.microsoft.com/office/powerpoint/2010/main" val="33373535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AB8CA-C663-8B08-556D-EA70CF828A3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0FECC98-8C1A-15A0-932B-8EDF82202645}"/>
              </a:ext>
            </a:extLst>
          </p:cNvPr>
          <p:cNvSpPr>
            <a:spLocks noGrp="1"/>
          </p:cNvSpPr>
          <p:nvPr>
            <p:ph type="ctrTitle"/>
          </p:nvPr>
        </p:nvSpPr>
        <p:spPr/>
        <p:txBody>
          <a:bodyPr/>
          <a:lstStyle/>
          <a:p>
            <a:r>
              <a:rPr lang="ja-JP" altLang="en-US" dirty="0"/>
              <a:t>マトリックス</a:t>
            </a:r>
            <a:endParaRPr kumimoji="1" lang="ja-JP" altLang="en-US" dirty="0"/>
          </a:p>
        </p:txBody>
      </p:sp>
      <p:sp>
        <p:nvSpPr>
          <p:cNvPr id="3" name="字幕 2">
            <a:extLst>
              <a:ext uri="{FF2B5EF4-FFF2-40B4-BE49-F238E27FC236}">
                <a16:creationId xmlns:a16="http://schemas.microsoft.com/office/drawing/2014/main" id="{6F7F4262-1E9E-A6ED-631B-58C32CBB8A7E}"/>
              </a:ext>
            </a:extLst>
          </p:cNvPr>
          <p:cNvSpPr>
            <a:spLocks noGrp="1"/>
          </p:cNvSpPr>
          <p:nvPr>
            <p:ph type="subTitle"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EF3FDD72-AE2B-8592-ADA1-6055AD21D519}"/>
              </a:ext>
            </a:extLst>
          </p:cNvPr>
          <p:cNvSpPr>
            <a:spLocks noGrp="1"/>
          </p:cNvSpPr>
          <p:nvPr>
            <p:ph type="sldNum" sz="quarter" idx="12"/>
          </p:nvPr>
        </p:nvSpPr>
        <p:spPr>
          <a:xfrm>
            <a:off x="8610604" y="6500553"/>
            <a:ext cx="3173412" cy="220927"/>
          </a:xfrm>
        </p:spPr>
        <p:txBody>
          <a:bodyPr/>
          <a:lstStyle/>
          <a:p>
            <a:fld id="{DCB5AA93-092B-49A1-87A7-3C88D5F38AD7}" type="slidenum">
              <a:rPr lang="ja-JP" altLang="en-US" smtClean="0"/>
              <a:pPr/>
              <a:t>6</a:t>
            </a:fld>
            <a:endParaRPr lang="ja-JP" altLang="en-US"/>
          </a:p>
        </p:txBody>
      </p:sp>
      <p:sp>
        <p:nvSpPr>
          <p:cNvPr id="5" name="フッター プレースホルダー 4">
            <a:extLst>
              <a:ext uri="{FF2B5EF4-FFF2-40B4-BE49-F238E27FC236}">
                <a16:creationId xmlns:a16="http://schemas.microsoft.com/office/drawing/2014/main" id="{94FB1DD6-A5FC-2D25-9E62-6C2A8D23FA21}"/>
              </a:ext>
            </a:extLst>
          </p:cNvPr>
          <p:cNvSpPr>
            <a:spLocks noGrp="1"/>
          </p:cNvSpPr>
          <p:nvPr>
            <p:ph type="ftr" sz="quarter" idx="11"/>
          </p:nvPr>
        </p:nvSpPr>
        <p:spPr>
          <a:xfrm>
            <a:off x="407990" y="6500553"/>
            <a:ext cx="7745413" cy="220927"/>
          </a:xfrm>
        </p:spPr>
        <p:txBody>
          <a:bodyPr/>
          <a:lstStyle/>
          <a:p>
            <a:r>
              <a:rPr lang="ja-JP" altLang="en-US"/>
              <a:t>プロジェクト</a:t>
            </a:r>
            <a:r>
              <a:rPr lang="en-US" altLang="ja-JP"/>
              <a:t>/</a:t>
            </a:r>
            <a:r>
              <a:rPr lang="ja-JP" altLang="en-US"/>
              <a:t>部署</a:t>
            </a:r>
            <a:r>
              <a:rPr lang="en-US" altLang="ja-JP"/>
              <a:t>/</a:t>
            </a:r>
            <a:r>
              <a:rPr lang="ja-JP" altLang="en-US"/>
              <a:t>書類管理情報</a:t>
            </a:r>
            <a:endParaRPr lang="en-US" altLang="ja-JP" dirty="0"/>
          </a:p>
        </p:txBody>
      </p:sp>
    </p:spTree>
    <p:extLst>
      <p:ext uri="{BB962C8B-B14F-4D97-AF65-F5344CB8AC3E}">
        <p14:creationId xmlns:p14="http://schemas.microsoft.com/office/powerpoint/2010/main" val="16650038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50400-9153-18F3-610E-DD906F061A1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56B6B47-8DE7-793D-DBFF-CDBB4214343A}"/>
              </a:ext>
            </a:extLst>
          </p:cNvPr>
          <p:cNvSpPr>
            <a:spLocks noGrp="1"/>
          </p:cNvSpPr>
          <p:nvPr>
            <p:ph type="ctrTitle"/>
          </p:nvPr>
        </p:nvSpPr>
        <p:spPr/>
        <p:txBody>
          <a:bodyPr/>
          <a:lstStyle/>
          <a:p>
            <a:r>
              <a:rPr kumimoji="1" lang="ja-JP" altLang="en-US" dirty="0"/>
              <a:t>ステップ</a:t>
            </a:r>
          </a:p>
        </p:txBody>
      </p:sp>
      <p:sp>
        <p:nvSpPr>
          <p:cNvPr id="3" name="字幕 2">
            <a:extLst>
              <a:ext uri="{FF2B5EF4-FFF2-40B4-BE49-F238E27FC236}">
                <a16:creationId xmlns:a16="http://schemas.microsoft.com/office/drawing/2014/main" id="{98602E51-7F4D-1D09-9E71-85F15A896244}"/>
              </a:ext>
            </a:extLst>
          </p:cNvPr>
          <p:cNvSpPr>
            <a:spLocks noGrp="1"/>
          </p:cNvSpPr>
          <p:nvPr>
            <p:ph type="subTitle"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C3E05DA8-525E-F264-75D0-8812049967C2}"/>
              </a:ext>
            </a:extLst>
          </p:cNvPr>
          <p:cNvSpPr>
            <a:spLocks noGrp="1"/>
          </p:cNvSpPr>
          <p:nvPr>
            <p:ph type="sldNum" sz="quarter" idx="12"/>
          </p:nvPr>
        </p:nvSpPr>
        <p:spPr>
          <a:xfrm>
            <a:off x="8610604" y="6500553"/>
            <a:ext cx="3173412" cy="220927"/>
          </a:xfrm>
        </p:spPr>
        <p:txBody>
          <a:bodyPr/>
          <a:lstStyle/>
          <a:p>
            <a:fld id="{DCB5AA93-092B-49A1-87A7-3C88D5F38AD7}" type="slidenum">
              <a:rPr lang="ja-JP" altLang="en-US" smtClean="0"/>
              <a:pPr/>
              <a:t>7</a:t>
            </a:fld>
            <a:endParaRPr lang="ja-JP" altLang="en-US"/>
          </a:p>
        </p:txBody>
      </p:sp>
      <p:sp>
        <p:nvSpPr>
          <p:cNvPr id="5" name="フッター プレースホルダー 4">
            <a:extLst>
              <a:ext uri="{FF2B5EF4-FFF2-40B4-BE49-F238E27FC236}">
                <a16:creationId xmlns:a16="http://schemas.microsoft.com/office/drawing/2014/main" id="{F35A2FBD-6562-519D-5AC8-317A2B6B27C5}"/>
              </a:ext>
            </a:extLst>
          </p:cNvPr>
          <p:cNvSpPr>
            <a:spLocks noGrp="1"/>
          </p:cNvSpPr>
          <p:nvPr>
            <p:ph type="ftr" sz="quarter" idx="11"/>
          </p:nvPr>
        </p:nvSpPr>
        <p:spPr>
          <a:xfrm>
            <a:off x="407990" y="6500553"/>
            <a:ext cx="7745413" cy="220927"/>
          </a:xfrm>
        </p:spPr>
        <p:txBody>
          <a:bodyPr/>
          <a:lstStyle/>
          <a:p>
            <a:r>
              <a:rPr lang="ja-JP" altLang="en-US"/>
              <a:t>プロジェクト</a:t>
            </a:r>
            <a:r>
              <a:rPr lang="en-US" altLang="ja-JP"/>
              <a:t>/</a:t>
            </a:r>
            <a:r>
              <a:rPr lang="ja-JP" altLang="en-US"/>
              <a:t>部署</a:t>
            </a:r>
            <a:r>
              <a:rPr lang="en-US" altLang="ja-JP"/>
              <a:t>/</a:t>
            </a:r>
            <a:r>
              <a:rPr lang="ja-JP" altLang="en-US"/>
              <a:t>書類管理情報</a:t>
            </a:r>
            <a:endParaRPr lang="en-US" altLang="ja-JP" dirty="0"/>
          </a:p>
        </p:txBody>
      </p:sp>
    </p:spTree>
    <p:extLst>
      <p:ext uri="{BB962C8B-B14F-4D97-AF65-F5344CB8AC3E}">
        <p14:creationId xmlns:p14="http://schemas.microsoft.com/office/powerpoint/2010/main" val="21931490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1D604-3EB4-BA18-DF16-82604BDED8B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A213C4F-0880-6D6F-EE7A-205AD5B1739A}"/>
              </a:ext>
            </a:extLst>
          </p:cNvPr>
          <p:cNvSpPr>
            <a:spLocks noGrp="1"/>
          </p:cNvSpPr>
          <p:nvPr>
            <p:ph type="ctrTitle"/>
          </p:nvPr>
        </p:nvSpPr>
        <p:spPr/>
        <p:txBody>
          <a:bodyPr/>
          <a:lstStyle/>
          <a:p>
            <a:r>
              <a:rPr kumimoji="1" lang="ja-JP" altLang="en-US" dirty="0"/>
              <a:t>比較</a:t>
            </a:r>
          </a:p>
        </p:txBody>
      </p:sp>
      <p:sp>
        <p:nvSpPr>
          <p:cNvPr id="3" name="字幕 2">
            <a:extLst>
              <a:ext uri="{FF2B5EF4-FFF2-40B4-BE49-F238E27FC236}">
                <a16:creationId xmlns:a16="http://schemas.microsoft.com/office/drawing/2014/main" id="{F6B70931-EDC2-CB15-A4A1-E82232250A42}"/>
              </a:ext>
            </a:extLst>
          </p:cNvPr>
          <p:cNvSpPr>
            <a:spLocks noGrp="1"/>
          </p:cNvSpPr>
          <p:nvPr>
            <p:ph type="subTitle"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FE73C3BD-F0A2-0E9C-D057-859A053BBD5B}"/>
              </a:ext>
            </a:extLst>
          </p:cNvPr>
          <p:cNvSpPr>
            <a:spLocks noGrp="1"/>
          </p:cNvSpPr>
          <p:nvPr>
            <p:ph type="sldNum" sz="quarter" idx="12"/>
          </p:nvPr>
        </p:nvSpPr>
        <p:spPr>
          <a:xfrm>
            <a:off x="8610604" y="6500553"/>
            <a:ext cx="3173412" cy="220927"/>
          </a:xfrm>
        </p:spPr>
        <p:txBody>
          <a:bodyPr/>
          <a:lstStyle/>
          <a:p>
            <a:fld id="{DCB5AA93-092B-49A1-87A7-3C88D5F38AD7}" type="slidenum">
              <a:rPr lang="ja-JP" altLang="en-US" smtClean="0"/>
              <a:pPr/>
              <a:t>8</a:t>
            </a:fld>
            <a:endParaRPr lang="ja-JP" altLang="en-US"/>
          </a:p>
        </p:txBody>
      </p:sp>
      <p:sp>
        <p:nvSpPr>
          <p:cNvPr id="5" name="フッター プレースホルダー 4">
            <a:extLst>
              <a:ext uri="{FF2B5EF4-FFF2-40B4-BE49-F238E27FC236}">
                <a16:creationId xmlns:a16="http://schemas.microsoft.com/office/drawing/2014/main" id="{596194EA-41B9-8931-0692-004B8C511E77}"/>
              </a:ext>
            </a:extLst>
          </p:cNvPr>
          <p:cNvSpPr>
            <a:spLocks noGrp="1"/>
          </p:cNvSpPr>
          <p:nvPr>
            <p:ph type="ftr" sz="quarter" idx="11"/>
          </p:nvPr>
        </p:nvSpPr>
        <p:spPr>
          <a:xfrm>
            <a:off x="407990" y="6500553"/>
            <a:ext cx="7745413" cy="220927"/>
          </a:xfrm>
        </p:spPr>
        <p:txBody>
          <a:bodyPr/>
          <a:lstStyle/>
          <a:p>
            <a:r>
              <a:rPr lang="ja-JP" altLang="en-US"/>
              <a:t>プロジェクト</a:t>
            </a:r>
            <a:r>
              <a:rPr lang="en-US" altLang="ja-JP"/>
              <a:t>/</a:t>
            </a:r>
            <a:r>
              <a:rPr lang="ja-JP" altLang="en-US"/>
              <a:t>部署</a:t>
            </a:r>
            <a:r>
              <a:rPr lang="en-US" altLang="ja-JP"/>
              <a:t>/</a:t>
            </a:r>
            <a:r>
              <a:rPr lang="ja-JP" altLang="en-US"/>
              <a:t>書類管理情報</a:t>
            </a:r>
            <a:endParaRPr lang="en-US" altLang="ja-JP" dirty="0"/>
          </a:p>
        </p:txBody>
      </p:sp>
    </p:spTree>
    <p:extLst>
      <p:ext uri="{BB962C8B-B14F-4D97-AF65-F5344CB8AC3E}">
        <p14:creationId xmlns:p14="http://schemas.microsoft.com/office/powerpoint/2010/main" val="29618883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4077EFE-ED0F-0743-3E9E-CA70E878B692}"/>
              </a:ext>
            </a:extLst>
          </p:cNvPr>
          <p:cNvSpPr>
            <a:spLocks noGrp="1"/>
          </p:cNvSpPr>
          <p:nvPr>
            <p:ph type="title"/>
          </p:nvPr>
        </p:nvSpPr>
        <p:spPr/>
        <p:txBody>
          <a:bodyPr/>
          <a:lstStyle/>
          <a:p>
            <a:r>
              <a:rPr lang="ja-JP" altLang="en-US" dirty="0"/>
              <a:t>比較</a:t>
            </a:r>
            <a:endParaRPr kumimoji="1" lang="ja-JP" altLang="en-US" dirty="0"/>
          </a:p>
        </p:txBody>
      </p:sp>
      <p:sp>
        <p:nvSpPr>
          <p:cNvPr id="3" name="フッター プレースホルダー 2">
            <a:extLst>
              <a:ext uri="{FF2B5EF4-FFF2-40B4-BE49-F238E27FC236}">
                <a16:creationId xmlns:a16="http://schemas.microsoft.com/office/drawing/2014/main" id="{BE64B61F-E5BC-B7E6-8E10-8D954E439DEE}"/>
              </a:ext>
            </a:extLst>
          </p:cNvPr>
          <p:cNvSpPr>
            <a:spLocks noGrp="1"/>
          </p:cNvSpPr>
          <p:nvPr>
            <p:ph type="ftr" sz="quarter" idx="11"/>
          </p:nvPr>
        </p:nvSpPr>
        <p:spPr/>
        <p:txBody>
          <a:bodyPr/>
          <a:lstStyle/>
          <a:p>
            <a:r>
              <a:rPr lang="ja-JP" altLang="en-US"/>
              <a:t>出所：</a:t>
            </a:r>
            <a:endParaRPr lang="ja-JP" altLang="en-US" sz="900" dirty="0"/>
          </a:p>
        </p:txBody>
      </p:sp>
      <p:sp>
        <p:nvSpPr>
          <p:cNvPr id="4" name="スライド番号プレースホルダー 3">
            <a:extLst>
              <a:ext uri="{FF2B5EF4-FFF2-40B4-BE49-F238E27FC236}">
                <a16:creationId xmlns:a16="http://schemas.microsoft.com/office/drawing/2014/main" id="{C1F7C6AE-3F4E-A1F5-3B1D-A0B6787E9CFF}"/>
              </a:ext>
            </a:extLst>
          </p:cNvPr>
          <p:cNvSpPr>
            <a:spLocks noGrp="1"/>
          </p:cNvSpPr>
          <p:nvPr>
            <p:ph type="sldNum" sz="quarter" idx="12"/>
          </p:nvPr>
        </p:nvSpPr>
        <p:spPr/>
        <p:txBody>
          <a:bodyPr/>
          <a:lstStyle/>
          <a:p>
            <a:fld id="{DCB5AA93-092B-49A1-87A7-3C88D5F38AD7}" type="slidenum">
              <a:rPr lang="ja-JP" altLang="en-US" smtClean="0"/>
              <a:pPr/>
              <a:t>9</a:t>
            </a:fld>
            <a:endParaRPr lang="ja-JP" altLang="en-US" sz="900" dirty="0"/>
          </a:p>
        </p:txBody>
      </p:sp>
      <p:sp>
        <p:nvSpPr>
          <p:cNvPr id="5" name="テキスト プレースホルダー 4">
            <a:extLst>
              <a:ext uri="{FF2B5EF4-FFF2-40B4-BE49-F238E27FC236}">
                <a16:creationId xmlns:a16="http://schemas.microsoft.com/office/drawing/2014/main" id="{AF4C6591-18ED-02D3-BC68-C3D7C836752B}"/>
              </a:ext>
            </a:extLst>
          </p:cNvPr>
          <p:cNvSpPr>
            <a:spLocks noGrp="1"/>
          </p:cNvSpPr>
          <p:nvPr>
            <p:ph type="body" sz="quarter" idx="13"/>
          </p:nvPr>
        </p:nvSpPr>
        <p:spPr/>
        <p:txBody>
          <a:bodyPr/>
          <a:lstStyle/>
          <a:p>
            <a:endParaRPr kumimoji="1" lang="ja-JP" altLang="en-US"/>
          </a:p>
        </p:txBody>
      </p:sp>
      <p:sp>
        <p:nvSpPr>
          <p:cNvPr id="6" name="テキスト ボックス 5">
            <a:extLst>
              <a:ext uri="{FF2B5EF4-FFF2-40B4-BE49-F238E27FC236}">
                <a16:creationId xmlns:a16="http://schemas.microsoft.com/office/drawing/2014/main" id="{97B16447-1011-69DF-3536-CBC05DE77C14}"/>
              </a:ext>
            </a:extLst>
          </p:cNvPr>
          <p:cNvSpPr txBox="1"/>
          <p:nvPr/>
        </p:nvSpPr>
        <p:spPr>
          <a:xfrm>
            <a:off x="334963" y="1620651"/>
            <a:ext cx="5581650" cy="4869049"/>
          </a:xfrm>
          <a:prstGeom prst="rect">
            <a:avLst/>
          </a:prstGeom>
          <a:noFill/>
        </p:spPr>
        <p:txBody>
          <a:bodyPr wrap="square" lIns="0" tIns="0" rIns="0" bIns="0" rtlCol="0" anchor="t" anchorCtr="0">
            <a:noAutofit/>
          </a:bodyPr>
          <a:lstStyle/>
          <a:p>
            <a:pPr marL="373062" indent="-285750" algn="l">
              <a:buFont typeface="Wingdings" panose="05000000000000000000" pitchFamily="2" charset="2"/>
              <a:buChar char="n"/>
            </a:pPr>
            <a:r>
              <a:rPr kumimoji="1" lang="ja-JP" altLang="en-US" sz="1400" dirty="0">
                <a:latin typeface="BIZ UDPゴシック" panose="020B0400000000000000" pitchFamily="50" charset="-128"/>
                <a:ea typeface="BIZ UDPゴシック" panose="020B0400000000000000" pitchFamily="50" charset="-128"/>
              </a:rPr>
              <a:t>あああ</a:t>
            </a:r>
            <a:endParaRPr kumimoji="1" lang="en-US" altLang="ja-JP" sz="1400" dirty="0">
              <a:latin typeface="BIZ UDPゴシック" panose="020B0400000000000000" pitchFamily="50" charset="-128"/>
              <a:ea typeface="BIZ UDPゴシック" panose="020B0400000000000000" pitchFamily="50" charset="-128"/>
            </a:endParaRPr>
          </a:p>
          <a:p>
            <a:pPr marL="539750" lvl="1" indent="-192088">
              <a:buFont typeface="Arial" panose="020B0604020202020204" pitchFamily="34" charset="0"/>
              <a:buChar char="•"/>
            </a:pPr>
            <a:r>
              <a:rPr kumimoji="1" lang="ja-JP" altLang="en-US" sz="1400" dirty="0">
                <a:latin typeface="BIZ UDPゴシック" panose="020B0400000000000000" pitchFamily="50" charset="-128"/>
                <a:ea typeface="BIZ UDPゴシック" panose="020B0400000000000000" pitchFamily="50" charset="-128"/>
              </a:rPr>
              <a:t>あああ</a:t>
            </a:r>
          </a:p>
        </p:txBody>
      </p:sp>
      <p:sp>
        <p:nvSpPr>
          <p:cNvPr id="9" name="テキスト ボックス 8">
            <a:extLst>
              <a:ext uri="{FF2B5EF4-FFF2-40B4-BE49-F238E27FC236}">
                <a16:creationId xmlns:a16="http://schemas.microsoft.com/office/drawing/2014/main" id="{A43B93C6-A007-0C85-D3DB-05163702C1C6}"/>
              </a:ext>
            </a:extLst>
          </p:cNvPr>
          <p:cNvSpPr txBox="1"/>
          <p:nvPr/>
        </p:nvSpPr>
        <p:spPr>
          <a:xfrm>
            <a:off x="334963" y="1268414"/>
            <a:ext cx="5581650" cy="270000"/>
          </a:xfrm>
          <a:prstGeom prst="rect">
            <a:avLst/>
          </a:prstGeom>
          <a:solidFill>
            <a:schemeClr val="tx2">
              <a:lumMod val="25000"/>
              <a:lumOff val="75000"/>
            </a:schemeClr>
          </a:solidFill>
        </p:spPr>
        <p:txBody>
          <a:bodyPr wrap="none" lIns="0" tIns="0" rIns="0" bIns="0" rtlCol="0" anchor="ctr" anchorCtr="0">
            <a:noAutofit/>
          </a:bodyPr>
          <a:lstStyle/>
          <a:p>
            <a:pPr marL="87312" algn="l"/>
            <a:r>
              <a:rPr lang="ja-JP" altLang="en-US" sz="1600" dirty="0">
                <a:latin typeface="BIZ UDPゴシック" panose="020B0400000000000000" pitchFamily="50" charset="-128"/>
                <a:ea typeface="BIZ UDPゴシック" panose="020B0400000000000000" pitchFamily="50" charset="-128"/>
              </a:rPr>
              <a:t>比較</a:t>
            </a:r>
            <a:r>
              <a:rPr lang="en-US" altLang="ja-JP" sz="1600" dirty="0">
                <a:latin typeface="BIZ UDPゴシック" panose="020B0400000000000000" pitchFamily="50" charset="-128"/>
                <a:ea typeface="BIZ UDPゴシック" panose="020B0400000000000000" pitchFamily="50" charset="-128"/>
              </a:rPr>
              <a:t>A</a:t>
            </a:r>
            <a:endParaRPr kumimoji="1" lang="ja-JP" altLang="en-US" sz="1600" dirty="0">
              <a:latin typeface="BIZ UDPゴシック" panose="020B0400000000000000" pitchFamily="50" charset="-128"/>
              <a:ea typeface="BIZ UDPゴシック" panose="020B0400000000000000" pitchFamily="50" charset="-128"/>
            </a:endParaRPr>
          </a:p>
        </p:txBody>
      </p:sp>
      <p:sp>
        <p:nvSpPr>
          <p:cNvPr id="10" name="テキスト ボックス 9">
            <a:extLst>
              <a:ext uri="{FF2B5EF4-FFF2-40B4-BE49-F238E27FC236}">
                <a16:creationId xmlns:a16="http://schemas.microsoft.com/office/drawing/2014/main" id="{AD8C0C7F-AB04-E90C-798D-49985C2A26A4}"/>
              </a:ext>
            </a:extLst>
          </p:cNvPr>
          <p:cNvSpPr txBox="1"/>
          <p:nvPr/>
        </p:nvSpPr>
        <p:spPr>
          <a:xfrm>
            <a:off x="6275387" y="1620651"/>
            <a:ext cx="5581650" cy="4869049"/>
          </a:xfrm>
          <a:prstGeom prst="rect">
            <a:avLst/>
          </a:prstGeom>
          <a:noFill/>
        </p:spPr>
        <p:txBody>
          <a:bodyPr wrap="square" lIns="0" tIns="0" rIns="0" bIns="0" rtlCol="0" anchor="t" anchorCtr="0">
            <a:noAutofit/>
          </a:bodyPr>
          <a:lstStyle/>
          <a:p>
            <a:pPr marL="373062" indent="-285750" algn="l">
              <a:buFont typeface="Wingdings" panose="05000000000000000000" pitchFamily="2" charset="2"/>
              <a:buChar char="n"/>
            </a:pPr>
            <a:r>
              <a:rPr kumimoji="1" lang="ja-JP" altLang="en-US" sz="1400" dirty="0">
                <a:latin typeface="BIZ UDPゴシック" panose="020B0400000000000000" pitchFamily="50" charset="-128"/>
                <a:ea typeface="BIZ UDPゴシック" panose="020B0400000000000000" pitchFamily="50" charset="-128"/>
              </a:rPr>
              <a:t>あああ</a:t>
            </a:r>
            <a:endParaRPr kumimoji="1" lang="en-US" altLang="ja-JP" sz="1400" dirty="0">
              <a:latin typeface="BIZ UDPゴシック" panose="020B0400000000000000" pitchFamily="50" charset="-128"/>
              <a:ea typeface="BIZ UDPゴシック" panose="020B0400000000000000" pitchFamily="50" charset="-128"/>
            </a:endParaRPr>
          </a:p>
          <a:p>
            <a:pPr marL="539750" lvl="1" indent="-192088">
              <a:buFont typeface="Arial" panose="020B0604020202020204" pitchFamily="34" charset="0"/>
              <a:buChar char="•"/>
            </a:pPr>
            <a:r>
              <a:rPr kumimoji="1" lang="ja-JP" altLang="en-US" sz="1400" dirty="0">
                <a:latin typeface="BIZ UDPゴシック" panose="020B0400000000000000" pitchFamily="50" charset="-128"/>
                <a:ea typeface="BIZ UDPゴシック" panose="020B0400000000000000" pitchFamily="50" charset="-128"/>
              </a:rPr>
              <a:t>あああ</a:t>
            </a:r>
          </a:p>
        </p:txBody>
      </p:sp>
      <p:sp>
        <p:nvSpPr>
          <p:cNvPr id="11" name="テキスト ボックス 10">
            <a:extLst>
              <a:ext uri="{FF2B5EF4-FFF2-40B4-BE49-F238E27FC236}">
                <a16:creationId xmlns:a16="http://schemas.microsoft.com/office/drawing/2014/main" id="{EC84140E-507A-7777-5D96-19E69EF3D1BA}"/>
              </a:ext>
            </a:extLst>
          </p:cNvPr>
          <p:cNvSpPr txBox="1"/>
          <p:nvPr/>
        </p:nvSpPr>
        <p:spPr>
          <a:xfrm>
            <a:off x="6275387" y="1268414"/>
            <a:ext cx="5581650" cy="270000"/>
          </a:xfrm>
          <a:prstGeom prst="rect">
            <a:avLst/>
          </a:prstGeom>
          <a:solidFill>
            <a:schemeClr val="tx2">
              <a:lumMod val="25000"/>
              <a:lumOff val="75000"/>
            </a:schemeClr>
          </a:solidFill>
        </p:spPr>
        <p:txBody>
          <a:bodyPr wrap="none" lIns="0" tIns="0" rIns="0" bIns="0" rtlCol="0" anchor="ctr" anchorCtr="0">
            <a:noAutofit/>
          </a:bodyPr>
          <a:lstStyle/>
          <a:p>
            <a:pPr marL="87312" algn="l"/>
            <a:r>
              <a:rPr lang="ja-JP" altLang="en-US" sz="1600" dirty="0">
                <a:latin typeface="BIZ UDPゴシック" panose="020B0400000000000000" pitchFamily="50" charset="-128"/>
                <a:ea typeface="BIZ UDPゴシック" panose="020B0400000000000000" pitchFamily="50" charset="-128"/>
              </a:rPr>
              <a:t>比較</a:t>
            </a:r>
            <a:r>
              <a:rPr lang="en-US" altLang="ja-JP" sz="1600" dirty="0">
                <a:latin typeface="BIZ UDPゴシック" panose="020B0400000000000000" pitchFamily="50" charset="-128"/>
                <a:ea typeface="BIZ UDPゴシック" panose="020B0400000000000000" pitchFamily="50" charset="-128"/>
              </a:rPr>
              <a:t>B</a:t>
            </a:r>
            <a:endParaRPr kumimoji="1" lang="ja-JP" altLang="en-US" sz="160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38417959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EF2C06-B51F-B4F2-3FDD-161810A4469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3E0FD57-7856-E178-A14E-1DF72400940D}"/>
              </a:ext>
            </a:extLst>
          </p:cNvPr>
          <p:cNvSpPr>
            <a:spLocks noGrp="1"/>
          </p:cNvSpPr>
          <p:nvPr>
            <p:ph type="title"/>
          </p:nvPr>
        </p:nvSpPr>
        <p:spPr/>
        <p:txBody>
          <a:bodyPr/>
          <a:lstStyle/>
          <a:p>
            <a:r>
              <a:rPr lang="ja-JP" altLang="en-US" dirty="0"/>
              <a:t>比較</a:t>
            </a:r>
            <a:endParaRPr kumimoji="1" lang="ja-JP" altLang="en-US" dirty="0"/>
          </a:p>
        </p:txBody>
      </p:sp>
      <p:sp>
        <p:nvSpPr>
          <p:cNvPr id="3" name="フッター プレースホルダー 2">
            <a:extLst>
              <a:ext uri="{FF2B5EF4-FFF2-40B4-BE49-F238E27FC236}">
                <a16:creationId xmlns:a16="http://schemas.microsoft.com/office/drawing/2014/main" id="{263078D9-DCAE-A894-AE9F-45A5792BD70C}"/>
              </a:ext>
            </a:extLst>
          </p:cNvPr>
          <p:cNvSpPr>
            <a:spLocks noGrp="1"/>
          </p:cNvSpPr>
          <p:nvPr>
            <p:ph type="ftr" sz="quarter" idx="11"/>
          </p:nvPr>
        </p:nvSpPr>
        <p:spPr/>
        <p:txBody>
          <a:bodyPr/>
          <a:lstStyle/>
          <a:p>
            <a:r>
              <a:rPr lang="ja-JP" altLang="en-US"/>
              <a:t>出所：</a:t>
            </a:r>
            <a:endParaRPr lang="ja-JP" altLang="en-US" sz="900" dirty="0"/>
          </a:p>
        </p:txBody>
      </p:sp>
      <p:sp>
        <p:nvSpPr>
          <p:cNvPr id="4" name="スライド番号プレースホルダー 3">
            <a:extLst>
              <a:ext uri="{FF2B5EF4-FFF2-40B4-BE49-F238E27FC236}">
                <a16:creationId xmlns:a16="http://schemas.microsoft.com/office/drawing/2014/main" id="{4560677C-6042-127A-648E-6BF85150C530}"/>
              </a:ext>
            </a:extLst>
          </p:cNvPr>
          <p:cNvSpPr>
            <a:spLocks noGrp="1"/>
          </p:cNvSpPr>
          <p:nvPr>
            <p:ph type="sldNum" sz="quarter" idx="12"/>
          </p:nvPr>
        </p:nvSpPr>
        <p:spPr/>
        <p:txBody>
          <a:bodyPr/>
          <a:lstStyle/>
          <a:p>
            <a:fld id="{DCB5AA93-092B-49A1-87A7-3C88D5F38AD7}" type="slidenum">
              <a:rPr lang="ja-JP" altLang="en-US" smtClean="0"/>
              <a:pPr/>
              <a:t>10</a:t>
            </a:fld>
            <a:endParaRPr lang="ja-JP" altLang="en-US" sz="900" dirty="0"/>
          </a:p>
        </p:txBody>
      </p:sp>
      <p:sp>
        <p:nvSpPr>
          <p:cNvPr id="5" name="テキスト プレースホルダー 4">
            <a:extLst>
              <a:ext uri="{FF2B5EF4-FFF2-40B4-BE49-F238E27FC236}">
                <a16:creationId xmlns:a16="http://schemas.microsoft.com/office/drawing/2014/main" id="{8F489AB2-A47B-A8A7-1B78-1609B0FDD19B}"/>
              </a:ext>
            </a:extLst>
          </p:cNvPr>
          <p:cNvSpPr>
            <a:spLocks noGrp="1"/>
          </p:cNvSpPr>
          <p:nvPr>
            <p:ph type="body" sz="quarter" idx="13"/>
          </p:nvPr>
        </p:nvSpPr>
        <p:spPr/>
        <p:txBody>
          <a:bodyPr/>
          <a:lstStyle/>
          <a:p>
            <a:endParaRPr kumimoji="1" lang="ja-JP" altLang="en-US"/>
          </a:p>
        </p:txBody>
      </p:sp>
      <p:sp>
        <p:nvSpPr>
          <p:cNvPr id="6" name="テキスト ボックス 5">
            <a:extLst>
              <a:ext uri="{FF2B5EF4-FFF2-40B4-BE49-F238E27FC236}">
                <a16:creationId xmlns:a16="http://schemas.microsoft.com/office/drawing/2014/main" id="{66CBE8CD-C5A6-4465-08A5-80C3403C0EBB}"/>
              </a:ext>
            </a:extLst>
          </p:cNvPr>
          <p:cNvSpPr txBox="1"/>
          <p:nvPr/>
        </p:nvSpPr>
        <p:spPr>
          <a:xfrm>
            <a:off x="334963" y="1620651"/>
            <a:ext cx="3600000" cy="4869049"/>
          </a:xfrm>
          <a:prstGeom prst="rect">
            <a:avLst/>
          </a:prstGeom>
          <a:noFill/>
        </p:spPr>
        <p:txBody>
          <a:bodyPr wrap="square" lIns="0" tIns="0" rIns="0" bIns="0" rtlCol="0" anchor="t" anchorCtr="0">
            <a:noAutofit/>
          </a:bodyPr>
          <a:lstStyle/>
          <a:p>
            <a:pPr marL="373062" indent="-285750" algn="l">
              <a:buFont typeface="Wingdings" panose="05000000000000000000" pitchFamily="2" charset="2"/>
              <a:buChar char="n"/>
            </a:pPr>
            <a:r>
              <a:rPr kumimoji="1" lang="ja-JP" altLang="en-US" sz="1400" dirty="0">
                <a:latin typeface="BIZ UDPゴシック" panose="020B0400000000000000" pitchFamily="50" charset="-128"/>
                <a:ea typeface="BIZ UDPゴシック" panose="020B0400000000000000" pitchFamily="50" charset="-128"/>
              </a:rPr>
              <a:t>あああ</a:t>
            </a:r>
            <a:endParaRPr kumimoji="1" lang="en-US" altLang="ja-JP" sz="1400" dirty="0">
              <a:latin typeface="BIZ UDPゴシック" panose="020B0400000000000000" pitchFamily="50" charset="-128"/>
              <a:ea typeface="BIZ UDPゴシック" panose="020B0400000000000000" pitchFamily="50" charset="-128"/>
            </a:endParaRPr>
          </a:p>
          <a:p>
            <a:pPr marL="539750" lvl="1" indent="-192088">
              <a:buFont typeface="Arial" panose="020B0604020202020204" pitchFamily="34" charset="0"/>
              <a:buChar char="•"/>
            </a:pPr>
            <a:r>
              <a:rPr kumimoji="1" lang="ja-JP" altLang="en-US" sz="1400" dirty="0">
                <a:latin typeface="BIZ UDPゴシック" panose="020B0400000000000000" pitchFamily="50" charset="-128"/>
                <a:ea typeface="BIZ UDPゴシック" panose="020B0400000000000000" pitchFamily="50" charset="-128"/>
              </a:rPr>
              <a:t>あああ</a:t>
            </a:r>
          </a:p>
        </p:txBody>
      </p:sp>
      <p:sp>
        <p:nvSpPr>
          <p:cNvPr id="9" name="テキスト ボックス 8">
            <a:extLst>
              <a:ext uri="{FF2B5EF4-FFF2-40B4-BE49-F238E27FC236}">
                <a16:creationId xmlns:a16="http://schemas.microsoft.com/office/drawing/2014/main" id="{C0F67764-C261-F3E9-79B1-139C052331C7}"/>
              </a:ext>
            </a:extLst>
          </p:cNvPr>
          <p:cNvSpPr txBox="1"/>
          <p:nvPr/>
        </p:nvSpPr>
        <p:spPr>
          <a:xfrm>
            <a:off x="334963" y="1268414"/>
            <a:ext cx="3600000" cy="270000"/>
          </a:xfrm>
          <a:prstGeom prst="rect">
            <a:avLst/>
          </a:prstGeom>
          <a:solidFill>
            <a:schemeClr val="tx2">
              <a:lumMod val="25000"/>
              <a:lumOff val="75000"/>
            </a:schemeClr>
          </a:solidFill>
        </p:spPr>
        <p:txBody>
          <a:bodyPr wrap="none" lIns="0" tIns="0" rIns="0" bIns="0" rtlCol="0" anchor="ctr" anchorCtr="0">
            <a:noAutofit/>
          </a:bodyPr>
          <a:lstStyle/>
          <a:p>
            <a:pPr marL="87312" algn="l"/>
            <a:r>
              <a:rPr lang="ja-JP" altLang="en-US" sz="1600" dirty="0">
                <a:latin typeface="BIZ UDPゴシック" panose="020B0400000000000000" pitchFamily="50" charset="-128"/>
                <a:ea typeface="BIZ UDPゴシック" panose="020B0400000000000000" pitchFamily="50" charset="-128"/>
              </a:rPr>
              <a:t>比較</a:t>
            </a:r>
            <a:r>
              <a:rPr lang="en-US" altLang="ja-JP" sz="1600" dirty="0">
                <a:latin typeface="BIZ UDPゴシック" panose="020B0400000000000000" pitchFamily="50" charset="-128"/>
                <a:ea typeface="BIZ UDPゴシック" panose="020B0400000000000000" pitchFamily="50" charset="-128"/>
              </a:rPr>
              <a:t>A</a:t>
            </a:r>
            <a:endParaRPr kumimoji="1" lang="ja-JP" altLang="en-US" sz="1600" dirty="0">
              <a:latin typeface="BIZ UDPゴシック" panose="020B0400000000000000" pitchFamily="50" charset="-128"/>
              <a:ea typeface="BIZ UDPゴシック" panose="020B0400000000000000" pitchFamily="50" charset="-128"/>
            </a:endParaRPr>
          </a:p>
        </p:txBody>
      </p:sp>
      <p:sp>
        <p:nvSpPr>
          <p:cNvPr id="10" name="テキスト ボックス 9">
            <a:extLst>
              <a:ext uri="{FF2B5EF4-FFF2-40B4-BE49-F238E27FC236}">
                <a16:creationId xmlns:a16="http://schemas.microsoft.com/office/drawing/2014/main" id="{62E40361-3144-E1B8-79BF-DC1A0C560BC9}"/>
              </a:ext>
            </a:extLst>
          </p:cNvPr>
          <p:cNvSpPr txBox="1"/>
          <p:nvPr/>
        </p:nvSpPr>
        <p:spPr>
          <a:xfrm>
            <a:off x="4296001" y="1620651"/>
            <a:ext cx="3600000" cy="4869049"/>
          </a:xfrm>
          <a:prstGeom prst="rect">
            <a:avLst/>
          </a:prstGeom>
          <a:noFill/>
        </p:spPr>
        <p:txBody>
          <a:bodyPr wrap="square" lIns="0" tIns="0" rIns="0" bIns="0" rtlCol="0" anchor="t" anchorCtr="0">
            <a:noAutofit/>
          </a:bodyPr>
          <a:lstStyle/>
          <a:p>
            <a:pPr marL="373062" indent="-285750" algn="l">
              <a:buFont typeface="Wingdings" panose="05000000000000000000" pitchFamily="2" charset="2"/>
              <a:buChar char="n"/>
            </a:pPr>
            <a:r>
              <a:rPr kumimoji="1" lang="ja-JP" altLang="en-US" sz="1400" dirty="0">
                <a:latin typeface="BIZ UDPゴシック" panose="020B0400000000000000" pitchFamily="50" charset="-128"/>
                <a:ea typeface="BIZ UDPゴシック" panose="020B0400000000000000" pitchFamily="50" charset="-128"/>
              </a:rPr>
              <a:t>あああ</a:t>
            </a:r>
            <a:endParaRPr kumimoji="1" lang="en-US" altLang="ja-JP" sz="1400" dirty="0">
              <a:latin typeface="BIZ UDPゴシック" panose="020B0400000000000000" pitchFamily="50" charset="-128"/>
              <a:ea typeface="BIZ UDPゴシック" panose="020B0400000000000000" pitchFamily="50" charset="-128"/>
            </a:endParaRPr>
          </a:p>
          <a:p>
            <a:pPr marL="539750" lvl="1" indent="-192088">
              <a:buFont typeface="Arial" panose="020B0604020202020204" pitchFamily="34" charset="0"/>
              <a:buChar char="•"/>
            </a:pPr>
            <a:r>
              <a:rPr kumimoji="1" lang="ja-JP" altLang="en-US" sz="1400" dirty="0">
                <a:latin typeface="BIZ UDPゴシック" panose="020B0400000000000000" pitchFamily="50" charset="-128"/>
                <a:ea typeface="BIZ UDPゴシック" panose="020B0400000000000000" pitchFamily="50" charset="-128"/>
              </a:rPr>
              <a:t>あああ</a:t>
            </a:r>
          </a:p>
        </p:txBody>
      </p:sp>
      <p:sp>
        <p:nvSpPr>
          <p:cNvPr id="7" name="テキスト ボックス 6">
            <a:extLst>
              <a:ext uri="{FF2B5EF4-FFF2-40B4-BE49-F238E27FC236}">
                <a16:creationId xmlns:a16="http://schemas.microsoft.com/office/drawing/2014/main" id="{C49D0BA4-6FD0-7B2E-C64F-4AB2B10F904F}"/>
              </a:ext>
            </a:extLst>
          </p:cNvPr>
          <p:cNvSpPr txBox="1"/>
          <p:nvPr/>
        </p:nvSpPr>
        <p:spPr>
          <a:xfrm>
            <a:off x="4296000" y="1268413"/>
            <a:ext cx="3600000" cy="270000"/>
          </a:xfrm>
          <a:prstGeom prst="rect">
            <a:avLst/>
          </a:prstGeom>
          <a:solidFill>
            <a:schemeClr val="tx2">
              <a:lumMod val="25000"/>
              <a:lumOff val="75000"/>
            </a:schemeClr>
          </a:solidFill>
        </p:spPr>
        <p:txBody>
          <a:bodyPr wrap="none" lIns="0" tIns="0" rIns="0" bIns="0" rtlCol="0" anchor="ctr" anchorCtr="0">
            <a:noAutofit/>
          </a:bodyPr>
          <a:lstStyle/>
          <a:p>
            <a:pPr marL="87312" algn="l"/>
            <a:r>
              <a:rPr lang="ja-JP" altLang="en-US" sz="1600" dirty="0">
                <a:latin typeface="BIZ UDPゴシック" panose="020B0400000000000000" pitchFamily="50" charset="-128"/>
                <a:ea typeface="BIZ UDPゴシック" panose="020B0400000000000000" pitchFamily="50" charset="-128"/>
              </a:rPr>
              <a:t>比較</a:t>
            </a:r>
            <a:r>
              <a:rPr lang="en-US" altLang="ja-JP" sz="1600" dirty="0">
                <a:latin typeface="BIZ UDPゴシック" panose="020B0400000000000000" pitchFamily="50" charset="-128"/>
                <a:ea typeface="BIZ UDPゴシック" panose="020B0400000000000000" pitchFamily="50" charset="-128"/>
              </a:rPr>
              <a:t>B</a:t>
            </a:r>
            <a:endParaRPr kumimoji="1" lang="ja-JP" altLang="en-US" sz="1600" dirty="0">
              <a:latin typeface="BIZ UDPゴシック" panose="020B0400000000000000" pitchFamily="50" charset="-128"/>
              <a:ea typeface="BIZ UDPゴシック" panose="020B0400000000000000" pitchFamily="50" charset="-128"/>
            </a:endParaRPr>
          </a:p>
        </p:txBody>
      </p:sp>
      <p:sp>
        <p:nvSpPr>
          <p:cNvPr id="8" name="テキスト ボックス 7">
            <a:extLst>
              <a:ext uri="{FF2B5EF4-FFF2-40B4-BE49-F238E27FC236}">
                <a16:creationId xmlns:a16="http://schemas.microsoft.com/office/drawing/2014/main" id="{F34763F8-A05C-2CC1-746C-BACB07356D0C}"/>
              </a:ext>
            </a:extLst>
          </p:cNvPr>
          <p:cNvSpPr txBox="1"/>
          <p:nvPr/>
        </p:nvSpPr>
        <p:spPr>
          <a:xfrm>
            <a:off x="8257037" y="1268413"/>
            <a:ext cx="3600000" cy="270000"/>
          </a:xfrm>
          <a:prstGeom prst="rect">
            <a:avLst/>
          </a:prstGeom>
          <a:solidFill>
            <a:schemeClr val="tx2">
              <a:lumMod val="25000"/>
              <a:lumOff val="75000"/>
            </a:schemeClr>
          </a:solidFill>
        </p:spPr>
        <p:txBody>
          <a:bodyPr wrap="none" lIns="0" tIns="0" rIns="0" bIns="0" rtlCol="0" anchor="ctr" anchorCtr="0">
            <a:noAutofit/>
          </a:bodyPr>
          <a:lstStyle/>
          <a:p>
            <a:pPr marL="87312" algn="l"/>
            <a:r>
              <a:rPr lang="ja-JP" altLang="en-US" sz="1600" dirty="0">
                <a:latin typeface="BIZ UDPゴシック" panose="020B0400000000000000" pitchFamily="50" charset="-128"/>
                <a:ea typeface="BIZ UDPゴシック" panose="020B0400000000000000" pitchFamily="50" charset="-128"/>
              </a:rPr>
              <a:t>比較</a:t>
            </a:r>
            <a:r>
              <a:rPr lang="en-US" altLang="ja-JP" sz="1600" dirty="0">
                <a:latin typeface="BIZ UDPゴシック" panose="020B0400000000000000" pitchFamily="50" charset="-128"/>
                <a:ea typeface="BIZ UDPゴシック" panose="020B0400000000000000" pitchFamily="50" charset="-128"/>
              </a:rPr>
              <a:t>C</a:t>
            </a:r>
            <a:endParaRPr kumimoji="1" lang="ja-JP" altLang="en-US" sz="1600" dirty="0">
              <a:latin typeface="BIZ UDPゴシック" panose="020B0400000000000000" pitchFamily="50" charset="-128"/>
              <a:ea typeface="BIZ UDPゴシック" panose="020B0400000000000000" pitchFamily="50" charset="-128"/>
            </a:endParaRPr>
          </a:p>
        </p:txBody>
      </p:sp>
      <p:sp>
        <p:nvSpPr>
          <p:cNvPr id="13" name="テキスト ボックス 12">
            <a:extLst>
              <a:ext uri="{FF2B5EF4-FFF2-40B4-BE49-F238E27FC236}">
                <a16:creationId xmlns:a16="http://schemas.microsoft.com/office/drawing/2014/main" id="{D3FB1D77-1B5F-BFDB-08D7-EE357F6D013A}"/>
              </a:ext>
            </a:extLst>
          </p:cNvPr>
          <p:cNvSpPr txBox="1"/>
          <p:nvPr/>
        </p:nvSpPr>
        <p:spPr>
          <a:xfrm>
            <a:off x="8257037" y="1610682"/>
            <a:ext cx="3600000" cy="4869049"/>
          </a:xfrm>
          <a:prstGeom prst="rect">
            <a:avLst/>
          </a:prstGeom>
          <a:noFill/>
        </p:spPr>
        <p:txBody>
          <a:bodyPr wrap="square" lIns="0" tIns="0" rIns="0" bIns="0" rtlCol="0" anchor="t" anchorCtr="0">
            <a:noAutofit/>
          </a:bodyPr>
          <a:lstStyle/>
          <a:p>
            <a:pPr marL="373062" indent="-285750" algn="l">
              <a:buFont typeface="Wingdings" panose="05000000000000000000" pitchFamily="2" charset="2"/>
              <a:buChar char="n"/>
            </a:pPr>
            <a:r>
              <a:rPr kumimoji="1" lang="ja-JP" altLang="en-US" sz="1400" dirty="0">
                <a:latin typeface="BIZ UDPゴシック" panose="020B0400000000000000" pitchFamily="50" charset="-128"/>
                <a:ea typeface="BIZ UDPゴシック" panose="020B0400000000000000" pitchFamily="50" charset="-128"/>
              </a:rPr>
              <a:t>あああ</a:t>
            </a:r>
            <a:endParaRPr kumimoji="1" lang="en-US" altLang="ja-JP" sz="1400" dirty="0">
              <a:latin typeface="BIZ UDPゴシック" panose="020B0400000000000000" pitchFamily="50" charset="-128"/>
              <a:ea typeface="BIZ UDPゴシック" panose="020B0400000000000000" pitchFamily="50" charset="-128"/>
            </a:endParaRPr>
          </a:p>
          <a:p>
            <a:pPr marL="539750" lvl="1" indent="-192088">
              <a:buFont typeface="Arial" panose="020B0604020202020204" pitchFamily="34" charset="0"/>
              <a:buChar char="•"/>
            </a:pPr>
            <a:r>
              <a:rPr kumimoji="1" lang="ja-JP" altLang="en-US" sz="1400" dirty="0">
                <a:latin typeface="BIZ UDPゴシック" panose="020B0400000000000000" pitchFamily="50" charset="-128"/>
                <a:ea typeface="BIZ UDPゴシック" panose="020B0400000000000000" pitchFamily="50" charset="-128"/>
              </a:rPr>
              <a:t>あああ</a:t>
            </a:r>
          </a:p>
        </p:txBody>
      </p:sp>
    </p:spTree>
    <p:extLst>
      <p:ext uri="{BB962C8B-B14F-4D97-AF65-F5344CB8AC3E}">
        <p14:creationId xmlns:p14="http://schemas.microsoft.com/office/powerpoint/2010/main" val="21548838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91360C-B702-80C0-2D31-A010C21842C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30DEEAE-E839-6905-6155-191944397F26}"/>
              </a:ext>
            </a:extLst>
          </p:cNvPr>
          <p:cNvSpPr>
            <a:spLocks noGrp="1"/>
          </p:cNvSpPr>
          <p:nvPr>
            <p:ph type="ctrTitle"/>
          </p:nvPr>
        </p:nvSpPr>
        <p:spPr/>
        <p:txBody>
          <a:bodyPr/>
          <a:lstStyle/>
          <a:p>
            <a:r>
              <a:rPr lang="ja-JP" altLang="en-US" dirty="0"/>
              <a:t>マトリックス</a:t>
            </a:r>
            <a:endParaRPr kumimoji="1" lang="ja-JP" altLang="en-US" dirty="0"/>
          </a:p>
        </p:txBody>
      </p:sp>
      <p:sp>
        <p:nvSpPr>
          <p:cNvPr id="3" name="字幕 2">
            <a:extLst>
              <a:ext uri="{FF2B5EF4-FFF2-40B4-BE49-F238E27FC236}">
                <a16:creationId xmlns:a16="http://schemas.microsoft.com/office/drawing/2014/main" id="{625CCF4E-F5BD-5A08-084B-4AB55DFB4725}"/>
              </a:ext>
            </a:extLst>
          </p:cNvPr>
          <p:cNvSpPr>
            <a:spLocks noGrp="1"/>
          </p:cNvSpPr>
          <p:nvPr>
            <p:ph type="subTitle"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3EF730B-FB3E-C5C5-8D58-B651F5389238}"/>
              </a:ext>
            </a:extLst>
          </p:cNvPr>
          <p:cNvSpPr>
            <a:spLocks noGrp="1"/>
          </p:cNvSpPr>
          <p:nvPr>
            <p:ph type="sldNum" sz="quarter" idx="12"/>
          </p:nvPr>
        </p:nvSpPr>
        <p:spPr>
          <a:xfrm>
            <a:off x="8610604" y="6500553"/>
            <a:ext cx="3173412" cy="220927"/>
          </a:xfrm>
        </p:spPr>
        <p:txBody>
          <a:bodyPr/>
          <a:lstStyle/>
          <a:p>
            <a:fld id="{DCB5AA93-092B-49A1-87A7-3C88D5F38AD7}" type="slidenum">
              <a:rPr lang="ja-JP" altLang="en-US" smtClean="0"/>
              <a:pPr/>
              <a:t>11</a:t>
            </a:fld>
            <a:endParaRPr lang="ja-JP" altLang="en-US"/>
          </a:p>
        </p:txBody>
      </p:sp>
      <p:sp>
        <p:nvSpPr>
          <p:cNvPr id="5" name="フッター プレースホルダー 4">
            <a:extLst>
              <a:ext uri="{FF2B5EF4-FFF2-40B4-BE49-F238E27FC236}">
                <a16:creationId xmlns:a16="http://schemas.microsoft.com/office/drawing/2014/main" id="{077B68A1-DB17-B6E3-FDE2-C97EB1E96CBF}"/>
              </a:ext>
            </a:extLst>
          </p:cNvPr>
          <p:cNvSpPr>
            <a:spLocks noGrp="1"/>
          </p:cNvSpPr>
          <p:nvPr>
            <p:ph type="ftr" sz="quarter" idx="11"/>
          </p:nvPr>
        </p:nvSpPr>
        <p:spPr>
          <a:xfrm>
            <a:off x="407990" y="6500553"/>
            <a:ext cx="7745413" cy="220927"/>
          </a:xfrm>
        </p:spPr>
        <p:txBody>
          <a:bodyPr/>
          <a:lstStyle/>
          <a:p>
            <a:r>
              <a:rPr lang="ja-JP" altLang="en-US"/>
              <a:t>プロジェクト</a:t>
            </a:r>
            <a:r>
              <a:rPr lang="en-US" altLang="ja-JP"/>
              <a:t>/</a:t>
            </a:r>
            <a:r>
              <a:rPr lang="ja-JP" altLang="en-US"/>
              <a:t>部署</a:t>
            </a:r>
            <a:r>
              <a:rPr lang="en-US" altLang="ja-JP"/>
              <a:t>/</a:t>
            </a:r>
            <a:r>
              <a:rPr lang="ja-JP" altLang="en-US"/>
              <a:t>書類管理情報</a:t>
            </a:r>
            <a:endParaRPr lang="en-US" altLang="ja-JP" dirty="0"/>
          </a:p>
        </p:txBody>
      </p:sp>
    </p:spTree>
    <p:extLst>
      <p:ext uri="{BB962C8B-B14F-4D97-AF65-F5344CB8AC3E}">
        <p14:creationId xmlns:p14="http://schemas.microsoft.com/office/powerpoint/2010/main" val="23599368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36C5190-9943-17A7-E33E-561CFF2CB0E2}"/>
              </a:ext>
            </a:extLst>
          </p:cNvPr>
          <p:cNvSpPr>
            <a:spLocks noGrp="1"/>
          </p:cNvSpPr>
          <p:nvPr>
            <p:ph type="title"/>
          </p:nvPr>
        </p:nvSpPr>
        <p:spPr/>
        <p:txBody>
          <a:bodyPr/>
          <a:lstStyle/>
          <a:p>
            <a:r>
              <a:rPr lang="ja-JP" altLang="en-US" dirty="0"/>
              <a:t>フレームワーク一覧</a:t>
            </a:r>
            <a:endParaRPr kumimoji="1" lang="ja-JP" altLang="en-US" dirty="0"/>
          </a:p>
        </p:txBody>
      </p:sp>
      <p:sp>
        <p:nvSpPr>
          <p:cNvPr id="3" name="フッター プレースホルダー 2">
            <a:extLst>
              <a:ext uri="{FF2B5EF4-FFF2-40B4-BE49-F238E27FC236}">
                <a16:creationId xmlns:a16="http://schemas.microsoft.com/office/drawing/2014/main" id="{392ACB1B-9953-D94D-E309-8CCE65ABABD9}"/>
              </a:ext>
            </a:extLst>
          </p:cNvPr>
          <p:cNvSpPr>
            <a:spLocks noGrp="1"/>
          </p:cNvSpPr>
          <p:nvPr>
            <p:ph type="ftr" sz="quarter" idx="11"/>
          </p:nvPr>
        </p:nvSpPr>
        <p:spPr/>
        <p:txBody>
          <a:bodyPr/>
          <a:lstStyle/>
          <a:p>
            <a:r>
              <a:rPr lang="ja-JP" altLang="en-US"/>
              <a:t>出所：</a:t>
            </a:r>
            <a:endParaRPr lang="ja-JP" altLang="en-US" sz="900" dirty="0"/>
          </a:p>
        </p:txBody>
      </p:sp>
      <p:sp>
        <p:nvSpPr>
          <p:cNvPr id="4" name="スライド番号プレースホルダー 3">
            <a:extLst>
              <a:ext uri="{FF2B5EF4-FFF2-40B4-BE49-F238E27FC236}">
                <a16:creationId xmlns:a16="http://schemas.microsoft.com/office/drawing/2014/main" id="{DE99FEB1-B94E-0245-E9FC-19B78B24B78A}"/>
              </a:ext>
            </a:extLst>
          </p:cNvPr>
          <p:cNvSpPr>
            <a:spLocks noGrp="1"/>
          </p:cNvSpPr>
          <p:nvPr>
            <p:ph type="sldNum" sz="quarter" idx="12"/>
          </p:nvPr>
        </p:nvSpPr>
        <p:spPr/>
        <p:txBody>
          <a:bodyPr/>
          <a:lstStyle/>
          <a:p>
            <a:fld id="{DCB5AA93-092B-49A1-87A7-3C88D5F38AD7}" type="slidenum">
              <a:rPr lang="ja-JP" altLang="en-US" smtClean="0"/>
              <a:pPr/>
              <a:t>12</a:t>
            </a:fld>
            <a:endParaRPr lang="ja-JP" altLang="en-US" sz="900" dirty="0"/>
          </a:p>
        </p:txBody>
      </p:sp>
      <p:sp>
        <p:nvSpPr>
          <p:cNvPr id="5" name="テキスト プレースホルダー 4">
            <a:extLst>
              <a:ext uri="{FF2B5EF4-FFF2-40B4-BE49-F238E27FC236}">
                <a16:creationId xmlns:a16="http://schemas.microsoft.com/office/drawing/2014/main" id="{965B38DD-8518-996B-4373-1E8079BFC0AF}"/>
              </a:ext>
            </a:extLst>
          </p:cNvPr>
          <p:cNvSpPr>
            <a:spLocks noGrp="1"/>
          </p:cNvSpPr>
          <p:nvPr>
            <p:ph type="body" sz="quarter" idx="13"/>
          </p:nvPr>
        </p:nvSpPr>
        <p:spPr/>
        <p:txBody>
          <a:bodyPr/>
          <a:lstStyle/>
          <a:p>
            <a:r>
              <a:rPr lang="ja-JP" altLang="en-US" dirty="0"/>
              <a:t>目的と課題に応じた手法を選択しないと，本来の意図からはかけ離れてしまう</a:t>
            </a:r>
          </a:p>
        </p:txBody>
      </p:sp>
      <p:sp>
        <p:nvSpPr>
          <p:cNvPr id="6" name="テキスト ボックス 5">
            <a:extLst>
              <a:ext uri="{FF2B5EF4-FFF2-40B4-BE49-F238E27FC236}">
                <a16:creationId xmlns:a16="http://schemas.microsoft.com/office/drawing/2014/main" id="{93456589-E981-ADA9-A6DE-7512DFE0C49C}"/>
              </a:ext>
            </a:extLst>
          </p:cNvPr>
          <p:cNvSpPr txBox="1"/>
          <p:nvPr/>
        </p:nvSpPr>
        <p:spPr>
          <a:xfrm>
            <a:off x="444024" y="1268413"/>
            <a:ext cx="359073" cy="215444"/>
          </a:xfrm>
          <a:prstGeom prst="rect">
            <a:avLst/>
          </a:prstGeom>
          <a:noFill/>
        </p:spPr>
        <p:txBody>
          <a:bodyPr wrap="none" lIns="0" tIns="0" rIns="0" bIns="0" rtlCol="0">
            <a:spAutoFit/>
          </a:bodyPr>
          <a:lstStyle/>
          <a:p>
            <a:r>
              <a:rPr lang="ja-JP" altLang="en-US" sz="1400" dirty="0">
                <a:latin typeface="BIZ UDPゴシック" panose="020B0400000000000000" pitchFamily="50" charset="-128"/>
                <a:ea typeface="BIZ UDPゴシック" panose="020B0400000000000000" pitchFamily="50" charset="-128"/>
              </a:rPr>
              <a:t>範囲</a:t>
            </a:r>
          </a:p>
        </p:txBody>
      </p:sp>
      <p:sp>
        <p:nvSpPr>
          <p:cNvPr id="7" name="テキスト ボックス 6">
            <a:extLst>
              <a:ext uri="{FF2B5EF4-FFF2-40B4-BE49-F238E27FC236}">
                <a16:creationId xmlns:a16="http://schemas.microsoft.com/office/drawing/2014/main" id="{0C995E01-2D16-3FAE-6E16-2B8FF49BFF80}"/>
              </a:ext>
            </a:extLst>
          </p:cNvPr>
          <p:cNvSpPr txBox="1"/>
          <p:nvPr/>
        </p:nvSpPr>
        <p:spPr>
          <a:xfrm>
            <a:off x="2513872" y="1299228"/>
            <a:ext cx="897682" cy="215444"/>
          </a:xfrm>
          <a:prstGeom prst="rect">
            <a:avLst/>
          </a:prstGeom>
          <a:noFill/>
        </p:spPr>
        <p:txBody>
          <a:bodyPr wrap="none" lIns="0" tIns="0" rIns="0" bIns="0" rtlCol="0">
            <a:spAutoFit/>
          </a:bodyPr>
          <a:lstStyle/>
          <a:p>
            <a:r>
              <a:rPr lang="ja-JP" altLang="en-US" sz="1400" dirty="0">
                <a:latin typeface="BIZ UDPゴシック" panose="020B0400000000000000" pitchFamily="50" charset="-128"/>
                <a:ea typeface="BIZ UDPゴシック" panose="020B0400000000000000" pitchFamily="50" charset="-128"/>
              </a:rPr>
              <a:t>データ集計</a:t>
            </a:r>
          </a:p>
        </p:txBody>
      </p:sp>
      <p:sp>
        <p:nvSpPr>
          <p:cNvPr id="8" name="正方形/長方形 7">
            <a:extLst>
              <a:ext uri="{FF2B5EF4-FFF2-40B4-BE49-F238E27FC236}">
                <a16:creationId xmlns:a16="http://schemas.microsoft.com/office/drawing/2014/main" id="{373250D6-418A-EF77-E434-79EFFCA8FBEE}"/>
              </a:ext>
            </a:extLst>
          </p:cNvPr>
          <p:cNvSpPr/>
          <p:nvPr/>
        </p:nvSpPr>
        <p:spPr>
          <a:xfrm>
            <a:off x="345212" y="1741434"/>
            <a:ext cx="1299491" cy="626793"/>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1</a:t>
            </a:r>
          </a:p>
          <a:p>
            <a:pPr algn="ct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a:t>
            </a:r>
            <a:endPar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9" name="テキスト ボックス 8">
            <a:extLst>
              <a:ext uri="{FF2B5EF4-FFF2-40B4-BE49-F238E27FC236}">
                <a16:creationId xmlns:a16="http://schemas.microsoft.com/office/drawing/2014/main" id="{338A8D55-4DD2-1E1E-FC97-F7C6F232F00E}"/>
              </a:ext>
            </a:extLst>
          </p:cNvPr>
          <p:cNvSpPr txBox="1"/>
          <p:nvPr/>
        </p:nvSpPr>
        <p:spPr>
          <a:xfrm>
            <a:off x="1827391" y="1741429"/>
            <a:ext cx="2270644" cy="215444"/>
          </a:xfrm>
          <a:prstGeom prst="rect">
            <a:avLst/>
          </a:prstGeom>
          <a:noFill/>
        </p:spPr>
        <p:txBody>
          <a:bodyPr wrap="square" lIns="0" tIns="0" rIns="0" bIns="0" rtlCol="0">
            <a:spAutoFit/>
          </a:bodyPr>
          <a:lstStyle/>
          <a:p>
            <a:pPr marL="180975" indent="-180975">
              <a:buFont typeface="Arial" panose="020B0604020202020204" pitchFamily="34" charset="0"/>
              <a:buChar char="•"/>
            </a:pPr>
            <a:r>
              <a:rPr lang="en-US" altLang="ja-JP" sz="1400" dirty="0" err="1">
                <a:latin typeface="BIZ UDPゴシック" panose="020B0400000000000000" pitchFamily="50" charset="-128"/>
                <a:ea typeface="BIZ UDPゴシック" panose="020B0400000000000000" pitchFamily="50" charset="-128"/>
              </a:rPr>
              <a:t>aaa</a:t>
            </a:r>
            <a:endParaRPr lang="ja-JP" altLang="en-US" sz="1400" dirty="0">
              <a:latin typeface="BIZ UDPゴシック" panose="020B0400000000000000" pitchFamily="50" charset="-128"/>
              <a:ea typeface="BIZ UDPゴシック" panose="020B0400000000000000" pitchFamily="50" charset="-128"/>
            </a:endParaRPr>
          </a:p>
        </p:txBody>
      </p:sp>
      <p:cxnSp>
        <p:nvCxnSpPr>
          <p:cNvPr id="10" name="直線コネクタ 9">
            <a:extLst>
              <a:ext uri="{FF2B5EF4-FFF2-40B4-BE49-F238E27FC236}">
                <a16:creationId xmlns:a16="http://schemas.microsoft.com/office/drawing/2014/main" id="{8B1694C4-CD82-51B8-4615-67EC732D22CC}"/>
              </a:ext>
              <a:ext uri="{C183D7F6-B498-43B3-948B-1728B52AA6E4}">
                <adec:decorative xmlns:adec="http://schemas.microsoft.com/office/drawing/2017/decorative" val="1"/>
              </a:ext>
            </a:extLst>
          </p:cNvPr>
          <p:cNvCxnSpPr>
            <a:cxnSpLocks/>
          </p:cNvCxnSpPr>
          <p:nvPr/>
        </p:nvCxnSpPr>
        <p:spPr>
          <a:xfrm>
            <a:off x="345212" y="1545353"/>
            <a:ext cx="1299491" cy="0"/>
          </a:xfrm>
          <a:prstGeom prst="line">
            <a:avLst/>
          </a:prstGeom>
          <a:ln w="12700">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11" name="直線コネクタ 10">
            <a:extLst>
              <a:ext uri="{FF2B5EF4-FFF2-40B4-BE49-F238E27FC236}">
                <a16:creationId xmlns:a16="http://schemas.microsoft.com/office/drawing/2014/main" id="{AF758997-6EE4-77F2-6AC5-862E7567C06E}"/>
              </a:ext>
              <a:ext uri="{C183D7F6-B498-43B3-948B-1728B52AA6E4}">
                <adec:decorative xmlns:adec="http://schemas.microsoft.com/office/drawing/2017/decorative" val="1"/>
              </a:ext>
            </a:extLst>
          </p:cNvPr>
          <p:cNvCxnSpPr>
            <a:cxnSpLocks/>
          </p:cNvCxnSpPr>
          <p:nvPr/>
        </p:nvCxnSpPr>
        <p:spPr>
          <a:xfrm>
            <a:off x="1827390" y="1545353"/>
            <a:ext cx="2204143" cy="0"/>
          </a:xfrm>
          <a:prstGeom prst="line">
            <a:avLst/>
          </a:prstGeom>
          <a:ln w="12700">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sp>
        <p:nvSpPr>
          <p:cNvPr id="12" name="正方形/長方形 11">
            <a:extLst>
              <a:ext uri="{FF2B5EF4-FFF2-40B4-BE49-F238E27FC236}">
                <a16:creationId xmlns:a16="http://schemas.microsoft.com/office/drawing/2014/main" id="{0F57755A-1048-11FC-3042-A775C72ABE31}"/>
              </a:ext>
            </a:extLst>
          </p:cNvPr>
          <p:cNvSpPr/>
          <p:nvPr/>
        </p:nvSpPr>
        <p:spPr>
          <a:xfrm>
            <a:off x="345212" y="2903264"/>
            <a:ext cx="1299491" cy="626793"/>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2</a:t>
            </a:r>
          </a:p>
          <a:p>
            <a:pPr algn="ct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a:t>
            </a:r>
            <a:endPar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13" name="テキスト ボックス 12">
            <a:extLst>
              <a:ext uri="{FF2B5EF4-FFF2-40B4-BE49-F238E27FC236}">
                <a16:creationId xmlns:a16="http://schemas.microsoft.com/office/drawing/2014/main" id="{D06C400F-3ABD-8651-CCAE-81093D2264DB}"/>
              </a:ext>
            </a:extLst>
          </p:cNvPr>
          <p:cNvSpPr txBox="1"/>
          <p:nvPr/>
        </p:nvSpPr>
        <p:spPr>
          <a:xfrm>
            <a:off x="1827391" y="2903264"/>
            <a:ext cx="2270644" cy="215444"/>
          </a:xfrm>
          <a:prstGeom prst="rect">
            <a:avLst/>
          </a:prstGeom>
          <a:noFill/>
        </p:spPr>
        <p:txBody>
          <a:bodyPr wrap="square" lIns="0" tIns="0" rIns="0" bIns="0" rtlCol="0">
            <a:spAutoFit/>
          </a:bodyPr>
          <a:lstStyle/>
          <a:p>
            <a:pPr marL="180975" indent="-180975">
              <a:buFont typeface="Arial" panose="020B0604020202020204" pitchFamily="34" charset="0"/>
              <a:buChar char="•"/>
            </a:pPr>
            <a:r>
              <a:rPr lang="en-US" altLang="ja-JP" sz="1400" dirty="0" err="1">
                <a:latin typeface="BIZ UDPゴシック" panose="020B0400000000000000" pitchFamily="50" charset="-128"/>
                <a:ea typeface="BIZ UDPゴシック" panose="020B0400000000000000" pitchFamily="50" charset="-128"/>
              </a:rPr>
              <a:t>aaa</a:t>
            </a:r>
            <a:endParaRPr lang="en-US" altLang="ja-JP" sz="1400" dirty="0">
              <a:latin typeface="BIZ UDPゴシック" panose="020B0400000000000000" pitchFamily="50" charset="-128"/>
              <a:ea typeface="BIZ UDPゴシック" panose="020B0400000000000000" pitchFamily="50" charset="-128"/>
            </a:endParaRPr>
          </a:p>
        </p:txBody>
      </p:sp>
      <p:sp>
        <p:nvSpPr>
          <p:cNvPr id="14" name="正方形/長方形 13">
            <a:extLst>
              <a:ext uri="{FF2B5EF4-FFF2-40B4-BE49-F238E27FC236}">
                <a16:creationId xmlns:a16="http://schemas.microsoft.com/office/drawing/2014/main" id="{312B0864-1501-AC5D-F597-220579EE6323}"/>
              </a:ext>
            </a:extLst>
          </p:cNvPr>
          <p:cNvSpPr/>
          <p:nvPr/>
        </p:nvSpPr>
        <p:spPr>
          <a:xfrm>
            <a:off x="345212" y="4065094"/>
            <a:ext cx="1299491" cy="626793"/>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3</a:t>
            </a:r>
          </a:p>
          <a:p>
            <a:pPr algn="ct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a:t>
            </a:r>
            <a:endPar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15" name="テキスト ボックス 14">
            <a:extLst>
              <a:ext uri="{FF2B5EF4-FFF2-40B4-BE49-F238E27FC236}">
                <a16:creationId xmlns:a16="http://schemas.microsoft.com/office/drawing/2014/main" id="{AC56C80C-B607-B4B8-E389-DAE0873522D9}"/>
              </a:ext>
            </a:extLst>
          </p:cNvPr>
          <p:cNvSpPr txBox="1"/>
          <p:nvPr/>
        </p:nvSpPr>
        <p:spPr>
          <a:xfrm>
            <a:off x="1827391" y="4065094"/>
            <a:ext cx="2270644" cy="215444"/>
          </a:xfrm>
          <a:prstGeom prst="rect">
            <a:avLst/>
          </a:prstGeom>
          <a:noFill/>
        </p:spPr>
        <p:txBody>
          <a:bodyPr wrap="square" lIns="0" tIns="0" rIns="0" bIns="0" rtlCol="0">
            <a:spAutoFit/>
          </a:bodyPr>
          <a:lstStyle/>
          <a:p>
            <a:pPr marL="180975" indent="-180975">
              <a:buFont typeface="Arial" panose="020B0604020202020204" pitchFamily="34" charset="0"/>
              <a:buChar char="•"/>
            </a:pPr>
            <a:r>
              <a:rPr lang="en-US" altLang="ja-JP" sz="1400" dirty="0" err="1">
                <a:latin typeface="BIZ UDPゴシック" panose="020B0400000000000000" pitchFamily="50" charset="-128"/>
                <a:ea typeface="BIZ UDPゴシック" panose="020B0400000000000000" pitchFamily="50" charset="-128"/>
              </a:rPr>
              <a:t>aaa</a:t>
            </a:r>
            <a:endParaRPr lang="ja-JP" altLang="en-US" sz="1400" dirty="0">
              <a:latin typeface="BIZ UDPゴシック" panose="020B0400000000000000" pitchFamily="50" charset="-128"/>
              <a:ea typeface="BIZ UDPゴシック" panose="020B0400000000000000" pitchFamily="50" charset="-128"/>
            </a:endParaRPr>
          </a:p>
        </p:txBody>
      </p:sp>
      <p:sp>
        <p:nvSpPr>
          <p:cNvPr id="16" name="正方形/長方形 15">
            <a:extLst>
              <a:ext uri="{FF2B5EF4-FFF2-40B4-BE49-F238E27FC236}">
                <a16:creationId xmlns:a16="http://schemas.microsoft.com/office/drawing/2014/main" id="{2FCE57EA-748F-9994-B430-9AB0FB03D008}"/>
              </a:ext>
            </a:extLst>
          </p:cNvPr>
          <p:cNvSpPr/>
          <p:nvPr/>
        </p:nvSpPr>
        <p:spPr>
          <a:xfrm>
            <a:off x="345212" y="5226923"/>
            <a:ext cx="1299491" cy="626793"/>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例</a:t>
            </a:r>
            <a:endPar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algn="ct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a:t>
            </a:r>
            <a:endPar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17" name="テキスト ボックス 16">
            <a:extLst>
              <a:ext uri="{FF2B5EF4-FFF2-40B4-BE49-F238E27FC236}">
                <a16:creationId xmlns:a16="http://schemas.microsoft.com/office/drawing/2014/main" id="{927A41A3-F16E-ECC1-D61E-A8361FA5FDC9}"/>
              </a:ext>
            </a:extLst>
          </p:cNvPr>
          <p:cNvSpPr txBox="1"/>
          <p:nvPr/>
        </p:nvSpPr>
        <p:spPr>
          <a:xfrm>
            <a:off x="1827391" y="5226923"/>
            <a:ext cx="2270644" cy="861774"/>
          </a:xfrm>
          <a:prstGeom prst="rect">
            <a:avLst/>
          </a:prstGeom>
          <a:noFill/>
        </p:spPr>
        <p:txBody>
          <a:bodyPr wrap="square" lIns="0" tIns="0" rIns="0" bIns="0" rtlCol="0">
            <a:spAutoFit/>
          </a:bodyPr>
          <a:lstStyle/>
          <a:p>
            <a:pPr marL="180975" indent="-180975">
              <a:buFont typeface="Arial" panose="020B0604020202020204" pitchFamily="34" charset="0"/>
              <a:buChar char="•"/>
            </a:pPr>
            <a:r>
              <a:rPr lang="en-US" altLang="ja-JP" sz="1400" dirty="0">
                <a:latin typeface="BIZ UDPゴシック" panose="020B0400000000000000" pitchFamily="50" charset="-128"/>
                <a:ea typeface="BIZ UDPゴシック" panose="020B0400000000000000" pitchFamily="50" charset="-128"/>
              </a:rPr>
              <a:t>xxx</a:t>
            </a:r>
            <a:r>
              <a:rPr lang="ja-JP" altLang="en-US" sz="1400" dirty="0">
                <a:latin typeface="BIZ UDPゴシック" panose="020B0400000000000000" pitchFamily="50" charset="-128"/>
                <a:ea typeface="BIZ UDPゴシック" panose="020B0400000000000000" pitchFamily="50" charset="-128"/>
              </a:rPr>
              <a:t>棚卸リストの運用</a:t>
            </a:r>
            <a:endParaRPr lang="en-US" altLang="ja-JP" sz="1400" dirty="0">
              <a:latin typeface="BIZ UDPゴシック" panose="020B0400000000000000" pitchFamily="50" charset="-128"/>
              <a:ea typeface="BIZ UDPゴシック" panose="020B0400000000000000" pitchFamily="50" charset="-128"/>
            </a:endParaRPr>
          </a:p>
          <a:p>
            <a:pPr marL="180975" indent="-180975">
              <a:buFont typeface="Arial" panose="020B0604020202020204" pitchFamily="34" charset="0"/>
              <a:buChar char="•"/>
            </a:pPr>
            <a:r>
              <a:rPr lang="en-US" altLang="ja-JP" sz="1400" dirty="0">
                <a:latin typeface="BIZ UDPゴシック" panose="020B0400000000000000" pitchFamily="50" charset="-128"/>
                <a:ea typeface="BIZ UDPゴシック" panose="020B0400000000000000" pitchFamily="50" charset="-128"/>
              </a:rPr>
              <a:t>E-learning</a:t>
            </a:r>
            <a:r>
              <a:rPr lang="ja-JP" altLang="en-US" sz="1400" dirty="0">
                <a:latin typeface="BIZ UDPゴシック" panose="020B0400000000000000" pitchFamily="50" charset="-128"/>
                <a:ea typeface="BIZ UDPゴシック" panose="020B0400000000000000" pitchFamily="50" charset="-128"/>
              </a:rPr>
              <a:t>など期限もの</a:t>
            </a:r>
            <a:endParaRPr lang="en-US" altLang="ja-JP" sz="1400" dirty="0">
              <a:latin typeface="BIZ UDPゴシック" panose="020B0400000000000000" pitchFamily="50" charset="-128"/>
              <a:ea typeface="BIZ UDPゴシック" panose="020B0400000000000000" pitchFamily="50" charset="-128"/>
            </a:endParaRPr>
          </a:p>
          <a:p>
            <a:pPr marL="180975" indent="-180975">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計数データの取りまとめ</a:t>
            </a:r>
            <a:endParaRPr lang="en-US" altLang="ja-JP" sz="1400" dirty="0">
              <a:latin typeface="BIZ UDPゴシック" panose="020B0400000000000000" pitchFamily="50" charset="-128"/>
              <a:ea typeface="BIZ UDPゴシック" panose="020B0400000000000000" pitchFamily="50" charset="-128"/>
            </a:endParaRPr>
          </a:p>
          <a:p>
            <a:pPr marL="180975" indent="-180975">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文書校閲</a:t>
            </a:r>
          </a:p>
        </p:txBody>
      </p:sp>
      <p:sp>
        <p:nvSpPr>
          <p:cNvPr id="18" name="テキスト ボックス 17">
            <a:extLst>
              <a:ext uri="{FF2B5EF4-FFF2-40B4-BE49-F238E27FC236}">
                <a16:creationId xmlns:a16="http://schemas.microsoft.com/office/drawing/2014/main" id="{FB115086-FC53-3C95-3111-9280ECD33B6C}"/>
              </a:ext>
            </a:extLst>
          </p:cNvPr>
          <p:cNvSpPr txBox="1"/>
          <p:nvPr/>
        </p:nvSpPr>
        <p:spPr>
          <a:xfrm>
            <a:off x="5086023" y="1299228"/>
            <a:ext cx="718145" cy="215444"/>
          </a:xfrm>
          <a:prstGeom prst="rect">
            <a:avLst/>
          </a:prstGeom>
          <a:noFill/>
        </p:spPr>
        <p:txBody>
          <a:bodyPr wrap="none" lIns="0" tIns="0" rIns="0" bIns="0" rtlCol="0">
            <a:spAutoFit/>
          </a:bodyPr>
          <a:lstStyle/>
          <a:p>
            <a:r>
              <a:rPr lang="ja-JP" altLang="en-US" sz="1400" dirty="0">
                <a:latin typeface="BIZ UDPゴシック" panose="020B0400000000000000" pitchFamily="50" charset="-128"/>
                <a:ea typeface="BIZ UDPゴシック" panose="020B0400000000000000" pitchFamily="50" charset="-128"/>
              </a:rPr>
              <a:t>社内申請</a:t>
            </a:r>
          </a:p>
        </p:txBody>
      </p:sp>
      <p:sp>
        <p:nvSpPr>
          <p:cNvPr id="19" name="テキスト ボックス 18">
            <a:extLst>
              <a:ext uri="{FF2B5EF4-FFF2-40B4-BE49-F238E27FC236}">
                <a16:creationId xmlns:a16="http://schemas.microsoft.com/office/drawing/2014/main" id="{7AD865BB-D2CA-C28C-FCA6-144CE1B81613}"/>
              </a:ext>
            </a:extLst>
          </p:cNvPr>
          <p:cNvSpPr txBox="1"/>
          <p:nvPr/>
        </p:nvSpPr>
        <p:spPr>
          <a:xfrm>
            <a:off x="4399542" y="1741429"/>
            <a:ext cx="2270644" cy="215444"/>
          </a:xfrm>
          <a:prstGeom prst="rect">
            <a:avLst/>
          </a:prstGeom>
          <a:noFill/>
        </p:spPr>
        <p:txBody>
          <a:bodyPr wrap="square" lIns="0" tIns="0" rIns="0" bIns="0" rtlCol="0">
            <a:spAutoFit/>
          </a:bodyPr>
          <a:lstStyle/>
          <a:p>
            <a:pPr marL="180975" indent="-180975">
              <a:buFont typeface="Arial" panose="020B0604020202020204" pitchFamily="34" charset="0"/>
              <a:buChar char="•"/>
            </a:pPr>
            <a:r>
              <a:rPr lang="en-US" altLang="ja-JP" sz="1400" dirty="0" err="1">
                <a:latin typeface="BIZ UDPゴシック" panose="020B0400000000000000" pitchFamily="50" charset="-128"/>
                <a:ea typeface="BIZ UDPゴシック" panose="020B0400000000000000" pitchFamily="50" charset="-128"/>
              </a:rPr>
              <a:t>aaa</a:t>
            </a:r>
            <a:endParaRPr lang="ja-JP" altLang="en-US" sz="1400" dirty="0">
              <a:latin typeface="BIZ UDPゴシック" panose="020B0400000000000000" pitchFamily="50" charset="-128"/>
              <a:ea typeface="BIZ UDPゴシック" panose="020B0400000000000000" pitchFamily="50" charset="-128"/>
            </a:endParaRPr>
          </a:p>
        </p:txBody>
      </p:sp>
      <p:cxnSp>
        <p:nvCxnSpPr>
          <p:cNvPr id="20" name="直線コネクタ 19">
            <a:extLst>
              <a:ext uri="{FF2B5EF4-FFF2-40B4-BE49-F238E27FC236}">
                <a16:creationId xmlns:a16="http://schemas.microsoft.com/office/drawing/2014/main" id="{FF9031F3-FC8E-D1AC-05B4-A412947412BB}"/>
              </a:ext>
              <a:ext uri="{C183D7F6-B498-43B3-948B-1728B52AA6E4}">
                <adec:decorative xmlns:adec="http://schemas.microsoft.com/office/drawing/2017/decorative" val="1"/>
              </a:ext>
            </a:extLst>
          </p:cNvPr>
          <p:cNvCxnSpPr>
            <a:cxnSpLocks/>
          </p:cNvCxnSpPr>
          <p:nvPr/>
        </p:nvCxnSpPr>
        <p:spPr>
          <a:xfrm>
            <a:off x="4399541" y="1545353"/>
            <a:ext cx="2204143" cy="0"/>
          </a:xfrm>
          <a:prstGeom prst="line">
            <a:avLst/>
          </a:prstGeom>
          <a:ln w="12700">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sp>
        <p:nvSpPr>
          <p:cNvPr id="21" name="テキスト ボックス 20">
            <a:extLst>
              <a:ext uri="{FF2B5EF4-FFF2-40B4-BE49-F238E27FC236}">
                <a16:creationId xmlns:a16="http://schemas.microsoft.com/office/drawing/2014/main" id="{500A9BE8-7672-EAEA-CE76-24712638C79E}"/>
              </a:ext>
            </a:extLst>
          </p:cNvPr>
          <p:cNvSpPr txBox="1"/>
          <p:nvPr/>
        </p:nvSpPr>
        <p:spPr>
          <a:xfrm>
            <a:off x="4399542" y="2903264"/>
            <a:ext cx="2270644" cy="215444"/>
          </a:xfrm>
          <a:prstGeom prst="rect">
            <a:avLst/>
          </a:prstGeom>
          <a:noFill/>
        </p:spPr>
        <p:txBody>
          <a:bodyPr wrap="square" lIns="0" tIns="0" rIns="0" bIns="0" rtlCol="0">
            <a:spAutoFit/>
          </a:bodyPr>
          <a:lstStyle/>
          <a:p>
            <a:pPr marL="180975" indent="-180975">
              <a:buFont typeface="Arial" panose="020B0604020202020204" pitchFamily="34" charset="0"/>
              <a:buChar char="•"/>
            </a:pPr>
            <a:r>
              <a:rPr lang="en-US" altLang="ja-JP" sz="1400" dirty="0" err="1">
                <a:latin typeface="BIZ UDPゴシック" panose="020B0400000000000000" pitchFamily="50" charset="-128"/>
                <a:ea typeface="BIZ UDPゴシック" panose="020B0400000000000000" pitchFamily="50" charset="-128"/>
              </a:rPr>
              <a:t>aaa</a:t>
            </a:r>
            <a:endParaRPr lang="en-US" altLang="ja-JP" sz="1400" dirty="0">
              <a:latin typeface="BIZ UDPゴシック" panose="020B0400000000000000" pitchFamily="50" charset="-128"/>
              <a:ea typeface="BIZ UDPゴシック" panose="020B0400000000000000" pitchFamily="50" charset="-128"/>
            </a:endParaRPr>
          </a:p>
        </p:txBody>
      </p:sp>
      <p:sp>
        <p:nvSpPr>
          <p:cNvPr id="22" name="テキスト ボックス 21">
            <a:extLst>
              <a:ext uri="{FF2B5EF4-FFF2-40B4-BE49-F238E27FC236}">
                <a16:creationId xmlns:a16="http://schemas.microsoft.com/office/drawing/2014/main" id="{9C92C7F7-7F33-00EE-D4DA-C8EF138DA7F6}"/>
              </a:ext>
            </a:extLst>
          </p:cNvPr>
          <p:cNvSpPr txBox="1"/>
          <p:nvPr/>
        </p:nvSpPr>
        <p:spPr>
          <a:xfrm>
            <a:off x="4399542" y="4065094"/>
            <a:ext cx="2270644" cy="215444"/>
          </a:xfrm>
          <a:prstGeom prst="rect">
            <a:avLst/>
          </a:prstGeom>
          <a:noFill/>
        </p:spPr>
        <p:txBody>
          <a:bodyPr wrap="square" lIns="0" tIns="0" rIns="0" bIns="0" rtlCol="0">
            <a:spAutoFit/>
          </a:bodyPr>
          <a:lstStyle/>
          <a:p>
            <a:pPr marL="180975" indent="-180975">
              <a:buFont typeface="Arial" panose="020B0604020202020204" pitchFamily="34" charset="0"/>
              <a:buChar char="•"/>
            </a:pPr>
            <a:r>
              <a:rPr lang="en-US" altLang="ja-JP" sz="1400" dirty="0" err="1">
                <a:latin typeface="BIZ UDPゴシック" panose="020B0400000000000000" pitchFamily="50" charset="-128"/>
                <a:ea typeface="BIZ UDPゴシック" panose="020B0400000000000000" pitchFamily="50" charset="-128"/>
              </a:rPr>
              <a:t>aaa</a:t>
            </a:r>
            <a:endParaRPr lang="ja-JP" altLang="en-US" sz="1400" dirty="0">
              <a:latin typeface="BIZ UDPゴシック" panose="020B0400000000000000" pitchFamily="50" charset="-128"/>
              <a:ea typeface="BIZ UDPゴシック" panose="020B0400000000000000" pitchFamily="50" charset="-128"/>
            </a:endParaRPr>
          </a:p>
        </p:txBody>
      </p:sp>
      <p:sp>
        <p:nvSpPr>
          <p:cNvPr id="23" name="テキスト ボックス 22">
            <a:extLst>
              <a:ext uri="{FF2B5EF4-FFF2-40B4-BE49-F238E27FC236}">
                <a16:creationId xmlns:a16="http://schemas.microsoft.com/office/drawing/2014/main" id="{80D5A874-4A84-E658-64E2-B964C4982B5A}"/>
              </a:ext>
            </a:extLst>
          </p:cNvPr>
          <p:cNvSpPr txBox="1"/>
          <p:nvPr/>
        </p:nvSpPr>
        <p:spPr>
          <a:xfrm>
            <a:off x="4399542" y="5226923"/>
            <a:ext cx="2270644" cy="430887"/>
          </a:xfrm>
          <a:prstGeom prst="rect">
            <a:avLst/>
          </a:prstGeom>
          <a:noFill/>
        </p:spPr>
        <p:txBody>
          <a:bodyPr wrap="square" lIns="0" tIns="0" rIns="0" bIns="0" rtlCol="0">
            <a:spAutoFit/>
          </a:bodyPr>
          <a:lstStyle/>
          <a:p>
            <a:pPr marL="180975" indent="-180975">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購買依頼、支払い申請</a:t>
            </a:r>
            <a:endParaRPr lang="en-US" altLang="ja-JP" sz="1400" dirty="0">
              <a:latin typeface="BIZ UDPゴシック" panose="020B0400000000000000" pitchFamily="50" charset="-128"/>
              <a:ea typeface="BIZ UDPゴシック" panose="020B0400000000000000" pitchFamily="50" charset="-128"/>
            </a:endParaRPr>
          </a:p>
          <a:p>
            <a:pPr marL="180975" indent="-180975">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公印申請</a:t>
            </a:r>
            <a:endParaRPr lang="en-US" altLang="ja-JP" sz="1400" dirty="0">
              <a:latin typeface="BIZ UDPゴシック" panose="020B0400000000000000" pitchFamily="50" charset="-128"/>
              <a:ea typeface="BIZ UDPゴシック" panose="020B0400000000000000" pitchFamily="50" charset="-128"/>
            </a:endParaRPr>
          </a:p>
        </p:txBody>
      </p:sp>
      <p:sp>
        <p:nvSpPr>
          <p:cNvPr id="24" name="テキスト ボックス 23">
            <a:extLst>
              <a:ext uri="{FF2B5EF4-FFF2-40B4-BE49-F238E27FC236}">
                <a16:creationId xmlns:a16="http://schemas.microsoft.com/office/drawing/2014/main" id="{43B54578-3C4B-FBF6-2437-AE1A3C8C47EC}"/>
              </a:ext>
            </a:extLst>
          </p:cNvPr>
          <p:cNvSpPr txBox="1"/>
          <p:nvPr/>
        </p:nvSpPr>
        <p:spPr>
          <a:xfrm>
            <a:off x="7724675" y="1299228"/>
            <a:ext cx="718145" cy="215444"/>
          </a:xfrm>
          <a:prstGeom prst="rect">
            <a:avLst/>
          </a:prstGeom>
          <a:noFill/>
        </p:spPr>
        <p:txBody>
          <a:bodyPr wrap="none" lIns="0" tIns="0" rIns="0" bIns="0" rtlCol="0">
            <a:spAutoFit/>
          </a:bodyPr>
          <a:lstStyle/>
          <a:p>
            <a:r>
              <a:rPr lang="ja-JP" altLang="en-US" sz="1400" dirty="0">
                <a:latin typeface="BIZ UDPゴシック" panose="020B0400000000000000" pitchFamily="50" charset="-128"/>
                <a:ea typeface="BIZ UDPゴシック" panose="020B0400000000000000" pitchFamily="50" charset="-128"/>
              </a:rPr>
              <a:t>会議支援</a:t>
            </a:r>
          </a:p>
        </p:txBody>
      </p:sp>
      <p:sp>
        <p:nvSpPr>
          <p:cNvPr id="25" name="テキスト ボックス 24">
            <a:extLst>
              <a:ext uri="{FF2B5EF4-FFF2-40B4-BE49-F238E27FC236}">
                <a16:creationId xmlns:a16="http://schemas.microsoft.com/office/drawing/2014/main" id="{A8F4C2CC-34A8-5E93-3089-5055C9ED8235}"/>
              </a:ext>
            </a:extLst>
          </p:cNvPr>
          <p:cNvSpPr txBox="1"/>
          <p:nvPr/>
        </p:nvSpPr>
        <p:spPr>
          <a:xfrm>
            <a:off x="7038194" y="1741429"/>
            <a:ext cx="2270644" cy="215444"/>
          </a:xfrm>
          <a:prstGeom prst="rect">
            <a:avLst/>
          </a:prstGeom>
          <a:noFill/>
        </p:spPr>
        <p:txBody>
          <a:bodyPr wrap="square" lIns="0" tIns="0" rIns="0" bIns="0" rtlCol="0">
            <a:spAutoFit/>
          </a:bodyPr>
          <a:lstStyle/>
          <a:p>
            <a:pPr marL="180975" indent="-180975">
              <a:buFont typeface="Arial" panose="020B0604020202020204" pitchFamily="34" charset="0"/>
              <a:buChar char="•"/>
            </a:pPr>
            <a:r>
              <a:rPr lang="en-US" altLang="ja-JP" sz="1400" dirty="0" err="1">
                <a:latin typeface="BIZ UDPゴシック" panose="020B0400000000000000" pitchFamily="50" charset="-128"/>
                <a:ea typeface="BIZ UDPゴシック" panose="020B0400000000000000" pitchFamily="50" charset="-128"/>
              </a:rPr>
              <a:t>aaa</a:t>
            </a:r>
            <a:endParaRPr lang="ja-JP" altLang="en-US" sz="1400" dirty="0">
              <a:latin typeface="BIZ UDPゴシック" panose="020B0400000000000000" pitchFamily="50" charset="-128"/>
              <a:ea typeface="BIZ UDPゴシック" panose="020B0400000000000000" pitchFamily="50" charset="-128"/>
            </a:endParaRPr>
          </a:p>
        </p:txBody>
      </p:sp>
      <p:cxnSp>
        <p:nvCxnSpPr>
          <p:cNvPr id="26" name="直線コネクタ 25">
            <a:extLst>
              <a:ext uri="{FF2B5EF4-FFF2-40B4-BE49-F238E27FC236}">
                <a16:creationId xmlns:a16="http://schemas.microsoft.com/office/drawing/2014/main" id="{64BCE69E-79F7-BA98-FCCF-E074F73C8A49}"/>
              </a:ext>
              <a:ext uri="{C183D7F6-B498-43B3-948B-1728B52AA6E4}">
                <adec:decorative xmlns:adec="http://schemas.microsoft.com/office/drawing/2017/decorative" val="1"/>
              </a:ext>
            </a:extLst>
          </p:cNvPr>
          <p:cNvCxnSpPr>
            <a:cxnSpLocks/>
          </p:cNvCxnSpPr>
          <p:nvPr/>
        </p:nvCxnSpPr>
        <p:spPr>
          <a:xfrm>
            <a:off x="7038193" y="1545353"/>
            <a:ext cx="2204143" cy="0"/>
          </a:xfrm>
          <a:prstGeom prst="line">
            <a:avLst/>
          </a:prstGeom>
          <a:ln w="12700">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sp>
        <p:nvSpPr>
          <p:cNvPr id="27" name="テキスト ボックス 26">
            <a:extLst>
              <a:ext uri="{FF2B5EF4-FFF2-40B4-BE49-F238E27FC236}">
                <a16:creationId xmlns:a16="http://schemas.microsoft.com/office/drawing/2014/main" id="{EFDC3ED4-D5AF-BE0B-235D-D6F12304ED75}"/>
              </a:ext>
            </a:extLst>
          </p:cNvPr>
          <p:cNvSpPr txBox="1"/>
          <p:nvPr/>
        </p:nvSpPr>
        <p:spPr>
          <a:xfrm>
            <a:off x="7038194" y="2903264"/>
            <a:ext cx="2270644" cy="215444"/>
          </a:xfrm>
          <a:prstGeom prst="rect">
            <a:avLst/>
          </a:prstGeom>
          <a:noFill/>
        </p:spPr>
        <p:txBody>
          <a:bodyPr wrap="square" lIns="0" tIns="0" rIns="0" bIns="0" rtlCol="0">
            <a:spAutoFit/>
          </a:bodyPr>
          <a:lstStyle/>
          <a:p>
            <a:pPr marL="180975" indent="-180975">
              <a:buFont typeface="Arial" panose="020B0604020202020204" pitchFamily="34" charset="0"/>
              <a:buChar char="•"/>
            </a:pPr>
            <a:r>
              <a:rPr lang="en-US" altLang="ja-JP" sz="1400" dirty="0" err="1">
                <a:latin typeface="BIZ UDPゴシック" panose="020B0400000000000000" pitchFamily="50" charset="-128"/>
                <a:ea typeface="BIZ UDPゴシック" panose="020B0400000000000000" pitchFamily="50" charset="-128"/>
              </a:rPr>
              <a:t>aaa</a:t>
            </a:r>
            <a:endParaRPr lang="en-US" altLang="ja-JP" sz="1400" dirty="0">
              <a:latin typeface="BIZ UDPゴシック" panose="020B0400000000000000" pitchFamily="50" charset="-128"/>
              <a:ea typeface="BIZ UDPゴシック" panose="020B0400000000000000" pitchFamily="50" charset="-128"/>
            </a:endParaRPr>
          </a:p>
        </p:txBody>
      </p:sp>
      <p:sp>
        <p:nvSpPr>
          <p:cNvPr id="28" name="テキスト ボックス 27">
            <a:extLst>
              <a:ext uri="{FF2B5EF4-FFF2-40B4-BE49-F238E27FC236}">
                <a16:creationId xmlns:a16="http://schemas.microsoft.com/office/drawing/2014/main" id="{6484B0B0-FCAB-ED50-4EF8-DA2F64AF4FE6}"/>
              </a:ext>
            </a:extLst>
          </p:cNvPr>
          <p:cNvSpPr txBox="1"/>
          <p:nvPr/>
        </p:nvSpPr>
        <p:spPr>
          <a:xfrm>
            <a:off x="7038194" y="4065094"/>
            <a:ext cx="2270644" cy="215444"/>
          </a:xfrm>
          <a:prstGeom prst="rect">
            <a:avLst/>
          </a:prstGeom>
          <a:noFill/>
        </p:spPr>
        <p:txBody>
          <a:bodyPr wrap="square" lIns="0" tIns="0" rIns="0" bIns="0" rtlCol="0">
            <a:spAutoFit/>
          </a:bodyPr>
          <a:lstStyle/>
          <a:p>
            <a:pPr marL="180975" indent="-180975">
              <a:buFont typeface="Arial" panose="020B0604020202020204" pitchFamily="34" charset="0"/>
              <a:buChar char="•"/>
            </a:pPr>
            <a:r>
              <a:rPr lang="en-US" altLang="ja-JP" sz="1400" dirty="0" err="1">
                <a:latin typeface="BIZ UDPゴシック" panose="020B0400000000000000" pitchFamily="50" charset="-128"/>
                <a:ea typeface="BIZ UDPゴシック" panose="020B0400000000000000" pitchFamily="50" charset="-128"/>
              </a:rPr>
              <a:t>aaa</a:t>
            </a:r>
            <a:endParaRPr lang="ja-JP" altLang="en-US" sz="1400" dirty="0">
              <a:latin typeface="BIZ UDPゴシック" panose="020B0400000000000000" pitchFamily="50" charset="-128"/>
              <a:ea typeface="BIZ UDPゴシック" panose="020B0400000000000000" pitchFamily="50" charset="-128"/>
            </a:endParaRPr>
          </a:p>
        </p:txBody>
      </p:sp>
      <p:sp>
        <p:nvSpPr>
          <p:cNvPr id="29" name="テキスト ボックス 28">
            <a:extLst>
              <a:ext uri="{FF2B5EF4-FFF2-40B4-BE49-F238E27FC236}">
                <a16:creationId xmlns:a16="http://schemas.microsoft.com/office/drawing/2014/main" id="{F1CF6F6D-22B4-22B0-8D77-07489CB7AE02}"/>
              </a:ext>
            </a:extLst>
          </p:cNvPr>
          <p:cNvSpPr txBox="1"/>
          <p:nvPr/>
        </p:nvSpPr>
        <p:spPr>
          <a:xfrm>
            <a:off x="7038194" y="5226923"/>
            <a:ext cx="2270644" cy="430887"/>
          </a:xfrm>
          <a:prstGeom prst="rect">
            <a:avLst/>
          </a:prstGeom>
          <a:noFill/>
        </p:spPr>
        <p:txBody>
          <a:bodyPr wrap="square" lIns="0" tIns="0" rIns="0" bIns="0" rtlCol="0">
            <a:spAutoFit/>
          </a:bodyPr>
          <a:lstStyle/>
          <a:p>
            <a:pPr marL="180975" indent="-180975">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会議調整</a:t>
            </a:r>
            <a:endParaRPr lang="en-US" altLang="ja-JP" sz="1400" dirty="0">
              <a:latin typeface="BIZ UDPゴシック" panose="020B0400000000000000" pitchFamily="50" charset="-128"/>
              <a:ea typeface="BIZ UDPゴシック" panose="020B0400000000000000" pitchFamily="50" charset="-128"/>
            </a:endParaRPr>
          </a:p>
          <a:p>
            <a:pPr marL="180975" indent="-180975">
              <a:buFont typeface="Arial" panose="020B0604020202020204" pitchFamily="34" charset="0"/>
              <a:buChar char="•"/>
            </a:pPr>
            <a:r>
              <a:rPr lang="en-US" altLang="ja-JP" sz="1400" dirty="0">
                <a:latin typeface="BIZ UDPゴシック" panose="020B0400000000000000" pitchFamily="50" charset="-128"/>
                <a:ea typeface="BIZ UDPゴシック" panose="020B0400000000000000" pitchFamily="50" charset="-128"/>
              </a:rPr>
              <a:t>1on1 </a:t>
            </a:r>
            <a:r>
              <a:rPr lang="ja-JP" altLang="en-US" sz="1400" dirty="0">
                <a:latin typeface="BIZ UDPゴシック" panose="020B0400000000000000" pitchFamily="50" charset="-128"/>
                <a:ea typeface="BIZ UDPゴシック" panose="020B0400000000000000" pitchFamily="50" charset="-128"/>
              </a:rPr>
              <a:t>日程調整・案内送付</a:t>
            </a:r>
          </a:p>
        </p:txBody>
      </p:sp>
      <p:sp>
        <p:nvSpPr>
          <p:cNvPr id="30" name="テキスト ボックス 29">
            <a:extLst>
              <a:ext uri="{FF2B5EF4-FFF2-40B4-BE49-F238E27FC236}">
                <a16:creationId xmlns:a16="http://schemas.microsoft.com/office/drawing/2014/main" id="{D39E8DDA-A564-D01D-C634-663DD364D355}"/>
              </a:ext>
            </a:extLst>
          </p:cNvPr>
          <p:cNvSpPr txBox="1"/>
          <p:nvPr/>
        </p:nvSpPr>
        <p:spPr>
          <a:xfrm>
            <a:off x="10272875" y="1299228"/>
            <a:ext cx="538609" cy="215444"/>
          </a:xfrm>
          <a:prstGeom prst="rect">
            <a:avLst/>
          </a:prstGeom>
          <a:noFill/>
        </p:spPr>
        <p:txBody>
          <a:bodyPr wrap="none" lIns="0" tIns="0" rIns="0" bIns="0" rtlCol="0">
            <a:spAutoFit/>
          </a:bodyPr>
          <a:lstStyle/>
          <a:p>
            <a:r>
              <a:rPr lang="ja-JP" altLang="en-US" sz="1400" dirty="0">
                <a:latin typeface="BIZ UDPゴシック" panose="020B0400000000000000" pitchFamily="50" charset="-128"/>
                <a:ea typeface="BIZ UDPゴシック" panose="020B0400000000000000" pitchFamily="50" charset="-128"/>
              </a:rPr>
              <a:t>その他</a:t>
            </a:r>
          </a:p>
        </p:txBody>
      </p:sp>
      <p:sp>
        <p:nvSpPr>
          <p:cNvPr id="31" name="テキスト ボックス 30">
            <a:extLst>
              <a:ext uri="{FF2B5EF4-FFF2-40B4-BE49-F238E27FC236}">
                <a16:creationId xmlns:a16="http://schemas.microsoft.com/office/drawing/2014/main" id="{71F4E56F-5212-4FAF-8F8B-D496636DFDB8}"/>
              </a:ext>
            </a:extLst>
          </p:cNvPr>
          <p:cNvSpPr txBox="1"/>
          <p:nvPr/>
        </p:nvSpPr>
        <p:spPr>
          <a:xfrm>
            <a:off x="9586394" y="1741429"/>
            <a:ext cx="2270644" cy="215444"/>
          </a:xfrm>
          <a:prstGeom prst="rect">
            <a:avLst/>
          </a:prstGeom>
          <a:noFill/>
        </p:spPr>
        <p:txBody>
          <a:bodyPr wrap="square" lIns="0" tIns="0" rIns="0" bIns="0" rtlCol="0">
            <a:spAutoFit/>
          </a:bodyPr>
          <a:lstStyle/>
          <a:p>
            <a:pPr marL="180975" indent="-180975">
              <a:buFont typeface="Arial" panose="020B0604020202020204" pitchFamily="34" charset="0"/>
              <a:buChar char="•"/>
            </a:pPr>
            <a:r>
              <a:rPr lang="en-US" altLang="ja-JP" sz="1400" dirty="0" err="1">
                <a:latin typeface="BIZ UDPゴシック" panose="020B0400000000000000" pitchFamily="50" charset="-128"/>
                <a:ea typeface="BIZ UDPゴシック" panose="020B0400000000000000" pitchFamily="50" charset="-128"/>
              </a:rPr>
              <a:t>aaa</a:t>
            </a:r>
            <a:endParaRPr lang="ja-JP" altLang="en-US" sz="1400" dirty="0">
              <a:latin typeface="BIZ UDPゴシック" panose="020B0400000000000000" pitchFamily="50" charset="-128"/>
              <a:ea typeface="BIZ UDPゴシック" panose="020B0400000000000000" pitchFamily="50" charset="-128"/>
            </a:endParaRPr>
          </a:p>
        </p:txBody>
      </p:sp>
      <p:cxnSp>
        <p:nvCxnSpPr>
          <p:cNvPr id="32" name="直線コネクタ 31">
            <a:extLst>
              <a:ext uri="{FF2B5EF4-FFF2-40B4-BE49-F238E27FC236}">
                <a16:creationId xmlns:a16="http://schemas.microsoft.com/office/drawing/2014/main" id="{2958237F-04AA-52E9-CF05-73385B9F3913}"/>
              </a:ext>
              <a:ext uri="{C183D7F6-B498-43B3-948B-1728B52AA6E4}">
                <adec:decorative xmlns:adec="http://schemas.microsoft.com/office/drawing/2017/decorative" val="1"/>
              </a:ext>
            </a:extLst>
          </p:cNvPr>
          <p:cNvCxnSpPr>
            <a:cxnSpLocks/>
          </p:cNvCxnSpPr>
          <p:nvPr/>
        </p:nvCxnSpPr>
        <p:spPr>
          <a:xfrm>
            <a:off x="9586393" y="1545353"/>
            <a:ext cx="2204143" cy="0"/>
          </a:xfrm>
          <a:prstGeom prst="line">
            <a:avLst/>
          </a:prstGeom>
          <a:ln w="12700">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sp>
        <p:nvSpPr>
          <p:cNvPr id="33" name="テキスト ボックス 32">
            <a:extLst>
              <a:ext uri="{FF2B5EF4-FFF2-40B4-BE49-F238E27FC236}">
                <a16:creationId xmlns:a16="http://schemas.microsoft.com/office/drawing/2014/main" id="{C84911A8-BACE-CE07-ADAA-84EF4FD360CB}"/>
              </a:ext>
            </a:extLst>
          </p:cNvPr>
          <p:cNvSpPr txBox="1"/>
          <p:nvPr/>
        </p:nvSpPr>
        <p:spPr>
          <a:xfrm>
            <a:off x="9586394" y="2903264"/>
            <a:ext cx="2270644" cy="215444"/>
          </a:xfrm>
          <a:prstGeom prst="rect">
            <a:avLst/>
          </a:prstGeom>
          <a:noFill/>
        </p:spPr>
        <p:txBody>
          <a:bodyPr wrap="square" lIns="0" tIns="0" rIns="0" bIns="0" rtlCol="0">
            <a:spAutoFit/>
          </a:bodyPr>
          <a:lstStyle/>
          <a:p>
            <a:pPr marL="180975" indent="-180975">
              <a:buFont typeface="Arial" panose="020B0604020202020204" pitchFamily="34" charset="0"/>
              <a:buChar char="•"/>
            </a:pPr>
            <a:r>
              <a:rPr lang="en-US" altLang="ja-JP" sz="1400" dirty="0" err="1">
                <a:latin typeface="BIZ UDPゴシック" panose="020B0400000000000000" pitchFamily="50" charset="-128"/>
                <a:ea typeface="BIZ UDPゴシック" panose="020B0400000000000000" pitchFamily="50" charset="-128"/>
              </a:rPr>
              <a:t>aaa</a:t>
            </a:r>
            <a:endParaRPr lang="en-US" altLang="ja-JP" sz="1400" dirty="0">
              <a:latin typeface="BIZ UDPゴシック" panose="020B0400000000000000" pitchFamily="50" charset="-128"/>
              <a:ea typeface="BIZ UDPゴシック" panose="020B0400000000000000" pitchFamily="50" charset="-128"/>
            </a:endParaRPr>
          </a:p>
        </p:txBody>
      </p:sp>
      <p:sp>
        <p:nvSpPr>
          <p:cNvPr id="34" name="テキスト ボックス 33">
            <a:extLst>
              <a:ext uri="{FF2B5EF4-FFF2-40B4-BE49-F238E27FC236}">
                <a16:creationId xmlns:a16="http://schemas.microsoft.com/office/drawing/2014/main" id="{9CF18027-87D3-6B44-9330-642C729C5936}"/>
              </a:ext>
            </a:extLst>
          </p:cNvPr>
          <p:cNvSpPr txBox="1"/>
          <p:nvPr/>
        </p:nvSpPr>
        <p:spPr>
          <a:xfrm>
            <a:off x="9586394" y="4065094"/>
            <a:ext cx="2270644" cy="215444"/>
          </a:xfrm>
          <a:prstGeom prst="rect">
            <a:avLst/>
          </a:prstGeom>
          <a:noFill/>
        </p:spPr>
        <p:txBody>
          <a:bodyPr wrap="square" lIns="0" tIns="0" rIns="0" bIns="0" rtlCol="0">
            <a:spAutoFit/>
          </a:bodyPr>
          <a:lstStyle/>
          <a:p>
            <a:pPr marL="180975" indent="-180975">
              <a:buFont typeface="Arial" panose="020B0604020202020204" pitchFamily="34" charset="0"/>
              <a:buChar char="•"/>
            </a:pPr>
            <a:r>
              <a:rPr lang="en-US" altLang="ja-JP" sz="1400" dirty="0" err="1">
                <a:latin typeface="BIZ UDPゴシック" panose="020B0400000000000000" pitchFamily="50" charset="-128"/>
                <a:ea typeface="BIZ UDPゴシック" panose="020B0400000000000000" pitchFamily="50" charset="-128"/>
              </a:rPr>
              <a:t>aaa</a:t>
            </a:r>
            <a:endParaRPr lang="ja-JP" altLang="en-US" sz="1400" dirty="0">
              <a:latin typeface="BIZ UDPゴシック" panose="020B0400000000000000" pitchFamily="50" charset="-128"/>
              <a:ea typeface="BIZ UDPゴシック" panose="020B0400000000000000" pitchFamily="50" charset="-128"/>
            </a:endParaRPr>
          </a:p>
        </p:txBody>
      </p:sp>
      <p:sp>
        <p:nvSpPr>
          <p:cNvPr id="35" name="テキスト ボックス 34">
            <a:extLst>
              <a:ext uri="{FF2B5EF4-FFF2-40B4-BE49-F238E27FC236}">
                <a16:creationId xmlns:a16="http://schemas.microsoft.com/office/drawing/2014/main" id="{97082B52-6366-7967-A730-C57D4DFD5147}"/>
              </a:ext>
            </a:extLst>
          </p:cNvPr>
          <p:cNvSpPr txBox="1"/>
          <p:nvPr/>
        </p:nvSpPr>
        <p:spPr>
          <a:xfrm>
            <a:off x="9586394" y="5226923"/>
            <a:ext cx="2270644" cy="646331"/>
          </a:xfrm>
          <a:prstGeom prst="rect">
            <a:avLst/>
          </a:prstGeom>
          <a:noFill/>
        </p:spPr>
        <p:txBody>
          <a:bodyPr wrap="square" lIns="0" tIns="0" rIns="0" bIns="0" rtlCol="0">
            <a:spAutoFit/>
          </a:bodyPr>
          <a:lstStyle/>
          <a:p>
            <a:pPr marL="180975" indent="-180975">
              <a:buFont typeface="Arial" panose="020B0604020202020204" pitchFamily="34" charset="0"/>
              <a:buChar char="•"/>
            </a:pPr>
            <a:r>
              <a:rPr lang="en-US" altLang="ja-JP" sz="1400" dirty="0">
                <a:latin typeface="BIZ UDPゴシック" panose="020B0400000000000000" pitchFamily="50" charset="-128"/>
                <a:ea typeface="BIZ UDPゴシック" panose="020B0400000000000000" pitchFamily="50" charset="-128"/>
              </a:rPr>
              <a:t>PC</a:t>
            </a:r>
            <a:r>
              <a:rPr lang="ja-JP" altLang="en-US" sz="1400" dirty="0">
                <a:latin typeface="BIZ UDPゴシック" panose="020B0400000000000000" pitchFamily="50" charset="-128"/>
                <a:ea typeface="BIZ UDPゴシック" panose="020B0400000000000000" pitchFamily="50" charset="-128"/>
              </a:rPr>
              <a:t>申請・消耗品購入</a:t>
            </a:r>
            <a:endParaRPr lang="en-US" altLang="ja-JP" sz="1400" dirty="0">
              <a:latin typeface="BIZ UDPゴシック" panose="020B0400000000000000" pitchFamily="50" charset="-128"/>
              <a:ea typeface="BIZ UDPゴシック" panose="020B0400000000000000" pitchFamily="50" charset="-128"/>
            </a:endParaRPr>
          </a:p>
          <a:p>
            <a:pPr marL="180975" indent="-180975">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社員受入れ </a:t>
            </a:r>
            <a:r>
              <a:rPr lang="en-US" altLang="ja-JP" sz="1400" dirty="0">
                <a:latin typeface="BIZ UDPゴシック" panose="020B0400000000000000" pitchFamily="50" charset="-128"/>
                <a:ea typeface="BIZ UDPゴシック" panose="020B0400000000000000" pitchFamily="50" charset="-128"/>
              </a:rPr>
              <a:t>(</a:t>
            </a:r>
            <a:r>
              <a:rPr lang="ja-JP" altLang="en-US" sz="1400" dirty="0">
                <a:latin typeface="BIZ UDPゴシック" panose="020B0400000000000000" pitchFamily="50" charset="-128"/>
                <a:ea typeface="BIZ UDPゴシック" panose="020B0400000000000000" pitchFamily="50" charset="-128"/>
              </a:rPr>
              <a:t>備品</a:t>
            </a:r>
            <a:r>
              <a:rPr lang="en-US" altLang="ja-JP" sz="1400" dirty="0">
                <a:latin typeface="BIZ UDPゴシック" panose="020B0400000000000000" pitchFamily="50" charset="-128"/>
                <a:ea typeface="BIZ UDPゴシック" panose="020B0400000000000000" pitchFamily="50" charset="-128"/>
              </a:rPr>
              <a:t>)</a:t>
            </a:r>
          </a:p>
          <a:p>
            <a:pPr marL="180975" indent="-180975">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周知文書の展開</a:t>
            </a:r>
            <a:endParaRPr lang="en-US" altLang="ja-JP" sz="140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6247157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D2A1F57-1282-589F-5F61-4352EAB68C87}"/>
              </a:ext>
            </a:extLst>
          </p:cNvPr>
          <p:cNvSpPr>
            <a:spLocks noGrp="1"/>
          </p:cNvSpPr>
          <p:nvPr>
            <p:ph type="title"/>
          </p:nvPr>
        </p:nvSpPr>
        <p:spPr/>
        <p:txBody>
          <a:bodyPr/>
          <a:lstStyle/>
          <a:p>
            <a:r>
              <a:rPr lang="ja-JP" altLang="en-US" dirty="0"/>
              <a:t>サプライチェーン構造</a:t>
            </a:r>
            <a:endParaRPr kumimoji="1" lang="ja-JP" altLang="en-US" dirty="0"/>
          </a:p>
        </p:txBody>
      </p:sp>
      <p:sp>
        <p:nvSpPr>
          <p:cNvPr id="3" name="フッター プレースホルダー 2">
            <a:extLst>
              <a:ext uri="{FF2B5EF4-FFF2-40B4-BE49-F238E27FC236}">
                <a16:creationId xmlns:a16="http://schemas.microsoft.com/office/drawing/2014/main" id="{6EB6FC94-3AF6-D8CA-1058-9E9C9AEE346B}"/>
              </a:ext>
            </a:extLst>
          </p:cNvPr>
          <p:cNvSpPr>
            <a:spLocks noGrp="1"/>
          </p:cNvSpPr>
          <p:nvPr>
            <p:ph type="ftr" sz="quarter" idx="11"/>
          </p:nvPr>
        </p:nvSpPr>
        <p:spPr/>
        <p:txBody>
          <a:bodyPr/>
          <a:lstStyle/>
          <a:p>
            <a:r>
              <a:rPr lang="ja-JP" altLang="en-US"/>
              <a:t>出所：</a:t>
            </a:r>
            <a:endParaRPr lang="ja-JP" altLang="en-US" sz="900" dirty="0"/>
          </a:p>
        </p:txBody>
      </p:sp>
      <p:sp>
        <p:nvSpPr>
          <p:cNvPr id="4" name="スライド番号プレースホルダー 3">
            <a:extLst>
              <a:ext uri="{FF2B5EF4-FFF2-40B4-BE49-F238E27FC236}">
                <a16:creationId xmlns:a16="http://schemas.microsoft.com/office/drawing/2014/main" id="{DE308533-52E2-8084-F734-BDBA30F1386B}"/>
              </a:ext>
            </a:extLst>
          </p:cNvPr>
          <p:cNvSpPr>
            <a:spLocks noGrp="1"/>
          </p:cNvSpPr>
          <p:nvPr>
            <p:ph type="sldNum" sz="quarter" idx="12"/>
          </p:nvPr>
        </p:nvSpPr>
        <p:spPr/>
        <p:txBody>
          <a:bodyPr/>
          <a:lstStyle/>
          <a:p>
            <a:fld id="{DCB5AA93-092B-49A1-87A7-3C88D5F38AD7}" type="slidenum">
              <a:rPr lang="ja-JP" altLang="en-US" smtClean="0"/>
              <a:pPr/>
              <a:t>13</a:t>
            </a:fld>
            <a:endParaRPr lang="ja-JP" altLang="en-US" sz="900" dirty="0"/>
          </a:p>
        </p:txBody>
      </p:sp>
      <p:sp>
        <p:nvSpPr>
          <p:cNvPr id="5" name="テキスト プレースホルダー 4">
            <a:extLst>
              <a:ext uri="{FF2B5EF4-FFF2-40B4-BE49-F238E27FC236}">
                <a16:creationId xmlns:a16="http://schemas.microsoft.com/office/drawing/2014/main" id="{2FC8D744-590E-3163-BCE1-6FC64B32263A}"/>
              </a:ext>
            </a:extLst>
          </p:cNvPr>
          <p:cNvSpPr>
            <a:spLocks noGrp="1"/>
          </p:cNvSpPr>
          <p:nvPr>
            <p:ph type="body" sz="quarter" idx="13"/>
          </p:nvPr>
        </p:nvSpPr>
        <p:spPr/>
        <p:txBody>
          <a:bodyPr/>
          <a:lstStyle/>
          <a:p>
            <a:r>
              <a:rPr lang="ja-JP" altLang="en-US" dirty="0"/>
              <a:t>コンポーネントによって異なるケースもある</a:t>
            </a:r>
          </a:p>
        </p:txBody>
      </p:sp>
      <p:sp>
        <p:nvSpPr>
          <p:cNvPr id="6" name="テキスト ボックス 5">
            <a:extLst>
              <a:ext uri="{FF2B5EF4-FFF2-40B4-BE49-F238E27FC236}">
                <a16:creationId xmlns:a16="http://schemas.microsoft.com/office/drawing/2014/main" id="{CBF13CD5-8C1C-FDB8-96C5-998354DFFFC8}"/>
              </a:ext>
            </a:extLst>
          </p:cNvPr>
          <p:cNvSpPr txBox="1"/>
          <p:nvPr/>
        </p:nvSpPr>
        <p:spPr>
          <a:xfrm>
            <a:off x="442997" y="1290975"/>
            <a:ext cx="897682" cy="215444"/>
          </a:xfrm>
          <a:prstGeom prst="rect">
            <a:avLst/>
          </a:prstGeom>
          <a:noFill/>
        </p:spPr>
        <p:txBody>
          <a:bodyPr wrap="none" lIns="0" tIns="0" rIns="0" bIns="0" rtlCol="0">
            <a:spAutoFit/>
          </a:bodyPr>
          <a:lstStyle/>
          <a:p>
            <a:r>
              <a:rPr lang="ja-JP" altLang="en-US" sz="1400" dirty="0">
                <a:latin typeface="BIZ UDPゴシック" panose="020B0400000000000000" pitchFamily="50" charset="-128"/>
                <a:ea typeface="BIZ UDPゴシック" panose="020B0400000000000000" pitchFamily="50" charset="-128"/>
              </a:rPr>
              <a:t>最終消費地</a:t>
            </a:r>
          </a:p>
        </p:txBody>
      </p:sp>
      <p:sp>
        <p:nvSpPr>
          <p:cNvPr id="7" name="テキスト ボックス 6">
            <a:extLst>
              <a:ext uri="{FF2B5EF4-FFF2-40B4-BE49-F238E27FC236}">
                <a16:creationId xmlns:a16="http://schemas.microsoft.com/office/drawing/2014/main" id="{E1CA0AAA-C629-2FA4-BC88-37982760763A}"/>
              </a:ext>
            </a:extLst>
          </p:cNvPr>
          <p:cNvSpPr txBox="1"/>
          <p:nvPr/>
        </p:nvSpPr>
        <p:spPr>
          <a:xfrm>
            <a:off x="5623071" y="1298745"/>
            <a:ext cx="1574806" cy="215444"/>
          </a:xfrm>
          <a:prstGeom prst="rect">
            <a:avLst/>
          </a:prstGeom>
          <a:noFill/>
        </p:spPr>
        <p:txBody>
          <a:bodyPr wrap="square" lIns="0" tIns="0" rIns="0" bIns="0" rtlCol="0">
            <a:spAutoFit/>
          </a:bodyPr>
          <a:lstStyle/>
          <a:p>
            <a:r>
              <a:rPr lang="ja-JP" altLang="en-US" sz="1400" dirty="0">
                <a:latin typeface="BIZ UDPゴシック" panose="020B0400000000000000" pitchFamily="50" charset="-128"/>
                <a:ea typeface="BIZ UDPゴシック" panose="020B0400000000000000" pitchFamily="50" charset="-128"/>
              </a:rPr>
              <a:t>モデル区分</a:t>
            </a:r>
          </a:p>
        </p:txBody>
      </p:sp>
      <p:sp>
        <p:nvSpPr>
          <p:cNvPr id="8" name="正方形/長方形 7">
            <a:extLst>
              <a:ext uri="{FF2B5EF4-FFF2-40B4-BE49-F238E27FC236}">
                <a16:creationId xmlns:a16="http://schemas.microsoft.com/office/drawing/2014/main" id="{1B851262-B645-506C-BCC9-97D4D3212FC2}"/>
              </a:ext>
            </a:extLst>
          </p:cNvPr>
          <p:cNvSpPr/>
          <p:nvPr/>
        </p:nvSpPr>
        <p:spPr>
          <a:xfrm>
            <a:off x="360000" y="1741013"/>
            <a:ext cx="1299491" cy="4100670"/>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400" dirty="0">
                <a:solidFill>
                  <a:schemeClr val="tx1"/>
                </a:solidFill>
                <a:latin typeface="BIZ UDPゴシック" panose="020B0400000000000000" pitchFamily="50" charset="-128"/>
                <a:ea typeface="BIZ UDPゴシック" panose="020B0400000000000000" pitchFamily="50" charset="-128"/>
              </a:rPr>
              <a:t>A</a:t>
            </a:r>
            <a:r>
              <a:rPr lang="ja-JP" altLang="en-US" sz="1400" dirty="0">
                <a:solidFill>
                  <a:schemeClr val="tx1"/>
                </a:solidFill>
                <a:latin typeface="BIZ UDPゴシック" panose="020B0400000000000000" pitchFamily="50" charset="-128"/>
                <a:ea typeface="BIZ UDPゴシック" panose="020B0400000000000000" pitchFamily="50" charset="-128"/>
              </a:rPr>
              <a:t>国</a:t>
            </a:r>
          </a:p>
        </p:txBody>
      </p:sp>
      <p:sp>
        <p:nvSpPr>
          <p:cNvPr id="9" name="テキスト ボックス 8">
            <a:extLst>
              <a:ext uri="{FF2B5EF4-FFF2-40B4-BE49-F238E27FC236}">
                <a16:creationId xmlns:a16="http://schemas.microsoft.com/office/drawing/2014/main" id="{8862EF59-356F-C1EE-2BB3-759AC1E95D84}"/>
              </a:ext>
            </a:extLst>
          </p:cNvPr>
          <p:cNvSpPr txBox="1"/>
          <p:nvPr/>
        </p:nvSpPr>
        <p:spPr>
          <a:xfrm>
            <a:off x="5748929" y="1741348"/>
            <a:ext cx="5381813" cy="818555"/>
          </a:xfrm>
          <a:prstGeom prst="rect">
            <a:avLst/>
          </a:prstGeom>
          <a:noFill/>
          <a:ln>
            <a:solidFill>
              <a:schemeClr val="bg1">
                <a:lumMod val="65000"/>
              </a:schemeClr>
            </a:solidFill>
          </a:ln>
        </p:spPr>
        <p:txBody>
          <a:bodyPr wrap="square" lIns="0" tIns="0" rIns="0" bIns="0" rtlCol="0">
            <a:noAutofit/>
          </a:bodyPr>
          <a:lstStyle/>
          <a:p>
            <a:pPr marL="342900" indent="-342900">
              <a:buFont typeface="+mj-ea"/>
              <a:buAutoNum type="circleNumDbPlain"/>
            </a:pPr>
            <a:r>
              <a:rPr lang="ja-JP" altLang="en-US" sz="1400" dirty="0">
                <a:latin typeface="BIZ UDPゴシック" panose="020B0400000000000000" pitchFamily="50" charset="-128"/>
                <a:ea typeface="BIZ UDPゴシック" panose="020B0400000000000000" pitchFamily="50" charset="-128"/>
              </a:rPr>
              <a:t>地産地消モデル</a:t>
            </a:r>
            <a:endParaRPr lang="en-US" altLang="ja-JP" sz="1400" dirty="0">
              <a:latin typeface="BIZ UDPゴシック" panose="020B0400000000000000" pitchFamily="50" charset="-128"/>
              <a:ea typeface="BIZ UDPゴシック" panose="020B0400000000000000" pitchFamily="50" charset="-128"/>
            </a:endParaRPr>
          </a:p>
          <a:p>
            <a:pPr marL="539750" indent="-182563">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調達・生産・消費が、域内で完結するモデル </a:t>
            </a:r>
            <a:r>
              <a:rPr lang="en-US" altLang="ja-JP" sz="1400" dirty="0">
                <a:latin typeface="BIZ UDPゴシック" panose="020B0400000000000000" pitchFamily="50" charset="-128"/>
                <a:ea typeface="BIZ UDPゴシック" panose="020B0400000000000000" pitchFamily="50" charset="-128"/>
              </a:rPr>
              <a:t>(</a:t>
            </a:r>
            <a:r>
              <a:rPr lang="ja-JP" altLang="en-US" sz="1400" dirty="0">
                <a:latin typeface="BIZ UDPゴシック" panose="020B0400000000000000" pitchFamily="50" charset="-128"/>
                <a:ea typeface="BIZ UDPゴシック" panose="020B0400000000000000" pitchFamily="50" charset="-128"/>
              </a:rPr>
              <a:t>自動車車両など</a:t>
            </a:r>
            <a:r>
              <a:rPr lang="en-US" altLang="ja-JP" sz="1400" dirty="0">
                <a:latin typeface="BIZ UDPゴシック" panose="020B0400000000000000" pitchFamily="50" charset="-128"/>
                <a:ea typeface="BIZ UDPゴシック" panose="020B0400000000000000" pitchFamily="50" charset="-128"/>
              </a:rPr>
              <a:t>)</a:t>
            </a:r>
          </a:p>
        </p:txBody>
      </p:sp>
      <p:cxnSp>
        <p:nvCxnSpPr>
          <p:cNvPr id="10" name="直線コネクタ 9">
            <a:extLst>
              <a:ext uri="{FF2B5EF4-FFF2-40B4-BE49-F238E27FC236}">
                <a16:creationId xmlns:a16="http://schemas.microsoft.com/office/drawing/2014/main" id="{B40D8C76-CF89-B6D0-F4AF-92AE589B5066}"/>
              </a:ext>
              <a:ext uri="{C183D7F6-B498-43B3-948B-1728B52AA6E4}">
                <adec:decorative xmlns:adec="http://schemas.microsoft.com/office/drawing/2017/decorative" val="1"/>
              </a:ext>
            </a:extLst>
          </p:cNvPr>
          <p:cNvCxnSpPr>
            <a:cxnSpLocks/>
          </p:cNvCxnSpPr>
          <p:nvPr/>
        </p:nvCxnSpPr>
        <p:spPr>
          <a:xfrm>
            <a:off x="344185" y="1567915"/>
            <a:ext cx="1299491" cy="0"/>
          </a:xfrm>
          <a:prstGeom prst="line">
            <a:avLst/>
          </a:prstGeom>
          <a:ln w="2857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11" name="直線コネクタ 10">
            <a:extLst>
              <a:ext uri="{FF2B5EF4-FFF2-40B4-BE49-F238E27FC236}">
                <a16:creationId xmlns:a16="http://schemas.microsoft.com/office/drawing/2014/main" id="{14F48214-DFC2-09CB-DC24-A9F2774CBF88}"/>
              </a:ext>
              <a:ext uri="{C183D7F6-B498-43B3-948B-1728B52AA6E4}">
                <adec:decorative xmlns:adec="http://schemas.microsoft.com/office/drawing/2017/decorative" val="1"/>
              </a:ext>
            </a:extLst>
          </p:cNvPr>
          <p:cNvCxnSpPr>
            <a:cxnSpLocks/>
          </p:cNvCxnSpPr>
          <p:nvPr/>
        </p:nvCxnSpPr>
        <p:spPr>
          <a:xfrm>
            <a:off x="5623071" y="1567915"/>
            <a:ext cx="5381813" cy="0"/>
          </a:xfrm>
          <a:prstGeom prst="line">
            <a:avLst/>
          </a:prstGeom>
          <a:ln w="2857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sp>
        <p:nvSpPr>
          <p:cNvPr id="12" name="テキスト ボックス 11">
            <a:extLst>
              <a:ext uri="{FF2B5EF4-FFF2-40B4-BE49-F238E27FC236}">
                <a16:creationId xmlns:a16="http://schemas.microsoft.com/office/drawing/2014/main" id="{8C9CC81B-22CF-0714-F091-2CEE5C21087A}"/>
              </a:ext>
            </a:extLst>
          </p:cNvPr>
          <p:cNvSpPr txBox="1"/>
          <p:nvPr/>
        </p:nvSpPr>
        <p:spPr>
          <a:xfrm>
            <a:off x="5748929" y="2826009"/>
            <a:ext cx="5381813" cy="1080653"/>
          </a:xfrm>
          <a:prstGeom prst="rect">
            <a:avLst/>
          </a:prstGeom>
          <a:noFill/>
          <a:ln>
            <a:solidFill>
              <a:schemeClr val="bg1">
                <a:lumMod val="65000"/>
              </a:schemeClr>
            </a:solidFill>
          </a:ln>
        </p:spPr>
        <p:txBody>
          <a:bodyPr wrap="square" lIns="0" tIns="0" rIns="0" bIns="0" rtlCol="0">
            <a:noAutofit/>
          </a:bodyPr>
          <a:lstStyle/>
          <a:p>
            <a:pPr marL="342900" indent="-342900">
              <a:buFont typeface="+mj-ea"/>
              <a:buAutoNum type="circleNumDbPlain" startAt="2"/>
            </a:pPr>
            <a:r>
              <a:rPr lang="ja-JP" altLang="en-US" sz="1400" dirty="0">
                <a:latin typeface="BIZ UDPゴシック" panose="020B0400000000000000" pitchFamily="50" charset="-128"/>
                <a:ea typeface="BIZ UDPゴシック" panose="020B0400000000000000" pitchFamily="50" charset="-128"/>
              </a:rPr>
              <a:t>消費地生産モデル</a:t>
            </a:r>
            <a:endParaRPr lang="en-US" altLang="ja-JP" sz="1400" dirty="0">
              <a:latin typeface="BIZ UDPゴシック" panose="020B0400000000000000" pitchFamily="50" charset="-128"/>
              <a:ea typeface="BIZ UDPゴシック" panose="020B0400000000000000" pitchFamily="50" charset="-128"/>
            </a:endParaRPr>
          </a:p>
          <a:p>
            <a:pPr marL="539750" indent="-182563">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生産をエンドマーケットに寄せているモデル </a:t>
            </a:r>
            <a:r>
              <a:rPr lang="en-US" altLang="ja-JP" sz="1400" dirty="0">
                <a:latin typeface="BIZ UDPゴシック" panose="020B0400000000000000" pitchFamily="50" charset="-128"/>
                <a:ea typeface="BIZ UDPゴシック" panose="020B0400000000000000" pitchFamily="50" charset="-128"/>
              </a:rPr>
              <a:t>(</a:t>
            </a:r>
            <a:r>
              <a:rPr lang="ja-JP" altLang="en-US" sz="1400" dirty="0">
                <a:latin typeface="BIZ UDPゴシック" panose="020B0400000000000000" pitchFamily="50" charset="-128"/>
                <a:ea typeface="BIZ UDPゴシック" panose="020B0400000000000000" pitchFamily="50" charset="-128"/>
              </a:rPr>
              <a:t>建設機械など</a:t>
            </a:r>
            <a:r>
              <a:rPr lang="en-US" altLang="ja-JP" sz="1400" dirty="0">
                <a:latin typeface="BIZ UDPゴシック" panose="020B0400000000000000" pitchFamily="50" charset="-128"/>
                <a:ea typeface="BIZ UDPゴシック" panose="020B0400000000000000" pitchFamily="50" charset="-128"/>
              </a:rPr>
              <a:t>)</a:t>
            </a:r>
          </a:p>
        </p:txBody>
      </p:sp>
      <p:sp>
        <p:nvSpPr>
          <p:cNvPr id="13" name="テキスト ボックス 12">
            <a:extLst>
              <a:ext uri="{FF2B5EF4-FFF2-40B4-BE49-F238E27FC236}">
                <a16:creationId xmlns:a16="http://schemas.microsoft.com/office/drawing/2014/main" id="{0EE9134A-C89A-DF50-61C9-9851F3EA7D20}"/>
              </a:ext>
            </a:extLst>
          </p:cNvPr>
          <p:cNvSpPr txBox="1"/>
          <p:nvPr/>
        </p:nvSpPr>
        <p:spPr>
          <a:xfrm>
            <a:off x="5748929" y="4183186"/>
            <a:ext cx="5381813" cy="984399"/>
          </a:xfrm>
          <a:prstGeom prst="rect">
            <a:avLst/>
          </a:prstGeom>
          <a:noFill/>
          <a:ln>
            <a:solidFill>
              <a:schemeClr val="bg1">
                <a:lumMod val="65000"/>
              </a:schemeClr>
            </a:solidFill>
          </a:ln>
        </p:spPr>
        <p:txBody>
          <a:bodyPr wrap="square" lIns="0" tIns="0" rIns="0" bIns="0" rtlCol="0">
            <a:noAutofit/>
          </a:bodyPr>
          <a:lstStyle/>
          <a:p>
            <a:pPr marL="342900" indent="-342900">
              <a:buFont typeface="+mj-ea"/>
              <a:buAutoNum type="circleNumDbPlain" startAt="3"/>
            </a:pPr>
            <a:r>
              <a:rPr lang="ja-JP" altLang="en-US" sz="1400" dirty="0">
                <a:latin typeface="BIZ UDPゴシック" panose="020B0400000000000000" pitchFamily="50" charset="-128"/>
                <a:ea typeface="BIZ UDPゴシック" panose="020B0400000000000000" pitchFamily="50" charset="-128"/>
              </a:rPr>
              <a:t>調達・生産集約モデル</a:t>
            </a:r>
            <a:endParaRPr lang="en-US" altLang="ja-JP" sz="1400" dirty="0">
              <a:latin typeface="BIZ UDPゴシック" panose="020B0400000000000000" pitchFamily="50" charset="-128"/>
              <a:ea typeface="BIZ UDPゴシック" panose="020B0400000000000000" pitchFamily="50" charset="-128"/>
            </a:endParaRPr>
          </a:p>
          <a:p>
            <a:pPr marL="539750" indent="-182563">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調達と生産が同地域に集約化されたモデル </a:t>
            </a:r>
            <a:r>
              <a:rPr lang="en-US" altLang="ja-JP" sz="1400" dirty="0">
                <a:latin typeface="BIZ UDPゴシック" panose="020B0400000000000000" pitchFamily="50" charset="-128"/>
                <a:ea typeface="BIZ UDPゴシック" panose="020B0400000000000000" pitchFamily="50" charset="-128"/>
              </a:rPr>
              <a:t>(</a:t>
            </a:r>
            <a:r>
              <a:rPr lang="ja-JP" altLang="en-US" sz="1400" dirty="0">
                <a:latin typeface="BIZ UDPゴシック" panose="020B0400000000000000" pitchFamily="50" charset="-128"/>
                <a:ea typeface="BIZ UDPゴシック" panose="020B0400000000000000" pitchFamily="50" charset="-128"/>
              </a:rPr>
              <a:t>半導体など</a:t>
            </a:r>
            <a:r>
              <a:rPr lang="en-US" altLang="ja-JP" sz="1400" dirty="0">
                <a:latin typeface="BIZ UDPゴシック" panose="020B0400000000000000" pitchFamily="50" charset="-128"/>
                <a:ea typeface="BIZ UDPゴシック" panose="020B0400000000000000" pitchFamily="50" charset="-128"/>
              </a:rPr>
              <a:t>)</a:t>
            </a:r>
          </a:p>
        </p:txBody>
      </p:sp>
      <p:sp>
        <p:nvSpPr>
          <p:cNvPr id="14" name="テキスト ボックス 13">
            <a:extLst>
              <a:ext uri="{FF2B5EF4-FFF2-40B4-BE49-F238E27FC236}">
                <a16:creationId xmlns:a16="http://schemas.microsoft.com/office/drawing/2014/main" id="{A275FAEC-F903-860A-4101-9B811C10DD53}"/>
              </a:ext>
            </a:extLst>
          </p:cNvPr>
          <p:cNvSpPr txBox="1"/>
          <p:nvPr/>
        </p:nvSpPr>
        <p:spPr>
          <a:xfrm>
            <a:off x="5748929" y="5439769"/>
            <a:ext cx="5381813" cy="401914"/>
          </a:xfrm>
          <a:prstGeom prst="rect">
            <a:avLst/>
          </a:prstGeom>
          <a:noFill/>
          <a:ln>
            <a:solidFill>
              <a:schemeClr val="bg1">
                <a:lumMod val="65000"/>
              </a:schemeClr>
            </a:solidFill>
          </a:ln>
        </p:spPr>
        <p:txBody>
          <a:bodyPr wrap="square" lIns="0" tIns="0" rIns="0" bIns="0" rtlCol="0">
            <a:noAutofit/>
          </a:bodyPr>
          <a:lstStyle/>
          <a:p>
            <a:pPr marL="342900" indent="-342900">
              <a:buFont typeface="+mj-ea"/>
              <a:buAutoNum type="circleNumDbPlain" startAt="4"/>
            </a:pPr>
            <a:r>
              <a:rPr lang="ja-JP" altLang="en-US" sz="1400" dirty="0">
                <a:latin typeface="BIZ UDPゴシック" panose="020B0400000000000000" pitchFamily="50" charset="-128"/>
                <a:ea typeface="BIZ UDPゴシック" panose="020B0400000000000000" pitchFamily="50" charset="-128"/>
              </a:rPr>
              <a:t>グローバル分散モデル</a:t>
            </a:r>
            <a:endParaRPr lang="en-US" altLang="ja-JP" sz="1400" dirty="0">
              <a:latin typeface="BIZ UDPゴシック" panose="020B0400000000000000" pitchFamily="50" charset="-128"/>
              <a:ea typeface="BIZ UDPゴシック" panose="020B0400000000000000" pitchFamily="50" charset="-128"/>
            </a:endParaRPr>
          </a:p>
          <a:p>
            <a:pPr marL="539750" indent="-182563">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機能別にグローバルで分業化されたモデル </a:t>
            </a:r>
            <a:r>
              <a:rPr lang="en-US" altLang="ja-JP" sz="1400" dirty="0">
                <a:latin typeface="BIZ UDPゴシック" panose="020B0400000000000000" pitchFamily="50" charset="-128"/>
                <a:ea typeface="BIZ UDPゴシック" panose="020B0400000000000000" pitchFamily="50" charset="-128"/>
              </a:rPr>
              <a:t>(</a:t>
            </a:r>
            <a:r>
              <a:rPr lang="ja-JP" altLang="en-US" sz="1400" dirty="0">
                <a:latin typeface="BIZ UDPゴシック" panose="020B0400000000000000" pitchFamily="50" charset="-128"/>
                <a:ea typeface="BIZ UDPゴシック" panose="020B0400000000000000" pitchFamily="50" charset="-128"/>
              </a:rPr>
              <a:t>鉱山機械など </a:t>
            </a:r>
            <a:r>
              <a:rPr lang="en-US" altLang="ja-JP" sz="1400" dirty="0">
                <a:latin typeface="BIZ UDPゴシック" panose="020B0400000000000000" pitchFamily="50" charset="-128"/>
                <a:ea typeface="BIZ UDPゴシック" panose="020B0400000000000000" pitchFamily="50" charset="-128"/>
              </a:rPr>
              <a:t>)</a:t>
            </a:r>
          </a:p>
        </p:txBody>
      </p:sp>
      <p:sp>
        <p:nvSpPr>
          <p:cNvPr id="15" name="テキスト ボックス 14">
            <a:extLst>
              <a:ext uri="{FF2B5EF4-FFF2-40B4-BE49-F238E27FC236}">
                <a16:creationId xmlns:a16="http://schemas.microsoft.com/office/drawing/2014/main" id="{1EDBA2CB-6BC7-B1DB-36C2-B50ECE7737AC}"/>
              </a:ext>
            </a:extLst>
          </p:cNvPr>
          <p:cNvSpPr txBox="1"/>
          <p:nvPr/>
        </p:nvSpPr>
        <p:spPr>
          <a:xfrm>
            <a:off x="2313462" y="1290975"/>
            <a:ext cx="538609" cy="215444"/>
          </a:xfrm>
          <a:prstGeom prst="rect">
            <a:avLst/>
          </a:prstGeom>
          <a:noFill/>
        </p:spPr>
        <p:txBody>
          <a:bodyPr wrap="none" lIns="0" tIns="0" rIns="0" bIns="0" rtlCol="0">
            <a:spAutoFit/>
          </a:bodyPr>
          <a:lstStyle/>
          <a:p>
            <a:r>
              <a:rPr lang="ja-JP" altLang="en-US" sz="1400" dirty="0">
                <a:latin typeface="BIZ UDPゴシック" panose="020B0400000000000000" pitchFamily="50" charset="-128"/>
                <a:ea typeface="BIZ UDPゴシック" panose="020B0400000000000000" pitchFamily="50" charset="-128"/>
              </a:rPr>
              <a:t>生産地</a:t>
            </a:r>
          </a:p>
        </p:txBody>
      </p:sp>
      <p:sp>
        <p:nvSpPr>
          <p:cNvPr id="16" name="正方形/長方形 15">
            <a:extLst>
              <a:ext uri="{FF2B5EF4-FFF2-40B4-BE49-F238E27FC236}">
                <a16:creationId xmlns:a16="http://schemas.microsoft.com/office/drawing/2014/main" id="{0761AFB1-9045-3C08-343C-48B3EF1AB128}"/>
              </a:ext>
            </a:extLst>
          </p:cNvPr>
          <p:cNvSpPr/>
          <p:nvPr/>
        </p:nvSpPr>
        <p:spPr>
          <a:xfrm>
            <a:off x="2231629" y="1741013"/>
            <a:ext cx="1299491" cy="2169992"/>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域内で生産</a:t>
            </a:r>
            <a:endPar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algn="ct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(A</a:t>
            </a: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国</a:t>
            </a: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a:t>
            </a:r>
            <a:endPar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cxnSp>
        <p:nvCxnSpPr>
          <p:cNvPr id="17" name="直線コネクタ 16">
            <a:extLst>
              <a:ext uri="{FF2B5EF4-FFF2-40B4-BE49-F238E27FC236}">
                <a16:creationId xmlns:a16="http://schemas.microsoft.com/office/drawing/2014/main" id="{66B860BB-76CA-95E7-EB54-20E78BCD6DC4}"/>
              </a:ext>
              <a:ext uri="{C183D7F6-B498-43B3-948B-1728B52AA6E4}">
                <adec:decorative xmlns:adec="http://schemas.microsoft.com/office/drawing/2017/decorative" val="1"/>
              </a:ext>
            </a:extLst>
          </p:cNvPr>
          <p:cNvCxnSpPr>
            <a:cxnSpLocks/>
          </p:cNvCxnSpPr>
          <p:nvPr/>
        </p:nvCxnSpPr>
        <p:spPr>
          <a:xfrm>
            <a:off x="2214650" y="1567915"/>
            <a:ext cx="1299491" cy="0"/>
          </a:xfrm>
          <a:prstGeom prst="line">
            <a:avLst/>
          </a:prstGeom>
          <a:ln w="2857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sp>
        <p:nvSpPr>
          <p:cNvPr id="18" name="正方形/長方形 17">
            <a:extLst>
              <a:ext uri="{FF2B5EF4-FFF2-40B4-BE49-F238E27FC236}">
                <a16:creationId xmlns:a16="http://schemas.microsoft.com/office/drawing/2014/main" id="{4E460532-609A-5C18-2226-7C9DDA58C2E5}"/>
              </a:ext>
            </a:extLst>
          </p:cNvPr>
          <p:cNvSpPr/>
          <p:nvPr/>
        </p:nvSpPr>
        <p:spPr>
          <a:xfrm>
            <a:off x="2231629" y="4183187"/>
            <a:ext cx="1299491" cy="165849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域外で生産</a:t>
            </a:r>
            <a:endPar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algn="ct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(B</a:t>
            </a: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国</a:t>
            </a: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a:t>
            </a:r>
            <a:endPar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19" name="テキスト ボックス 18">
            <a:extLst>
              <a:ext uri="{FF2B5EF4-FFF2-40B4-BE49-F238E27FC236}">
                <a16:creationId xmlns:a16="http://schemas.microsoft.com/office/drawing/2014/main" id="{EB0390F9-A3C9-9B4A-363D-05BF8C9873E4}"/>
              </a:ext>
            </a:extLst>
          </p:cNvPr>
          <p:cNvSpPr txBox="1"/>
          <p:nvPr/>
        </p:nvSpPr>
        <p:spPr>
          <a:xfrm>
            <a:off x="4139749" y="1290975"/>
            <a:ext cx="538609" cy="215444"/>
          </a:xfrm>
          <a:prstGeom prst="rect">
            <a:avLst/>
          </a:prstGeom>
          <a:noFill/>
        </p:spPr>
        <p:txBody>
          <a:bodyPr wrap="none" lIns="0" tIns="0" rIns="0" bIns="0" rtlCol="0">
            <a:spAutoFit/>
          </a:bodyPr>
          <a:lstStyle/>
          <a:p>
            <a:r>
              <a:rPr lang="ja-JP" altLang="en-US" sz="1400" dirty="0">
                <a:latin typeface="BIZ UDPゴシック" panose="020B0400000000000000" pitchFamily="50" charset="-128"/>
                <a:ea typeface="BIZ UDPゴシック" panose="020B0400000000000000" pitchFamily="50" charset="-128"/>
              </a:rPr>
              <a:t>調達地</a:t>
            </a:r>
          </a:p>
        </p:txBody>
      </p:sp>
      <p:sp>
        <p:nvSpPr>
          <p:cNvPr id="20" name="正方形/長方形 19">
            <a:extLst>
              <a:ext uri="{FF2B5EF4-FFF2-40B4-BE49-F238E27FC236}">
                <a16:creationId xmlns:a16="http://schemas.microsoft.com/office/drawing/2014/main" id="{AF63D630-1C48-C5E6-2B5A-C182EC97459B}"/>
              </a:ext>
            </a:extLst>
          </p:cNvPr>
          <p:cNvSpPr/>
          <p:nvPr/>
        </p:nvSpPr>
        <p:spPr>
          <a:xfrm>
            <a:off x="4103258" y="1741013"/>
            <a:ext cx="1299491" cy="822868"/>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bg1"/>
                </a:solidFill>
                <a:latin typeface="BIZ UDPゴシック" panose="020B0400000000000000" pitchFamily="50" charset="-128"/>
                <a:ea typeface="BIZ UDPゴシック" panose="020B0400000000000000" pitchFamily="50" charset="-128"/>
              </a:rPr>
              <a:t>域内で調達</a:t>
            </a:r>
            <a:endParaRPr lang="en-US" altLang="ja-JP" sz="1400" dirty="0">
              <a:solidFill>
                <a:schemeClr val="bg1"/>
              </a:solidFill>
              <a:latin typeface="BIZ UDPゴシック" panose="020B0400000000000000" pitchFamily="50" charset="-128"/>
              <a:ea typeface="BIZ UDPゴシック" panose="020B0400000000000000" pitchFamily="50" charset="-128"/>
            </a:endParaRPr>
          </a:p>
          <a:p>
            <a:pPr algn="ctr"/>
            <a:r>
              <a:rPr lang="en-US" altLang="ja-JP" sz="1400" dirty="0">
                <a:solidFill>
                  <a:schemeClr val="bg1"/>
                </a:solidFill>
                <a:latin typeface="BIZ UDPゴシック" panose="020B0400000000000000" pitchFamily="50" charset="-128"/>
                <a:ea typeface="BIZ UDPゴシック" panose="020B0400000000000000" pitchFamily="50" charset="-128"/>
              </a:rPr>
              <a:t>(A</a:t>
            </a:r>
            <a:r>
              <a:rPr lang="ja-JP" altLang="en-US" sz="1400" dirty="0">
                <a:solidFill>
                  <a:schemeClr val="bg1"/>
                </a:solidFill>
                <a:latin typeface="BIZ UDPゴシック" panose="020B0400000000000000" pitchFamily="50" charset="-128"/>
                <a:ea typeface="BIZ UDPゴシック" panose="020B0400000000000000" pitchFamily="50" charset="-128"/>
              </a:rPr>
              <a:t>国</a:t>
            </a:r>
            <a:r>
              <a:rPr lang="en-US" altLang="ja-JP" sz="1400" dirty="0">
                <a:solidFill>
                  <a:schemeClr val="bg1"/>
                </a:solidFill>
                <a:latin typeface="BIZ UDPゴシック" panose="020B0400000000000000" pitchFamily="50" charset="-128"/>
                <a:ea typeface="BIZ UDPゴシック" panose="020B0400000000000000" pitchFamily="50" charset="-128"/>
              </a:rPr>
              <a:t>)</a:t>
            </a:r>
            <a:endParaRPr lang="ja-JP" altLang="en-US" sz="1400" dirty="0">
              <a:solidFill>
                <a:schemeClr val="bg1"/>
              </a:solidFill>
              <a:latin typeface="BIZ UDPゴシック" panose="020B0400000000000000" pitchFamily="50" charset="-128"/>
              <a:ea typeface="BIZ UDPゴシック" panose="020B0400000000000000" pitchFamily="50" charset="-128"/>
            </a:endParaRPr>
          </a:p>
        </p:txBody>
      </p:sp>
      <p:cxnSp>
        <p:nvCxnSpPr>
          <p:cNvPr id="21" name="直線コネクタ 20">
            <a:extLst>
              <a:ext uri="{FF2B5EF4-FFF2-40B4-BE49-F238E27FC236}">
                <a16:creationId xmlns:a16="http://schemas.microsoft.com/office/drawing/2014/main" id="{7C7F2B90-7C6B-43E5-5DDC-EE200433B645}"/>
              </a:ext>
              <a:ext uri="{C183D7F6-B498-43B3-948B-1728B52AA6E4}">
                <adec:decorative xmlns:adec="http://schemas.microsoft.com/office/drawing/2017/decorative" val="1"/>
              </a:ext>
            </a:extLst>
          </p:cNvPr>
          <p:cNvCxnSpPr>
            <a:cxnSpLocks/>
          </p:cNvCxnSpPr>
          <p:nvPr/>
        </p:nvCxnSpPr>
        <p:spPr>
          <a:xfrm>
            <a:off x="4040937" y="1567915"/>
            <a:ext cx="1299491" cy="0"/>
          </a:xfrm>
          <a:prstGeom prst="line">
            <a:avLst/>
          </a:prstGeom>
          <a:ln w="2857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sp>
        <p:nvSpPr>
          <p:cNvPr id="22" name="正方形/長方形 21">
            <a:extLst>
              <a:ext uri="{FF2B5EF4-FFF2-40B4-BE49-F238E27FC236}">
                <a16:creationId xmlns:a16="http://schemas.microsoft.com/office/drawing/2014/main" id="{3DFB8B36-D39B-E56C-10BD-24440D84E819}"/>
              </a:ext>
            </a:extLst>
          </p:cNvPr>
          <p:cNvSpPr/>
          <p:nvPr/>
        </p:nvSpPr>
        <p:spPr>
          <a:xfrm>
            <a:off x="4103258" y="4183187"/>
            <a:ext cx="1299491" cy="984399"/>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bg1"/>
                </a:solidFill>
                <a:latin typeface="BIZ UDPゴシック" panose="020B0400000000000000" pitchFamily="50" charset="-128"/>
                <a:ea typeface="BIZ UDPゴシック" panose="020B0400000000000000" pitchFamily="50" charset="-128"/>
              </a:rPr>
              <a:t>域内で調達</a:t>
            </a:r>
            <a:endParaRPr lang="en-US" altLang="ja-JP" sz="1400" dirty="0">
              <a:solidFill>
                <a:schemeClr val="bg1"/>
              </a:solidFill>
              <a:latin typeface="BIZ UDPゴシック" panose="020B0400000000000000" pitchFamily="50" charset="-128"/>
              <a:ea typeface="BIZ UDPゴシック" panose="020B0400000000000000" pitchFamily="50" charset="-128"/>
            </a:endParaRPr>
          </a:p>
          <a:p>
            <a:pPr algn="ctr"/>
            <a:r>
              <a:rPr lang="en-US" altLang="ja-JP" sz="1400" dirty="0">
                <a:solidFill>
                  <a:schemeClr val="bg1"/>
                </a:solidFill>
                <a:latin typeface="BIZ UDPゴシック" panose="020B0400000000000000" pitchFamily="50" charset="-128"/>
                <a:ea typeface="BIZ UDPゴシック" panose="020B0400000000000000" pitchFamily="50" charset="-128"/>
              </a:rPr>
              <a:t>(B</a:t>
            </a:r>
            <a:r>
              <a:rPr lang="ja-JP" altLang="en-US" sz="1400" dirty="0">
                <a:solidFill>
                  <a:schemeClr val="bg1"/>
                </a:solidFill>
                <a:latin typeface="BIZ UDPゴシック" panose="020B0400000000000000" pitchFamily="50" charset="-128"/>
                <a:ea typeface="BIZ UDPゴシック" panose="020B0400000000000000" pitchFamily="50" charset="-128"/>
              </a:rPr>
              <a:t>国</a:t>
            </a:r>
            <a:r>
              <a:rPr lang="en-US" altLang="ja-JP" sz="1400" dirty="0">
                <a:solidFill>
                  <a:schemeClr val="bg1"/>
                </a:solidFill>
                <a:latin typeface="BIZ UDPゴシック" panose="020B0400000000000000" pitchFamily="50" charset="-128"/>
                <a:ea typeface="BIZ UDPゴシック" panose="020B0400000000000000" pitchFamily="50" charset="-128"/>
              </a:rPr>
              <a:t>)</a:t>
            </a:r>
            <a:endParaRPr lang="ja-JP" altLang="en-US" sz="1400" dirty="0">
              <a:solidFill>
                <a:schemeClr val="bg1"/>
              </a:solidFill>
              <a:latin typeface="BIZ UDPゴシック" panose="020B0400000000000000" pitchFamily="50" charset="-128"/>
              <a:ea typeface="BIZ UDPゴシック" panose="020B0400000000000000" pitchFamily="50" charset="-128"/>
            </a:endParaRPr>
          </a:p>
        </p:txBody>
      </p:sp>
      <p:sp>
        <p:nvSpPr>
          <p:cNvPr id="23" name="正方形/長方形 22">
            <a:extLst>
              <a:ext uri="{FF2B5EF4-FFF2-40B4-BE49-F238E27FC236}">
                <a16:creationId xmlns:a16="http://schemas.microsoft.com/office/drawing/2014/main" id="{E9001D31-76FD-41A5-C491-518A8EA79556}"/>
              </a:ext>
            </a:extLst>
          </p:cNvPr>
          <p:cNvSpPr/>
          <p:nvPr/>
        </p:nvSpPr>
        <p:spPr>
          <a:xfrm>
            <a:off x="4103258" y="2830352"/>
            <a:ext cx="1299491" cy="1080653"/>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bg1"/>
                </a:solidFill>
                <a:latin typeface="BIZ UDPゴシック" panose="020B0400000000000000" pitchFamily="50" charset="-128"/>
                <a:ea typeface="BIZ UDPゴシック" panose="020B0400000000000000" pitchFamily="50" charset="-128"/>
              </a:rPr>
              <a:t>域外で調達</a:t>
            </a:r>
            <a:endParaRPr lang="en-US" altLang="ja-JP" sz="1400" dirty="0">
              <a:solidFill>
                <a:schemeClr val="bg1"/>
              </a:solidFill>
              <a:latin typeface="BIZ UDPゴシック" panose="020B0400000000000000" pitchFamily="50" charset="-128"/>
              <a:ea typeface="BIZ UDPゴシック" panose="020B0400000000000000" pitchFamily="50" charset="-128"/>
            </a:endParaRPr>
          </a:p>
          <a:p>
            <a:pPr algn="ctr"/>
            <a:r>
              <a:rPr lang="en-US" altLang="ja-JP" sz="1400" dirty="0">
                <a:solidFill>
                  <a:schemeClr val="bg1"/>
                </a:solidFill>
                <a:latin typeface="BIZ UDPゴシック" panose="020B0400000000000000" pitchFamily="50" charset="-128"/>
                <a:ea typeface="BIZ UDPゴシック" panose="020B0400000000000000" pitchFamily="50" charset="-128"/>
              </a:rPr>
              <a:t>(B</a:t>
            </a:r>
            <a:r>
              <a:rPr lang="ja-JP" altLang="en-US" sz="1400" dirty="0">
                <a:solidFill>
                  <a:schemeClr val="bg1"/>
                </a:solidFill>
                <a:latin typeface="BIZ UDPゴシック" panose="020B0400000000000000" pitchFamily="50" charset="-128"/>
                <a:ea typeface="BIZ UDPゴシック" panose="020B0400000000000000" pitchFamily="50" charset="-128"/>
              </a:rPr>
              <a:t>国</a:t>
            </a:r>
            <a:r>
              <a:rPr lang="en-US" altLang="ja-JP" sz="1400" dirty="0">
                <a:solidFill>
                  <a:schemeClr val="bg1"/>
                </a:solidFill>
                <a:latin typeface="BIZ UDPゴシック" panose="020B0400000000000000" pitchFamily="50" charset="-128"/>
                <a:ea typeface="BIZ UDPゴシック" panose="020B0400000000000000" pitchFamily="50" charset="-128"/>
              </a:rPr>
              <a:t>)</a:t>
            </a:r>
            <a:endParaRPr lang="ja-JP" altLang="en-US" sz="1400" dirty="0">
              <a:solidFill>
                <a:schemeClr val="bg1"/>
              </a:solidFill>
              <a:latin typeface="BIZ UDPゴシック" panose="020B0400000000000000" pitchFamily="50" charset="-128"/>
              <a:ea typeface="BIZ UDPゴシック" panose="020B0400000000000000" pitchFamily="50" charset="-128"/>
            </a:endParaRPr>
          </a:p>
        </p:txBody>
      </p:sp>
      <p:sp>
        <p:nvSpPr>
          <p:cNvPr id="24" name="正方形/長方形 23">
            <a:extLst>
              <a:ext uri="{FF2B5EF4-FFF2-40B4-BE49-F238E27FC236}">
                <a16:creationId xmlns:a16="http://schemas.microsoft.com/office/drawing/2014/main" id="{38960FDA-497F-7ABB-9D72-C3EE5302795A}"/>
              </a:ext>
            </a:extLst>
          </p:cNvPr>
          <p:cNvSpPr/>
          <p:nvPr/>
        </p:nvSpPr>
        <p:spPr>
          <a:xfrm>
            <a:off x="4103258" y="5439768"/>
            <a:ext cx="1299491" cy="401914"/>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bg1"/>
                </a:solidFill>
                <a:latin typeface="BIZ UDPゴシック" panose="020B0400000000000000" pitchFamily="50" charset="-128"/>
                <a:ea typeface="BIZ UDPゴシック" panose="020B0400000000000000" pitchFamily="50" charset="-128"/>
              </a:rPr>
              <a:t>域外で調達</a:t>
            </a:r>
            <a:endParaRPr lang="en-US" altLang="ja-JP" sz="1400" dirty="0">
              <a:solidFill>
                <a:schemeClr val="bg1"/>
              </a:solidFill>
              <a:latin typeface="BIZ UDPゴシック" panose="020B0400000000000000" pitchFamily="50" charset="-128"/>
              <a:ea typeface="BIZ UDPゴシック" panose="020B0400000000000000" pitchFamily="50" charset="-128"/>
            </a:endParaRPr>
          </a:p>
          <a:p>
            <a:pPr algn="ctr"/>
            <a:r>
              <a:rPr lang="en-US" altLang="ja-JP" sz="1400" dirty="0">
                <a:solidFill>
                  <a:schemeClr val="bg1"/>
                </a:solidFill>
                <a:latin typeface="BIZ UDPゴシック" panose="020B0400000000000000" pitchFamily="50" charset="-128"/>
                <a:ea typeface="BIZ UDPゴシック" panose="020B0400000000000000" pitchFamily="50" charset="-128"/>
              </a:rPr>
              <a:t>(A</a:t>
            </a:r>
            <a:r>
              <a:rPr lang="ja-JP" altLang="en-US" sz="1400" dirty="0">
                <a:solidFill>
                  <a:schemeClr val="bg1"/>
                </a:solidFill>
                <a:latin typeface="BIZ UDPゴシック" panose="020B0400000000000000" pitchFamily="50" charset="-128"/>
                <a:ea typeface="BIZ UDPゴシック" panose="020B0400000000000000" pitchFamily="50" charset="-128"/>
              </a:rPr>
              <a:t>国</a:t>
            </a:r>
            <a:r>
              <a:rPr lang="en-US" altLang="ja-JP" sz="1400" dirty="0">
                <a:solidFill>
                  <a:schemeClr val="bg1"/>
                </a:solidFill>
                <a:latin typeface="BIZ UDPゴシック" panose="020B0400000000000000" pitchFamily="50" charset="-128"/>
                <a:ea typeface="BIZ UDPゴシック" panose="020B0400000000000000" pitchFamily="50" charset="-128"/>
              </a:rPr>
              <a:t>)</a:t>
            </a:r>
            <a:endParaRPr lang="ja-JP" altLang="en-US" sz="1400" dirty="0">
              <a:solidFill>
                <a:schemeClr val="bg1"/>
              </a:solidFill>
              <a:latin typeface="BIZ UDPゴシック" panose="020B0400000000000000" pitchFamily="50" charset="-128"/>
              <a:ea typeface="BIZ UDPゴシック" panose="020B0400000000000000" pitchFamily="50" charset="-128"/>
            </a:endParaRPr>
          </a:p>
        </p:txBody>
      </p:sp>
      <p:cxnSp>
        <p:nvCxnSpPr>
          <p:cNvPr id="25" name="直線コネクタ 24">
            <a:extLst>
              <a:ext uri="{FF2B5EF4-FFF2-40B4-BE49-F238E27FC236}">
                <a16:creationId xmlns:a16="http://schemas.microsoft.com/office/drawing/2014/main" id="{B92CA68E-0C72-B615-1F7A-A7D2A4D5CCDF}"/>
              </a:ext>
            </a:extLst>
          </p:cNvPr>
          <p:cNvCxnSpPr>
            <a:cxnSpLocks/>
          </p:cNvCxnSpPr>
          <p:nvPr/>
        </p:nvCxnSpPr>
        <p:spPr>
          <a:xfrm>
            <a:off x="1769534" y="4037297"/>
            <a:ext cx="9023241" cy="21367"/>
          </a:xfrm>
          <a:prstGeom prst="line">
            <a:avLst/>
          </a:prstGeom>
          <a:ln>
            <a:solidFill>
              <a:schemeClr val="bg1">
                <a:lumMod val="75000"/>
              </a:schemeClr>
            </a:solidFill>
            <a:prstDash val="sysDash"/>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26" name="直線コネクタ 25">
            <a:extLst>
              <a:ext uri="{FF2B5EF4-FFF2-40B4-BE49-F238E27FC236}">
                <a16:creationId xmlns:a16="http://schemas.microsoft.com/office/drawing/2014/main" id="{BB570553-2105-DC5B-1904-A7FF65B330DD}"/>
              </a:ext>
            </a:extLst>
          </p:cNvPr>
          <p:cNvCxnSpPr>
            <a:cxnSpLocks/>
          </p:cNvCxnSpPr>
          <p:nvPr/>
        </p:nvCxnSpPr>
        <p:spPr>
          <a:xfrm>
            <a:off x="3604533" y="2711362"/>
            <a:ext cx="7369871" cy="0"/>
          </a:xfrm>
          <a:prstGeom prst="line">
            <a:avLst/>
          </a:prstGeom>
          <a:ln>
            <a:solidFill>
              <a:schemeClr val="bg1">
                <a:lumMod val="75000"/>
              </a:schemeClr>
            </a:solidFill>
            <a:prstDash val="sysDash"/>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27" name="直線コネクタ 26">
            <a:extLst>
              <a:ext uri="{FF2B5EF4-FFF2-40B4-BE49-F238E27FC236}">
                <a16:creationId xmlns:a16="http://schemas.microsoft.com/office/drawing/2014/main" id="{136B54FA-2609-9F35-24B6-6200C7804F47}"/>
              </a:ext>
            </a:extLst>
          </p:cNvPr>
          <p:cNvCxnSpPr>
            <a:cxnSpLocks/>
          </p:cNvCxnSpPr>
          <p:nvPr/>
        </p:nvCxnSpPr>
        <p:spPr>
          <a:xfrm>
            <a:off x="3604533" y="5288308"/>
            <a:ext cx="7369871" cy="0"/>
          </a:xfrm>
          <a:prstGeom prst="line">
            <a:avLst/>
          </a:prstGeom>
          <a:ln>
            <a:solidFill>
              <a:schemeClr val="bg1">
                <a:lumMod val="75000"/>
              </a:schemeClr>
            </a:solidFill>
            <a:prstDash val="sysDash"/>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34" name="直角三角形 33">
            <a:extLst>
              <a:ext uri="{FF2B5EF4-FFF2-40B4-BE49-F238E27FC236}">
                <a16:creationId xmlns:a16="http://schemas.microsoft.com/office/drawing/2014/main" id="{899B659E-8997-69E4-64CB-AB16A8410377}"/>
              </a:ext>
            </a:extLst>
          </p:cNvPr>
          <p:cNvSpPr/>
          <p:nvPr/>
        </p:nvSpPr>
        <p:spPr>
          <a:xfrm rot="10800000">
            <a:off x="11436520" y="1567915"/>
            <a:ext cx="420518" cy="4325722"/>
          </a:xfrm>
          <a:prstGeom prst="rtTriangl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268288" indent="-268288" algn="l">
              <a:buFont typeface="+mj-ea"/>
              <a:buAutoNum type="circleNumDbPlain"/>
            </a:pPr>
            <a:endPar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35" name="テキスト ボックス 34">
            <a:extLst>
              <a:ext uri="{FF2B5EF4-FFF2-40B4-BE49-F238E27FC236}">
                <a16:creationId xmlns:a16="http://schemas.microsoft.com/office/drawing/2014/main" id="{2B03DE3F-28F9-D7CD-78A3-FEB38A622184}"/>
              </a:ext>
            </a:extLst>
          </p:cNvPr>
          <p:cNvSpPr txBox="1"/>
          <p:nvPr/>
        </p:nvSpPr>
        <p:spPr>
          <a:xfrm>
            <a:off x="11409844" y="1324116"/>
            <a:ext cx="359073" cy="215444"/>
          </a:xfrm>
          <a:prstGeom prst="rect">
            <a:avLst/>
          </a:prstGeom>
          <a:noFill/>
        </p:spPr>
        <p:txBody>
          <a:bodyPr wrap="none" lIns="0" tIns="0" rIns="0" bIns="0" rtlCol="0">
            <a:spAutoFit/>
          </a:bodyPr>
          <a:lstStyle/>
          <a:p>
            <a:r>
              <a:rPr lang="ja-JP" altLang="en-US" sz="1400" dirty="0">
                <a:latin typeface="BIZ UDPゴシック" panose="020B0400000000000000" pitchFamily="50" charset="-128"/>
                <a:ea typeface="BIZ UDPゴシック" panose="020B0400000000000000" pitchFamily="50" charset="-128"/>
              </a:rPr>
              <a:t>依存</a:t>
            </a:r>
          </a:p>
        </p:txBody>
      </p:sp>
      <p:sp>
        <p:nvSpPr>
          <p:cNvPr id="36" name="テキスト ボックス 35">
            <a:extLst>
              <a:ext uri="{FF2B5EF4-FFF2-40B4-BE49-F238E27FC236}">
                <a16:creationId xmlns:a16="http://schemas.microsoft.com/office/drawing/2014/main" id="{FDAE2AE4-85AA-38E6-2CF8-5E7A850BF263}"/>
              </a:ext>
            </a:extLst>
          </p:cNvPr>
          <p:cNvSpPr txBox="1"/>
          <p:nvPr/>
        </p:nvSpPr>
        <p:spPr>
          <a:xfrm>
            <a:off x="11409843" y="1750935"/>
            <a:ext cx="359073" cy="215444"/>
          </a:xfrm>
          <a:prstGeom prst="rect">
            <a:avLst/>
          </a:prstGeom>
          <a:noFill/>
        </p:spPr>
        <p:txBody>
          <a:bodyPr wrap="none" lIns="0" tIns="0" rIns="0" bIns="0" rtlCol="0">
            <a:spAutoFit/>
          </a:bodyPr>
          <a:lstStyle/>
          <a:p>
            <a:r>
              <a:rPr lang="ja-JP" altLang="en-US" sz="1400" dirty="0">
                <a:latin typeface="BIZ UDPゴシック" panose="020B0400000000000000" pitchFamily="50" charset="-128"/>
                <a:ea typeface="BIZ UDPゴシック" panose="020B0400000000000000" pitchFamily="50" charset="-128"/>
              </a:rPr>
              <a:t>分散</a:t>
            </a:r>
          </a:p>
        </p:txBody>
      </p:sp>
      <p:sp>
        <p:nvSpPr>
          <p:cNvPr id="37" name="テキスト ボックス 36">
            <a:extLst>
              <a:ext uri="{FF2B5EF4-FFF2-40B4-BE49-F238E27FC236}">
                <a16:creationId xmlns:a16="http://schemas.microsoft.com/office/drawing/2014/main" id="{72DA1E51-8B30-1724-580E-CE19D3D742C3}"/>
              </a:ext>
            </a:extLst>
          </p:cNvPr>
          <p:cNvSpPr txBox="1"/>
          <p:nvPr/>
        </p:nvSpPr>
        <p:spPr>
          <a:xfrm>
            <a:off x="11409842" y="5570472"/>
            <a:ext cx="359073" cy="215444"/>
          </a:xfrm>
          <a:prstGeom prst="rect">
            <a:avLst/>
          </a:prstGeom>
          <a:noFill/>
        </p:spPr>
        <p:txBody>
          <a:bodyPr wrap="none" lIns="0" tIns="0" rIns="0" bIns="0" rtlCol="0">
            <a:spAutoFit/>
          </a:bodyPr>
          <a:lstStyle/>
          <a:p>
            <a:r>
              <a:rPr lang="ja-JP" altLang="en-US" sz="1400" dirty="0">
                <a:latin typeface="BIZ UDPゴシック" panose="020B0400000000000000" pitchFamily="50" charset="-128"/>
                <a:ea typeface="BIZ UDPゴシック" panose="020B0400000000000000" pitchFamily="50" charset="-128"/>
              </a:rPr>
              <a:t>集約</a:t>
            </a:r>
          </a:p>
        </p:txBody>
      </p:sp>
    </p:spTree>
    <p:extLst>
      <p:ext uri="{BB962C8B-B14F-4D97-AF65-F5344CB8AC3E}">
        <p14:creationId xmlns:p14="http://schemas.microsoft.com/office/powerpoint/2010/main" val="19729284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E567C7D-0D58-FB0A-4EC6-E4B67496D3DF}"/>
              </a:ext>
            </a:extLst>
          </p:cNvPr>
          <p:cNvSpPr>
            <a:spLocks noGrp="1"/>
          </p:cNvSpPr>
          <p:nvPr>
            <p:ph type="title"/>
          </p:nvPr>
        </p:nvSpPr>
        <p:spPr/>
        <p:txBody>
          <a:bodyPr/>
          <a:lstStyle/>
          <a:p>
            <a:r>
              <a:rPr lang="ja-JP" altLang="en-US" dirty="0"/>
              <a:t>フレームワーク一覧</a:t>
            </a:r>
            <a:endParaRPr kumimoji="1" lang="ja-JP" altLang="en-US" dirty="0"/>
          </a:p>
        </p:txBody>
      </p:sp>
      <p:sp>
        <p:nvSpPr>
          <p:cNvPr id="3" name="フッター プレースホルダー 2">
            <a:extLst>
              <a:ext uri="{FF2B5EF4-FFF2-40B4-BE49-F238E27FC236}">
                <a16:creationId xmlns:a16="http://schemas.microsoft.com/office/drawing/2014/main" id="{8C98CF07-4AD6-2FB2-07C4-916DB146CECE}"/>
              </a:ext>
            </a:extLst>
          </p:cNvPr>
          <p:cNvSpPr>
            <a:spLocks noGrp="1"/>
          </p:cNvSpPr>
          <p:nvPr>
            <p:ph type="ftr" sz="quarter" idx="11"/>
          </p:nvPr>
        </p:nvSpPr>
        <p:spPr/>
        <p:txBody>
          <a:bodyPr/>
          <a:lstStyle/>
          <a:p>
            <a:r>
              <a:rPr lang="ja-JP" altLang="en-US"/>
              <a:t>出所：</a:t>
            </a:r>
            <a:endParaRPr lang="ja-JP" altLang="en-US" sz="900" dirty="0"/>
          </a:p>
        </p:txBody>
      </p:sp>
      <p:sp>
        <p:nvSpPr>
          <p:cNvPr id="4" name="スライド番号プレースホルダー 3">
            <a:extLst>
              <a:ext uri="{FF2B5EF4-FFF2-40B4-BE49-F238E27FC236}">
                <a16:creationId xmlns:a16="http://schemas.microsoft.com/office/drawing/2014/main" id="{5E25CA00-93EA-C23B-3595-5FCB74A36C6D}"/>
              </a:ext>
            </a:extLst>
          </p:cNvPr>
          <p:cNvSpPr>
            <a:spLocks noGrp="1"/>
          </p:cNvSpPr>
          <p:nvPr>
            <p:ph type="sldNum" sz="quarter" idx="12"/>
          </p:nvPr>
        </p:nvSpPr>
        <p:spPr/>
        <p:txBody>
          <a:bodyPr/>
          <a:lstStyle/>
          <a:p>
            <a:fld id="{DCB5AA93-092B-49A1-87A7-3C88D5F38AD7}" type="slidenum">
              <a:rPr lang="ja-JP" altLang="en-US" smtClean="0"/>
              <a:pPr/>
              <a:t>14</a:t>
            </a:fld>
            <a:endParaRPr lang="ja-JP" altLang="en-US" sz="900" dirty="0"/>
          </a:p>
        </p:txBody>
      </p:sp>
      <p:sp>
        <p:nvSpPr>
          <p:cNvPr id="5" name="テキスト プレースホルダー 4">
            <a:extLst>
              <a:ext uri="{FF2B5EF4-FFF2-40B4-BE49-F238E27FC236}">
                <a16:creationId xmlns:a16="http://schemas.microsoft.com/office/drawing/2014/main" id="{C689C0A2-9EA8-2E1A-539E-4D4C686A593A}"/>
              </a:ext>
            </a:extLst>
          </p:cNvPr>
          <p:cNvSpPr>
            <a:spLocks noGrp="1"/>
          </p:cNvSpPr>
          <p:nvPr>
            <p:ph type="body" sz="quarter" idx="13"/>
          </p:nvPr>
        </p:nvSpPr>
        <p:spPr/>
        <p:txBody>
          <a:bodyPr/>
          <a:lstStyle/>
          <a:p>
            <a:r>
              <a:rPr lang="ja-JP" altLang="en-US" dirty="0"/>
              <a:t>目的と課題に応じた手法を選択しないと，本来の意図からはかけ離れてしまう</a:t>
            </a:r>
          </a:p>
        </p:txBody>
      </p:sp>
      <p:sp>
        <p:nvSpPr>
          <p:cNvPr id="6" name="テキスト ボックス 5">
            <a:extLst>
              <a:ext uri="{FF2B5EF4-FFF2-40B4-BE49-F238E27FC236}">
                <a16:creationId xmlns:a16="http://schemas.microsoft.com/office/drawing/2014/main" id="{A01D4D96-40C4-6AA7-2B06-D0EE8E66775B}"/>
              </a:ext>
            </a:extLst>
          </p:cNvPr>
          <p:cNvSpPr txBox="1"/>
          <p:nvPr/>
        </p:nvSpPr>
        <p:spPr>
          <a:xfrm>
            <a:off x="433775" y="1369676"/>
            <a:ext cx="1149354" cy="215444"/>
          </a:xfrm>
          <a:prstGeom prst="rect">
            <a:avLst/>
          </a:prstGeom>
          <a:noFill/>
        </p:spPr>
        <p:txBody>
          <a:bodyPr wrap="none" lIns="0" tIns="0" rIns="0" bIns="0" rtlCol="0">
            <a:spAutoFit/>
          </a:bodyPr>
          <a:lstStyle/>
          <a:p>
            <a:r>
              <a:rPr lang="ja-JP" altLang="en-US" sz="1400" dirty="0">
                <a:latin typeface="BIZ UDPゴシック" panose="020B0400000000000000" pitchFamily="50" charset="-128"/>
                <a:ea typeface="BIZ UDPゴシック" panose="020B0400000000000000" pitchFamily="50" charset="-128"/>
              </a:rPr>
              <a:t>フレームワーク</a:t>
            </a:r>
          </a:p>
        </p:txBody>
      </p:sp>
      <p:sp>
        <p:nvSpPr>
          <p:cNvPr id="7" name="テキスト ボックス 6">
            <a:extLst>
              <a:ext uri="{FF2B5EF4-FFF2-40B4-BE49-F238E27FC236}">
                <a16:creationId xmlns:a16="http://schemas.microsoft.com/office/drawing/2014/main" id="{CF8879CD-ECC8-6E4D-CE73-6AFF007D18CD}"/>
              </a:ext>
            </a:extLst>
          </p:cNvPr>
          <p:cNvSpPr txBox="1"/>
          <p:nvPr/>
        </p:nvSpPr>
        <p:spPr>
          <a:xfrm>
            <a:off x="4142181" y="1369676"/>
            <a:ext cx="359073" cy="215444"/>
          </a:xfrm>
          <a:prstGeom prst="rect">
            <a:avLst/>
          </a:prstGeom>
          <a:noFill/>
        </p:spPr>
        <p:txBody>
          <a:bodyPr wrap="none" lIns="0" tIns="0" rIns="0" bIns="0" rtlCol="0">
            <a:spAutoFit/>
          </a:bodyPr>
          <a:lstStyle/>
          <a:p>
            <a:r>
              <a:rPr lang="ja-JP" altLang="en-US" sz="1400" dirty="0">
                <a:latin typeface="BIZ UDPゴシック" panose="020B0400000000000000" pitchFamily="50" charset="-128"/>
                <a:ea typeface="BIZ UDPゴシック" panose="020B0400000000000000" pitchFamily="50" charset="-128"/>
              </a:rPr>
              <a:t>意味</a:t>
            </a:r>
          </a:p>
        </p:txBody>
      </p:sp>
      <p:sp>
        <p:nvSpPr>
          <p:cNvPr id="8" name="テキスト ボックス 7">
            <a:extLst>
              <a:ext uri="{FF2B5EF4-FFF2-40B4-BE49-F238E27FC236}">
                <a16:creationId xmlns:a16="http://schemas.microsoft.com/office/drawing/2014/main" id="{C32BBF13-C7C4-4A1A-BFDC-B9CD3E0AA43C}"/>
              </a:ext>
            </a:extLst>
          </p:cNvPr>
          <p:cNvSpPr txBox="1"/>
          <p:nvPr/>
        </p:nvSpPr>
        <p:spPr>
          <a:xfrm>
            <a:off x="9027446" y="1361183"/>
            <a:ext cx="538609" cy="215444"/>
          </a:xfrm>
          <a:prstGeom prst="rect">
            <a:avLst/>
          </a:prstGeom>
          <a:noFill/>
        </p:spPr>
        <p:txBody>
          <a:bodyPr wrap="none" lIns="0" tIns="0" rIns="0" bIns="0" rtlCol="0">
            <a:spAutoFit/>
          </a:bodyPr>
          <a:lstStyle/>
          <a:p>
            <a:r>
              <a:rPr lang="ja-JP" altLang="en-US" sz="1400" dirty="0">
                <a:latin typeface="BIZ UDPゴシック" panose="020B0400000000000000" pitchFamily="50" charset="-128"/>
                <a:ea typeface="BIZ UDPゴシック" panose="020B0400000000000000" pitchFamily="50" charset="-128"/>
              </a:rPr>
              <a:t>注意点</a:t>
            </a:r>
          </a:p>
        </p:txBody>
      </p:sp>
      <p:sp>
        <p:nvSpPr>
          <p:cNvPr id="9" name="正方形/長方形 8">
            <a:extLst>
              <a:ext uri="{FF2B5EF4-FFF2-40B4-BE49-F238E27FC236}">
                <a16:creationId xmlns:a16="http://schemas.microsoft.com/office/drawing/2014/main" id="{97519651-5D92-2E07-98BB-D1629206112D}"/>
              </a:ext>
            </a:extLst>
          </p:cNvPr>
          <p:cNvSpPr/>
          <p:nvPr/>
        </p:nvSpPr>
        <p:spPr>
          <a:xfrm>
            <a:off x="334963" y="1842697"/>
            <a:ext cx="1299491" cy="626793"/>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MECE</a:t>
            </a:r>
            <a:endPar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10" name="テキスト ボックス 9">
            <a:extLst>
              <a:ext uri="{FF2B5EF4-FFF2-40B4-BE49-F238E27FC236}">
                <a16:creationId xmlns:a16="http://schemas.microsoft.com/office/drawing/2014/main" id="{7044EADB-F82A-C81F-1CDE-C9CC11393D47}"/>
              </a:ext>
            </a:extLst>
          </p:cNvPr>
          <p:cNvSpPr txBox="1"/>
          <p:nvPr/>
        </p:nvSpPr>
        <p:spPr>
          <a:xfrm>
            <a:off x="1817652" y="1842692"/>
            <a:ext cx="4982492" cy="215444"/>
          </a:xfrm>
          <a:prstGeom prst="rect">
            <a:avLst/>
          </a:prstGeom>
          <a:noFill/>
        </p:spPr>
        <p:txBody>
          <a:bodyPr wrap="square" lIns="0" tIns="0" rIns="0" bIns="0" rtlCol="0">
            <a:spAutoFit/>
          </a:bodyPr>
          <a:lstStyle/>
          <a:p>
            <a:pPr marL="180975" indent="-180975">
              <a:buFont typeface="Arial" panose="020B0604020202020204" pitchFamily="34" charset="0"/>
              <a:buChar char="•"/>
            </a:pPr>
            <a:r>
              <a:rPr lang="en-US" altLang="ja-JP" sz="1400" dirty="0">
                <a:latin typeface="BIZ UDPゴシック" panose="020B0400000000000000" pitchFamily="50" charset="-128"/>
                <a:ea typeface="BIZ UDPゴシック" panose="020B0400000000000000" pitchFamily="50" charset="-128"/>
              </a:rPr>
              <a:t>MECE</a:t>
            </a:r>
            <a:r>
              <a:rPr lang="ja-JP" altLang="en-US" sz="1400" dirty="0">
                <a:latin typeface="BIZ UDPゴシック" panose="020B0400000000000000" pitchFamily="50" charset="-128"/>
                <a:ea typeface="BIZ UDPゴシック" panose="020B0400000000000000" pitchFamily="50" charset="-128"/>
              </a:rPr>
              <a:t>とはダブりがなく，モレがない状態を指す言葉</a:t>
            </a:r>
          </a:p>
        </p:txBody>
      </p:sp>
      <p:sp>
        <p:nvSpPr>
          <p:cNvPr id="11" name="テキスト ボックス 10">
            <a:extLst>
              <a:ext uri="{FF2B5EF4-FFF2-40B4-BE49-F238E27FC236}">
                <a16:creationId xmlns:a16="http://schemas.microsoft.com/office/drawing/2014/main" id="{EC91C1F7-7BEE-70E4-ADE5-AED4CD1E4FF4}"/>
              </a:ext>
            </a:extLst>
          </p:cNvPr>
          <p:cNvSpPr txBox="1"/>
          <p:nvPr/>
        </p:nvSpPr>
        <p:spPr>
          <a:xfrm>
            <a:off x="6983345" y="1842692"/>
            <a:ext cx="4665591" cy="215444"/>
          </a:xfrm>
          <a:prstGeom prst="rect">
            <a:avLst/>
          </a:prstGeom>
          <a:noFill/>
        </p:spPr>
        <p:txBody>
          <a:bodyPr wrap="square" lIns="0" tIns="0" rIns="0" bIns="0" rtlCol="0">
            <a:spAutoFit/>
          </a:bodyPr>
          <a:lstStyle/>
          <a:p>
            <a:pPr marL="180975" indent="-180975">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必ず図に書き出してモレとダブりがあるか確認すること</a:t>
            </a:r>
          </a:p>
        </p:txBody>
      </p:sp>
      <p:cxnSp>
        <p:nvCxnSpPr>
          <p:cNvPr id="12" name="直線コネクタ 11">
            <a:extLst>
              <a:ext uri="{FF2B5EF4-FFF2-40B4-BE49-F238E27FC236}">
                <a16:creationId xmlns:a16="http://schemas.microsoft.com/office/drawing/2014/main" id="{6747F91F-A8EB-80AE-B071-10EFB3F5E2AF}"/>
              </a:ext>
              <a:ext uri="{C183D7F6-B498-43B3-948B-1728B52AA6E4}">
                <adec:decorative xmlns:adec="http://schemas.microsoft.com/office/drawing/2017/decorative" val="1"/>
              </a:ext>
            </a:extLst>
          </p:cNvPr>
          <p:cNvCxnSpPr>
            <a:cxnSpLocks/>
          </p:cNvCxnSpPr>
          <p:nvPr/>
        </p:nvCxnSpPr>
        <p:spPr>
          <a:xfrm>
            <a:off x="334963" y="1646616"/>
            <a:ext cx="1299491" cy="0"/>
          </a:xfrm>
          <a:prstGeom prst="line">
            <a:avLst/>
          </a:prstGeom>
          <a:ln w="2857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13" name="直線コネクタ 12">
            <a:extLst>
              <a:ext uri="{FF2B5EF4-FFF2-40B4-BE49-F238E27FC236}">
                <a16:creationId xmlns:a16="http://schemas.microsoft.com/office/drawing/2014/main" id="{5FDAD3EC-417A-B994-E783-1C183C859FC4}"/>
              </a:ext>
              <a:ext uri="{C183D7F6-B498-43B3-948B-1728B52AA6E4}">
                <adec:decorative xmlns:adec="http://schemas.microsoft.com/office/drawing/2017/decorative" val="1"/>
              </a:ext>
            </a:extLst>
          </p:cNvPr>
          <p:cNvCxnSpPr>
            <a:cxnSpLocks/>
          </p:cNvCxnSpPr>
          <p:nvPr/>
        </p:nvCxnSpPr>
        <p:spPr>
          <a:xfrm>
            <a:off x="1816630" y="1646616"/>
            <a:ext cx="4982492" cy="0"/>
          </a:xfrm>
          <a:prstGeom prst="line">
            <a:avLst/>
          </a:prstGeom>
          <a:ln w="2857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14" name="直線コネクタ 13">
            <a:extLst>
              <a:ext uri="{FF2B5EF4-FFF2-40B4-BE49-F238E27FC236}">
                <a16:creationId xmlns:a16="http://schemas.microsoft.com/office/drawing/2014/main" id="{AD3C4656-B152-41B1-50D8-B3B57F1162B6}"/>
              </a:ext>
              <a:ext uri="{C183D7F6-B498-43B3-948B-1728B52AA6E4}">
                <adec:decorative xmlns:adec="http://schemas.microsoft.com/office/drawing/2017/decorative" val="1"/>
              </a:ext>
            </a:extLst>
          </p:cNvPr>
          <p:cNvCxnSpPr>
            <a:cxnSpLocks/>
          </p:cNvCxnSpPr>
          <p:nvPr/>
        </p:nvCxnSpPr>
        <p:spPr>
          <a:xfrm>
            <a:off x="6983345" y="1646616"/>
            <a:ext cx="4665591" cy="0"/>
          </a:xfrm>
          <a:prstGeom prst="line">
            <a:avLst/>
          </a:prstGeom>
          <a:ln w="2857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sp>
        <p:nvSpPr>
          <p:cNvPr id="15" name="正方形/長方形 14">
            <a:extLst>
              <a:ext uri="{FF2B5EF4-FFF2-40B4-BE49-F238E27FC236}">
                <a16:creationId xmlns:a16="http://schemas.microsoft.com/office/drawing/2014/main" id="{1D4D1C1A-F976-D569-E467-A79CA14D258D}"/>
              </a:ext>
            </a:extLst>
          </p:cNvPr>
          <p:cNvSpPr/>
          <p:nvPr/>
        </p:nvSpPr>
        <p:spPr>
          <a:xfrm>
            <a:off x="334963" y="2665567"/>
            <a:ext cx="1299491" cy="626793"/>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ロジック</a:t>
            </a:r>
            <a:endPar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ツリー</a:t>
            </a:r>
          </a:p>
        </p:txBody>
      </p:sp>
      <p:sp>
        <p:nvSpPr>
          <p:cNvPr id="16" name="テキスト ボックス 15">
            <a:extLst>
              <a:ext uri="{FF2B5EF4-FFF2-40B4-BE49-F238E27FC236}">
                <a16:creationId xmlns:a16="http://schemas.microsoft.com/office/drawing/2014/main" id="{5CCEFCF8-5BD0-9D5E-1277-A3D3F7061667}"/>
              </a:ext>
            </a:extLst>
          </p:cNvPr>
          <p:cNvSpPr txBox="1"/>
          <p:nvPr/>
        </p:nvSpPr>
        <p:spPr>
          <a:xfrm>
            <a:off x="1816630" y="2665565"/>
            <a:ext cx="4982492" cy="430887"/>
          </a:xfrm>
          <a:prstGeom prst="rect">
            <a:avLst/>
          </a:prstGeom>
          <a:noFill/>
        </p:spPr>
        <p:txBody>
          <a:bodyPr wrap="square" lIns="0" tIns="0" rIns="0" bIns="0" rtlCol="0">
            <a:spAutoFit/>
          </a:bodyPr>
          <a:lstStyle/>
          <a:p>
            <a:pPr marL="180975" indent="-180975">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樹形図の形で物事を整理していく手法．イシューツリーとも呼ばれる．</a:t>
            </a:r>
          </a:p>
        </p:txBody>
      </p:sp>
      <p:sp>
        <p:nvSpPr>
          <p:cNvPr id="17" name="テキスト ボックス 16">
            <a:extLst>
              <a:ext uri="{FF2B5EF4-FFF2-40B4-BE49-F238E27FC236}">
                <a16:creationId xmlns:a16="http://schemas.microsoft.com/office/drawing/2014/main" id="{E9275FF6-8C4D-8518-4E20-9FC1F99D7B9E}"/>
              </a:ext>
            </a:extLst>
          </p:cNvPr>
          <p:cNvSpPr txBox="1"/>
          <p:nvPr/>
        </p:nvSpPr>
        <p:spPr>
          <a:xfrm>
            <a:off x="6983345" y="2665565"/>
            <a:ext cx="4665591" cy="430887"/>
          </a:xfrm>
          <a:prstGeom prst="rect">
            <a:avLst/>
          </a:prstGeom>
          <a:noFill/>
        </p:spPr>
        <p:txBody>
          <a:bodyPr wrap="square" lIns="0" tIns="0" rIns="0" bIns="0" rtlCol="0">
            <a:spAutoFit/>
          </a:bodyPr>
          <a:lstStyle/>
          <a:p>
            <a:pPr marL="180975" indent="-180975">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説明する相手が期待する結論に応じ，ブレイクダウンの方向性を調整する</a:t>
            </a:r>
          </a:p>
        </p:txBody>
      </p:sp>
      <p:sp>
        <p:nvSpPr>
          <p:cNvPr id="18" name="正方形/長方形 17">
            <a:extLst>
              <a:ext uri="{FF2B5EF4-FFF2-40B4-BE49-F238E27FC236}">
                <a16:creationId xmlns:a16="http://schemas.microsoft.com/office/drawing/2014/main" id="{163CB420-E95E-4603-3530-F02AC29ACF6D}"/>
              </a:ext>
            </a:extLst>
          </p:cNvPr>
          <p:cNvSpPr/>
          <p:nvPr/>
        </p:nvSpPr>
        <p:spPr>
          <a:xfrm>
            <a:off x="334965" y="3464778"/>
            <a:ext cx="1299491" cy="626793"/>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KPI</a:t>
            </a:r>
            <a:endPar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19" name="テキスト ボックス 18">
            <a:extLst>
              <a:ext uri="{FF2B5EF4-FFF2-40B4-BE49-F238E27FC236}">
                <a16:creationId xmlns:a16="http://schemas.microsoft.com/office/drawing/2014/main" id="{9E66AE07-C452-856D-FEBF-EC9308856938}"/>
              </a:ext>
            </a:extLst>
          </p:cNvPr>
          <p:cNvSpPr txBox="1"/>
          <p:nvPr/>
        </p:nvSpPr>
        <p:spPr>
          <a:xfrm>
            <a:off x="1816631" y="3464777"/>
            <a:ext cx="4982492" cy="430887"/>
          </a:xfrm>
          <a:prstGeom prst="rect">
            <a:avLst/>
          </a:prstGeom>
          <a:noFill/>
        </p:spPr>
        <p:txBody>
          <a:bodyPr wrap="square" lIns="0" tIns="0" rIns="0" bIns="0" rtlCol="0">
            <a:spAutoFit/>
          </a:bodyPr>
          <a:lstStyle/>
          <a:p>
            <a:pPr marL="180975" indent="-180975">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業務の達成度などを数値で測定するための指標である．重要業績指標と訳されることもある．</a:t>
            </a:r>
          </a:p>
        </p:txBody>
      </p:sp>
      <p:sp>
        <p:nvSpPr>
          <p:cNvPr id="20" name="テキスト ボックス 19">
            <a:extLst>
              <a:ext uri="{FF2B5EF4-FFF2-40B4-BE49-F238E27FC236}">
                <a16:creationId xmlns:a16="http://schemas.microsoft.com/office/drawing/2014/main" id="{65875A0A-84E1-5830-06B2-DE118B225FCB}"/>
              </a:ext>
            </a:extLst>
          </p:cNvPr>
          <p:cNvSpPr txBox="1"/>
          <p:nvPr/>
        </p:nvSpPr>
        <p:spPr>
          <a:xfrm>
            <a:off x="6983345" y="3464773"/>
            <a:ext cx="4665591" cy="215444"/>
          </a:xfrm>
          <a:prstGeom prst="rect">
            <a:avLst/>
          </a:prstGeom>
          <a:noFill/>
        </p:spPr>
        <p:txBody>
          <a:bodyPr wrap="square" lIns="0" tIns="0" rIns="0" bIns="0" rtlCol="0">
            <a:spAutoFit/>
          </a:bodyPr>
          <a:lstStyle/>
          <a:p>
            <a:pPr marL="180975" indent="-180975">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有用性が認められる単位でなければ意味ない．</a:t>
            </a:r>
          </a:p>
        </p:txBody>
      </p:sp>
      <p:sp>
        <p:nvSpPr>
          <p:cNvPr id="21" name="正方形/長方形 20">
            <a:extLst>
              <a:ext uri="{FF2B5EF4-FFF2-40B4-BE49-F238E27FC236}">
                <a16:creationId xmlns:a16="http://schemas.microsoft.com/office/drawing/2014/main" id="{DF1E218C-52DB-BEEB-DDEE-573C24A9AF79}"/>
              </a:ext>
            </a:extLst>
          </p:cNvPr>
          <p:cNvSpPr/>
          <p:nvPr/>
        </p:nvSpPr>
        <p:spPr>
          <a:xfrm>
            <a:off x="334965" y="4284875"/>
            <a:ext cx="1299491" cy="626793"/>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PDCA</a:t>
            </a:r>
            <a:endPar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22" name="テキスト ボックス 21">
            <a:extLst>
              <a:ext uri="{FF2B5EF4-FFF2-40B4-BE49-F238E27FC236}">
                <a16:creationId xmlns:a16="http://schemas.microsoft.com/office/drawing/2014/main" id="{C14AB0EE-5784-2E8C-200D-61F2AD93F4AD}"/>
              </a:ext>
            </a:extLst>
          </p:cNvPr>
          <p:cNvSpPr txBox="1"/>
          <p:nvPr/>
        </p:nvSpPr>
        <p:spPr>
          <a:xfrm>
            <a:off x="1816631" y="4284874"/>
            <a:ext cx="4982492" cy="430887"/>
          </a:xfrm>
          <a:prstGeom prst="rect">
            <a:avLst/>
          </a:prstGeom>
          <a:noFill/>
        </p:spPr>
        <p:txBody>
          <a:bodyPr wrap="square" lIns="0" tIns="0" rIns="0" bIns="0" rtlCol="0">
            <a:spAutoFit/>
          </a:bodyPr>
          <a:lstStyle/>
          <a:p>
            <a:pPr marL="180975" indent="-180975">
              <a:buFont typeface="Arial" panose="020B0604020202020204" pitchFamily="34" charset="0"/>
              <a:buChar char="•"/>
            </a:pPr>
            <a:r>
              <a:rPr lang="en-US" altLang="ja-JP" sz="1400" dirty="0">
                <a:latin typeface="BIZ UDPゴシック" panose="020B0400000000000000" pitchFamily="50" charset="-128"/>
                <a:ea typeface="BIZ UDPゴシック" panose="020B0400000000000000" pitchFamily="50" charset="-128"/>
              </a:rPr>
              <a:t>Plan-Do-Check-Action</a:t>
            </a:r>
            <a:r>
              <a:rPr lang="ja-JP" altLang="en-US" sz="1400" dirty="0">
                <a:latin typeface="BIZ UDPゴシック" panose="020B0400000000000000" pitchFamily="50" charset="-128"/>
                <a:ea typeface="BIZ UDPゴシック" panose="020B0400000000000000" pitchFamily="50" charset="-128"/>
              </a:rPr>
              <a:t>をスパイラルに進めることによって継続的な改善を推進する．</a:t>
            </a:r>
          </a:p>
        </p:txBody>
      </p:sp>
      <p:sp>
        <p:nvSpPr>
          <p:cNvPr id="23" name="テキスト ボックス 22">
            <a:extLst>
              <a:ext uri="{FF2B5EF4-FFF2-40B4-BE49-F238E27FC236}">
                <a16:creationId xmlns:a16="http://schemas.microsoft.com/office/drawing/2014/main" id="{AA275D11-D7CD-B15E-9A30-67E5032965F8}"/>
              </a:ext>
            </a:extLst>
          </p:cNvPr>
          <p:cNvSpPr txBox="1"/>
          <p:nvPr/>
        </p:nvSpPr>
        <p:spPr>
          <a:xfrm>
            <a:off x="6983345" y="4284872"/>
            <a:ext cx="4665591" cy="215444"/>
          </a:xfrm>
          <a:prstGeom prst="rect">
            <a:avLst/>
          </a:prstGeom>
          <a:noFill/>
        </p:spPr>
        <p:txBody>
          <a:bodyPr wrap="square" lIns="0" tIns="0" rIns="0" bIns="0" rtlCol="0">
            <a:spAutoFit/>
          </a:bodyPr>
          <a:lstStyle/>
          <a:p>
            <a:pPr marL="180975" indent="-180975">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必ず定期的な計画の立て直しを行う．</a:t>
            </a:r>
          </a:p>
        </p:txBody>
      </p:sp>
      <p:sp>
        <p:nvSpPr>
          <p:cNvPr id="24" name="正方形/長方形 23">
            <a:extLst>
              <a:ext uri="{FF2B5EF4-FFF2-40B4-BE49-F238E27FC236}">
                <a16:creationId xmlns:a16="http://schemas.microsoft.com/office/drawing/2014/main" id="{F68E6E17-5A76-E116-03AC-B8B8896FA888}"/>
              </a:ext>
            </a:extLst>
          </p:cNvPr>
          <p:cNvSpPr/>
          <p:nvPr/>
        </p:nvSpPr>
        <p:spPr>
          <a:xfrm>
            <a:off x="334965" y="5053829"/>
            <a:ext cx="1299491" cy="626793"/>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Top Down/</a:t>
            </a:r>
          </a:p>
          <a:p>
            <a:pPr algn="ct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Bottom up</a:t>
            </a:r>
            <a:endPar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25" name="テキスト ボックス 24">
            <a:extLst>
              <a:ext uri="{FF2B5EF4-FFF2-40B4-BE49-F238E27FC236}">
                <a16:creationId xmlns:a16="http://schemas.microsoft.com/office/drawing/2014/main" id="{0C402643-14DE-D199-9275-D0C4FAEEBD8E}"/>
              </a:ext>
            </a:extLst>
          </p:cNvPr>
          <p:cNvSpPr txBox="1"/>
          <p:nvPr/>
        </p:nvSpPr>
        <p:spPr>
          <a:xfrm>
            <a:off x="1816631" y="5053826"/>
            <a:ext cx="4982492" cy="215444"/>
          </a:xfrm>
          <a:prstGeom prst="rect">
            <a:avLst/>
          </a:prstGeom>
          <a:noFill/>
        </p:spPr>
        <p:txBody>
          <a:bodyPr wrap="square" lIns="0" tIns="0" rIns="0" bIns="0" rtlCol="0">
            <a:spAutoFit/>
          </a:bodyPr>
          <a:lstStyle/>
          <a:p>
            <a:pPr marL="180975" indent="-180975">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上位下達，下意上達の流れを表す．</a:t>
            </a:r>
          </a:p>
        </p:txBody>
      </p:sp>
      <p:sp>
        <p:nvSpPr>
          <p:cNvPr id="26" name="テキスト ボックス 25">
            <a:extLst>
              <a:ext uri="{FF2B5EF4-FFF2-40B4-BE49-F238E27FC236}">
                <a16:creationId xmlns:a16="http://schemas.microsoft.com/office/drawing/2014/main" id="{8AD2FA02-3781-299E-1F10-5E3109F0C939}"/>
              </a:ext>
            </a:extLst>
          </p:cNvPr>
          <p:cNvSpPr txBox="1"/>
          <p:nvPr/>
        </p:nvSpPr>
        <p:spPr>
          <a:xfrm>
            <a:off x="6983345" y="5053826"/>
            <a:ext cx="4665591" cy="215444"/>
          </a:xfrm>
          <a:prstGeom prst="rect">
            <a:avLst/>
          </a:prstGeom>
          <a:noFill/>
        </p:spPr>
        <p:txBody>
          <a:bodyPr wrap="square" lIns="0" tIns="0" rIns="0" bIns="0" rtlCol="0">
            <a:spAutoFit/>
          </a:bodyPr>
          <a:lstStyle/>
          <a:p>
            <a:pPr marL="180975" indent="-180975">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どちらか片方だけではうまく働かない．</a:t>
            </a:r>
          </a:p>
        </p:txBody>
      </p:sp>
    </p:spTree>
    <p:extLst>
      <p:ext uri="{BB962C8B-B14F-4D97-AF65-F5344CB8AC3E}">
        <p14:creationId xmlns:p14="http://schemas.microsoft.com/office/powerpoint/2010/main" val="20780866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6E7561B-FDDB-75B7-5E20-83C94335BD54}"/>
              </a:ext>
            </a:extLst>
          </p:cNvPr>
          <p:cNvSpPr>
            <a:spLocks noGrp="1"/>
          </p:cNvSpPr>
          <p:nvPr>
            <p:ph type="title"/>
          </p:nvPr>
        </p:nvSpPr>
        <p:spPr/>
        <p:txBody>
          <a:bodyPr/>
          <a:lstStyle/>
          <a:p>
            <a:r>
              <a:rPr lang="ja-JP" altLang="en-US" dirty="0"/>
              <a:t>フレームワーク一覧</a:t>
            </a:r>
            <a:endParaRPr kumimoji="1" lang="ja-JP" altLang="en-US" dirty="0"/>
          </a:p>
        </p:txBody>
      </p:sp>
      <p:sp>
        <p:nvSpPr>
          <p:cNvPr id="3" name="フッター プレースホルダー 2">
            <a:extLst>
              <a:ext uri="{FF2B5EF4-FFF2-40B4-BE49-F238E27FC236}">
                <a16:creationId xmlns:a16="http://schemas.microsoft.com/office/drawing/2014/main" id="{7D271E6C-AAD1-073E-5CE0-05ED68830C56}"/>
              </a:ext>
            </a:extLst>
          </p:cNvPr>
          <p:cNvSpPr>
            <a:spLocks noGrp="1"/>
          </p:cNvSpPr>
          <p:nvPr>
            <p:ph type="ftr" sz="quarter" idx="11"/>
          </p:nvPr>
        </p:nvSpPr>
        <p:spPr/>
        <p:txBody>
          <a:bodyPr/>
          <a:lstStyle/>
          <a:p>
            <a:r>
              <a:rPr lang="ja-JP" altLang="en-US"/>
              <a:t>出所：</a:t>
            </a:r>
            <a:endParaRPr lang="ja-JP" altLang="en-US" sz="900" dirty="0"/>
          </a:p>
        </p:txBody>
      </p:sp>
      <p:sp>
        <p:nvSpPr>
          <p:cNvPr id="4" name="スライド番号プレースホルダー 3">
            <a:extLst>
              <a:ext uri="{FF2B5EF4-FFF2-40B4-BE49-F238E27FC236}">
                <a16:creationId xmlns:a16="http://schemas.microsoft.com/office/drawing/2014/main" id="{2A1B63EA-A15C-FBF9-498F-99209C9DE9EC}"/>
              </a:ext>
            </a:extLst>
          </p:cNvPr>
          <p:cNvSpPr>
            <a:spLocks noGrp="1"/>
          </p:cNvSpPr>
          <p:nvPr>
            <p:ph type="sldNum" sz="quarter" idx="12"/>
          </p:nvPr>
        </p:nvSpPr>
        <p:spPr/>
        <p:txBody>
          <a:bodyPr/>
          <a:lstStyle/>
          <a:p>
            <a:fld id="{DCB5AA93-092B-49A1-87A7-3C88D5F38AD7}" type="slidenum">
              <a:rPr lang="ja-JP" altLang="en-US" smtClean="0"/>
              <a:pPr/>
              <a:t>15</a:t>
            </a:fld>
            <a:endParaRPr lang="ja-JP" altLang="en-US" sz="900" dirty="0"/>
          </a:p>
        </p:txBody>
      </p:sp>
      <p:sp>
        <p:nvSpPr>
          <p:cNvPr id="5" name="テキスト プレースホルダー 4">
            <a:extLst>
              <a:ext uri="{FF2B5EF4-FFF2-40B4-BE49-F238E27FC236}">
                <a16:creationId xmlns:a16="http://schemas.microsoft.com/office/drawing/2014/main" id="{0EAA10EC-8346-CD28-5A52-B3C5D31B7BE4}"/>
              </a:ext>
            </a:extLst>
          </p:cNvPr>
          <p:cNvSpPr>
            <a:spLocks noGrp="1"/>
          </p:cNvSpPr>
          <p:nvPr>
            <p:ph type="body" sz="quarter" idx="13"/>
          </p:nvPr>
        </p:nvSpPr>
        <p:spPr/>
        <p:txBody>
          <a:bodyPr/>
          <a:lstStyle/>
          <a:p>
            <a:r>
              <a:rPr lang="ja-JP" altLang="en-US" dirty="0"/>
              <a:t>目的と課題に応じた手法を選択しないと，本来の意図からはかけ離れてしまう</a:t>
            </a:r>
          </a:p>
        </p:txBody>
      </p:sp>
      <p:sp>
        <p:nvSpPr>
          <p:cNvPr id="6" name="テキスト ボックス 5">
            <a:extLst>
              <a:ext uri="{FF2B5EF4-FFF2-40B4-BE49-F238E27FC236}">
                <a16:creationId xmlns:a16="http://schemas.microsoft.com/office/drawing/2014/main" id="{4CE9CFED-1FEA-0EB7-8B13-E077FF184CE3}"/>
              </a:ext>
            </a:extLst>
          </p:cNvPr>
          <p:cNvSpPr txBox="1"/>
          <p:nvPr/>
        </p:nvSpPr>
        <p:spPr>
          <a:xfrm>
            <a:off x="4840241" y="1377272"/>
            <a:ext cx="359073" cy="215444"/>
          </a:xfrm>
          <a:prstGeom prst="rect">
            <a:avLst/>
          </a:prstGeom>
          <a:noFill/>
        </p:spPr>
        <p:txBody>
          <a:bodyPr wrap="none" lIns="0" tIns="0" rIns="0" bIns="0" rtlCol="0">
            <a:spAutoFit/>
          </a:bodyPr>
          <a:lstStyle/>
          <a:p>
            <a:r>
              <a:rPr lang="ja-JP" altLang="en-US" sz="1400" dirty="0">
                <a:latin typeface="BIZ UDPゴシック" panose="020B0400000000000000" pitchFamily="50" charset="-128"/>
                <a:ea typeface="BIZ UDPゴシック" panose="020B0400000000000000" pitchFamily="50" charset="-128"/>
              </a:rPr>
              <a:t>意味</a:t>
            </a:r>
          </a:p>
        </p:txBody>
      </p:sp>
      <p:sp>
        <p:nvSpPr>
          <p:cNvPr id="7" name="正方形/長方形 6">
            <a:extLst>
              <a:ext uri="{FF2B5EF4-FFF2-40B4-BE49-F238E27FC236}">
                <a16:creationId xmlns:a16="http://schemas.microsoft.com/office/drawing/2014/main" id="{08A175BF-081B-A207-5A60-5B1418B4B2ED}"/>
              </a:ext>
            </a:extLst>
          </p:cNvPr>
          <p:cNvSpPr/>
          <p:nvPr/>
        </p:nvSpPr>
        <p:spPr>
          <a:xfrm>
            <a:off x="351802" y="1620651"/>
            <a:ext cx="2194329" cy="2148223"/>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MECE</a:t>
            </a:r>
            <a:endPar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8" name="テキスト ボックス 7">
            <a:extLst>
              <a:ext uri="{FF2B5EF4-FFF2-40B4-BE49-F238E27FC236}">
                <a16:creationId xmlns:a16="http://schemas.microsoft.com/office/drawing/2014/main" id="{FF181202-E48B-E530-6A77-E518DCB7010F}"/>
              </a:ext>
            </a:extLst>
          </p:cNvPr>
          <p:cNvSpPr txBox="1"/>
          <p:nvPr/>
        </p:nvSpPr>
        <p:spPr>
          <a:xfrm>
            <a:off x="3224048" y="1620652"/>
            <a:ext cx="3591462" cy="1077218"/>
          </a:xfrm>
          <a:prstGeom prst="rect">
            <a:avLst/>
          </a:prstGeom>
          <a:noFill/>
        </p:spPr>
        <p:txBody>
          <a:bodyPr wrap="square" lIns="0" tIns="0" rIns="0" bIns="0" rtlCol="0">
            <a:spAutoFit/>
          </a:bodyPr>
          <a:lstStyle/>
          <a:p>
            <a:pPr marL="180975" indent="-180975">
              <a:buFont typeface="Arial" panose="020B0604020202020204" pitchFamily="34" charset="0"/>
              <a:buChar char="•"/>
            </a:pPr>
            <a:r>
              <a:rPr lang="en-US" altLang="ja-JP" sz="1400" dirty="0">
                <a:latin typeface="BIZ UDPゴシック" panose="020B0400000000000000" pitchFamily="50" charset="-128"/>
                <a:ea typeface="BIZ UDPゴシック" panose="020B0400000000000000" pitchFamily="50" charset="-128"/>
              </a:rPr>
              <a:t>MECE</a:t>
            </a:r>
            <a:r>
              <a:rPr lang="ja-JP" altLang="en-US" sz="1400" dirty="0">
                <a:latin typeface="BIZ UDPゴシック" panose="020B0400000000000000" pitchFamily="50" charset="-128"/>
                <a:ea typeface="BIZ UDPゴシック" panose="020B0400000000000000" pitchFamily="50" charset="-128"/>
              </a:rPr>
              <a:t>とはダブりがなく，モレがない状態を指す言葉</a:t>
            </a:r>
            <a:endParaRPr lang="en-US" altLang="ja-JP" sz="1400" dirty="0">
              <a:latin typeface="BIZ UDPゴシック" panose="020B0400000000000000" pitchFamily="50" charset="-128"/>
              <a:ea typeface="BIZ UDPゴシック" panose="020B0400000000000000" pitchFamily="50" charset="-128"/>
            </a:endParaRPr>
          </a:p>
          <a:p>
            <a:pPr marL="361950" lvl="1" indent="-180975">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あああ</a:t>
            </a:r>
            <a:endParaRPr lang="en-US" altLang="ja-JP" sz="1400" dirty="0">
              <a:latin typeface="BIZ UDPゴシック" panose="020B0400000000000000" pitchFamily="50" charset="-128"/>
              <a:ea typeface="BIZ UDPゴシック" panose="020B0400000000000000" pitchFamily="50" charset="-128"/>
            </a:endParaRPr>
          </a:p>
          <a:p>
            <a:pPr marL="180975" indent="-180975">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樹形図の形で物事を整理していく手法．イシューツリーとも呼ばれる．</a:t>
            </a:r>
          </a:p>
        </p:txBody>
      </p:sp>
      <p:cxnSp>
        <p:nvCxnSpPr>
          <p:cNvPr id="9" name="直線コネクタ 8">
            <a:extLst>
              <a:ext uri="{FF2B5EF4-FFF2-40B4-BE49-F238E27FC236}">
                <a16:creationId xmlns:a16="http://schemas.microsoft.com/office/drawing/2014/main" id="{70600862-FD9B-C5ED-90B8-3E55472A4751}"/>
              </a:ext>
              <a:ext uri="{C183D7F6-B498-43B3-948B-1728B52AA6E4}">
                <adec:decorative xmlns:adec="http://schemas.microsoft.com/office/drawing/2017/decorative" val="1"/>
              </a:ext>
            </a:extLst>
          </p:cNvPr>
          <p:cNvCxnSpPr>
            <a:cxnSpLocks/>
          </p:cNvCxnSpPr>
          <p:nvPr/>
        </p:nvCxnSpPr>
        <p:spPr>
          <a:xfrm>
            <a:off x="3224047" y="1603813"/>
            <a:ext cx="3591462" cy="0"/>
          </a:xfrm>
          <a:prstGeom prst="line">
            <a:avLst/>
          </a:prstGeom>
          <a:ln w="2857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sp>
        <p:nvSpPr>
          <p:cNvPr id="10" name="正方形/長方形 9">
            <a:extLst>
              <a:ext uri="{FF2B5EF4-FFF2-40B4-BE49-F238E27FC236}">
                <a16:creationId xmlns:a16="http://schemas.microsoft.com/office/drawing/2014/main" id="{5746FC81-C2C9-5948-8C81-F7EBA78AC249}"/>
              </a:ext>
            </a:extLst>
          </p:cNvPr>
          <p:cNvSpPr/>
          <p:nvPr/>
        </p:nvSpPr>
        <p:spPr>
          <a:xfrm>
            <a:off x="351802" y="3938092"/>
            <a:ext cx="2194329" cy="2148223"/>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MECE</a:t>
            </a:r>
            <a:endPar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11" name="テキスト ボックス 10">
            <a:extLst>
              <a:ext uri="{FF2B5EF4-FFF2-40B4-BE49-F238E27FC236}">
                <a16:creationId xmlns:a16="http://schemas.microsoft.com/office/drawing/2014/main" id="{EF82483D-91E1-32A0-FFDB-8BBEF85D5000}"/>
              </a:ext>
            </a:extLst>
          </p:cNvPr>
          <p:cNvSpPr txBox="1"/>
          <p:nvPr/>
        </p:nvSpPr>
        <p:spPr>
          <a:xfrm>
            <a:off x="7559566" y="1620652"/>
            <a:ext cx="3591462" cy="1292662"/>
          </a:xfrm>
          <a:prstGeom prst="rect">
            <a:avLst/>
          </a:prstGeom>
          <a:noFill/>
        </p:spPr>
        <p:txBody>
          <a:bodyPr wrap="square" lIns="0" tIns="0" rIns="0" bIns="0" rtlCol="0">
            <a:spAutoFit/>
          </a:bodyPr>
          <a:lstStyle/>
          <a:p>
            <a:pPr marL="180975" indent="-180975">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必ず図に書き出してモレとダブりがあるか確認すること</a:t>
            </a:r>
          </a:p>
          <a:p>
            <a:pPr marL="361950" lvl="1" indent="-180975">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あああ</a:t>
            </a:r>
            <a:endParaRPr lang="en-US" altLang="ja-JP" sz="1400" dirty="0">
              <a:latin typeface="BIZ UDPゴシック" panose="020B0400000000000000" pitchFamily="50" charset="-128"/>
              <a:ea typeface="BIZ UDPゴシック" panose="020B0400000000000000" pitchFamily="50" charset="-128"/>
            </a:endParaRPr>
          </a:p>
          <a:p>
            <a:pPr marL="180975" indent="-180975">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説明する相手が期待する結論に応じ，ブレイクダウンの方向性を調整する</a:t>
            </a:r>
          </a:p>
          <a:p>
            <a:pPr indent="-276181">
              <a:buFont typeface="Arial" panose="020B0604020202020204" pitchFamily="34" charset="0"/>
              <a:buChar char="•"/>
            </a:pPr>
            <a:endParaRPr lang="ja-JP" altLang="en-US" sz="1400" dirty="0">
              <a:latin typeface="BIZ UDPゴシック" panose="020B0400000000000000" pitchFamily="50" charset="-128"/>
              <a:ea typeface="BIZ UDPゴシック" panose="020B0400000000000000" pitchFamily="50" charset="-128"/>
            </a:endParaRPr>
          </a:p>
        </p:txBody>
      </p:sp>
      <p:cxnSp>
        <p:nvCxnSpPr>
          <p:cNvPr id="12" name="直線コネクタ 11">
            <a:extLst>
              <a:ext uri="{FF2B5EF4-FFF2-40B4-BE49-F238E27FC236}">
                <a16:creationId xmlns:a16="http://schemas.microsoft.com/office/drawing/2014/main" id="{FE9B8CC9-18B2-BC0E-7A0A-82F1DB74EE78}"/>
              </a:ext>
              <a:ext uri="{C183D7F6-B498-43B3-948B-1728B52AA6E4}">
                <adec:decorative xmlns:adec="http://schemas.microsoft.com/office/drawing/2017/decorative" val="1"/>
              </a:ext>
            </a:extLst>
          </p:cNvPr>
          <p:cNvCxnSpPr>
            <a:cxnSpLocks/>
          </p:cNvCxnSpPr>
          <p:nvPr/>
        </p:nvCxnSpPr>
        <p:spPr>
          <a:xfrm>
            <a:off x="7543800" y="1603813"/>
            <a:ext cx="3591462" cy="0"/>
          </a:xfrm>
          <a:prstGeom prst="line">
            <a:avLst/>
          </a:prstGeom>
          <a:ln w="2857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sp>
        <p:nvSpPr>
          <p:cNvPr id="13" name="テキスト ボックス 12">
            <a:extLst>
              <a:ext uri="{FF2B5EF4-FFF2-40B4-BE49-F238E27FC236}">
                <a16:creationId xmlns:a16="http://schemas.microsoft.com/office/drawing/2014/main" id="{F94ED9EA-192C-B11D-D7A5-E66F437B44F5}"/>
              </a:ext>
            </a:extLst>
          </p:cNvPr>
          <p:cNvSpPr txBox="1"/>
          <p:nvPr/>
        </p:nvSpPr>
        <p:spPr>
          <a:xfrm>
            <a:off x="9159994" y="1377272"/>
            <a:ext cx="359073" cy="215444"/>
          </a:xfrm>
          <a:prstGeom prst="rect">
            <a:avLst/>
          </a:prstGeom>
          <a:noFill/>
        </p:spPr>
        <p:txBody>
          <a:bodyPr wrap="none" lIns="0" tIns="0" rIns="0" bIns="0" rtlCol="0">
            <a:spAutoFit/>
          </a:bodyPr>
          <a:lstStyle/>
          <a:p>
            <a:r>
              <a:rPr lang="ja-JP" altLang="en-US" sz="1400" dirty="0">
                <a:latin typeface="BIZ UDPゴシック" panose="020B0400000000000000" pitchFamily="50" charset="-128"/>
                <a:ea typeface="BIZ UDPゴシック" panose="020B0400000000000000" pitchFamily="50" charset="-128"/>
              </a:rPr>
              <a:t>意味</a:t>
            </a:r>
          </a:p>
        </p:txBody>
      </p:sp>
      <p:sp>
        <p:nvSpPr>
          <p:cNvPr id="14" name="テキスト ボックス 13">
            <a:extLst>
              <a:ext uri="{FF2B5EF4-FFF2-40B4-BE49-F238E27FC236}">
                <a16:creationId xmlns:a16="http://schemas.microsoft.com/office/drawing/2014/main" id="{1F757C88-304D-5B22-5D3E-88FC8748E086}"/>
              </a:ext>
            </a:extLst>
          </p:cNvPr>
          <p:cNvSpPr txBox="1"/>
          <p:nvPr/>
        </p:nvSpPr>
        <p:spPr>
          <a:xfrm>
            <a:off x="3208282" y="3938092"/>
            <a:ext cx="3591462" cy="1723549"/>
          </a:xfrm>
          <a:prstGeom prst="rect">
            <a:avLst/>
          </a:prstGeom>
          <a:noFill/>
        </p:spPr>
        <p:txBody>
          <a:bodyPr wrap="square" lIns="0" tIns="0" rIns="0" bIns="0" rtlCol="0">
            <a:spAutoFit/>
          </a:bodyPr>
          <a:lstStyle/>
          <a:p>
            <a:pPr marL="180975" indent="-180975">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業務の達成度などを数値で測定するための指標である．重要業績指標と訳されることもある．</a:t>
            </a:r>
            <a:endParaRPr lang="en-US" altLang="ja-JP" sz="1400" dirty="0">
              <a:latin typeface="BIZ UDPゴシック" panose="020B0400000000000000" pitchFamily="50" charset="-128"/>
              <a:ea typeface="BIZ UDPゴシック" panose="020B0400000000000000" pitchFamily="50" charset="-128"/>
            </a:endParaRPr>
          </a:p>
          <a:p>
            <a:pPr marL="180975" indent="-180975">
              <a:buFont typeface="Arial" panose="020B0604020202020204" pitchFamily="34" charset="0"/>
              <a:buChar char="•"/>
            </a:pPr>
            <a:r>
              <a:rPr lang="en-US" altLang="ja-JP" sz="1400" dirty="0">
                <a:latin typeface="BIZ UDPゴシック" panose="020B0400000000000000" pitchFamily="50" charset="-128"/>
                <a:ea typeface="BIZ UDPゴシック" panose="020B0400000000000000" pitchFamily="50" charset="-128"/>
              </a:rPr>
              <a:t>Plan-Do-Check-Action</a:t>
            </a:r>
            <a:r>
              <a:rPr lang="ja-JP" altLang="en-US" sz="1400" dirty="0">
                <a:latin typeface="BIZ UDPゴシック" panose="020B0400000000000000" pitchFamily="50" charset="-128"/>
                <a:ea typeface="BIZ UDPゴシック" panose="020B0400000000000000" pitchFamily="50" charset="-128"/>
              </a:rPr>
              <a:t>をスパイラルに進めることによって継続的な改善を推進する．</a:t>
            </a:r>
            <a:endParaRPr lang="en-US" altLang="ja-JP" sz="1400" dirty="0">
              <a:latin typeface="BIZ UDPゴシック" panose="020B0400000000000000" pitchFamily="50" charset="-128"/>
              <a:ea typeface="BIZ UDPゴシック" panose="020B0400000000000000" pitchFamily="50" charset="-128"/>
            </a:endParaRPr>
          </a:p>
          <a:p>
            <a:pPr marL="180975" indent="-180975">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上位下達，下意上達の流れを表す</a:t>
            </a:r>
          </a:p>
          <a:p>
            <a:pPr marL="180975" indent="-180975">
              <a:buFont typeface="Arial" panose="020B0604020202020204" pitchFamily="34" charset="0"/>
              <a:buChar char="•"/>
            </a:pPr>
            <a:endParaRPr lang="ja-JP" altLang="en-US" sz="1400" dirty="0">
              <a:latin typeface="BIZ UDPゴシック" panose="020B0400000000000000" pitchFamily="50" charset="-128"/>
              <a:ea typeface="BIZ UDPゴシック" panose="020B0400000000000000" pitchFamily="50" charset="-128"/>
            </a:endParaRPr>
          </a:p>
        </p:txBody>
      </p:sp>
      <p:sp>
        <p:nvSpPr>
          <p:cNvPr id="15" name="テキスト ボックス 14">
            <a:extLst>
              <a:ext uri="{FF2B5EF4-FFF2-40B4-BE49-F238E27FC236}">
                <a16:creationId xmlns:a16="http://schemas.microsoft.com/office/drawing/2014/main" id="{CD1B6BF1-CA4D-3727-8A3C-D34CE6957293}"/>
              </a:ext>
            </a:extLst>
          </p:cNvPr>
          <p:cNvSpPr txBox="1"/>
          <p:nvPr/>
        </p:nvSpPr>
        <p:spPr>
          <a:xfrm>
            <a:off x="7543800" y="3938092"/>
            <a:ext cx="3591462" cy="1077218"/>
          </a:xfrm>
          <a:prstGeom prst="rect">
            <a:avLst/>
          </a:prstGeom>
          <a:noFill/>
        </p:spPr>
        <p:txBody>
          <a:bodyPr wrap="square" lIns="0" tIns="0" rIns="0" bIns="0" rtlCol="0">
            <a:spAutoFit/>
          </a:bodyPr>
          <a:lstStyle/>
          <a:p>
            <a:pPr marL="180975" indent="-180975">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有用性が認められる単位でなければ意味ない．</a:t>
            </a:r>
            <a:endParaRPr lang="en-US" altLang="ja-JP" sz="1400" dirty="0">
              <a:latin typeface="BIZ UDPゴシック" panose="020B0400000000000000" pitchFamily="50" charset="-128"/>
              <a:ea typeface="BIZ UDPゴシック" panose="020B0400000000000000" pitchFamily="50" charset="-128"/>
            </a:endParaRPr>
          </a:p>
          <a:p>
            <a:pPr marL="180975" indent="-180975">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必ず定期的な計画の立て直しを行う．</a:t>
            </a:r>
          </a:p>
          <a:p>
            <a:pPr marL="180975" indent="-180975">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どちらか片方だけではうまく働かない．</a:t>
            </a:r>
          </a:p>
          <a:p>
            <a:pPr marL="180975" indent="-180975">
              <a:buFont typeface="Arial" panose="020B0604020202020204" pitchFamily="34" charset="0"/>
              <a:buChar char="•"/>
            </a:pPr>
            <a:endParaRPr lang="ja-JP" altLang="en-US" sz="140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3717463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8A72C-5B8E-588A-E9E5-ACCC2B8497A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4902A58-4BEE-C711-74DC-285673E89FF2}"/>
              </a:ext>
            </a:extLst>
          </p:cNvPr>
          <p:cNvSpPr>
            <a:spLocks noGrp="1"/>
          </p:cNvSpPr>
          <p:nvPr>
            <p:ph type="ctrTitle"/>
          </p:nvPr>
        </p:nvSpPr>
        <p:spPr/>
        <p:txBody>
          <a:bodyPr/>
          <a:lstStyle/>
          <a:p>
            <a:r>
              <a:rPr kumimoji="1" lang="ja-JP" altLang="en-US" dirty="0"/>
              <a:t>ステップ</a:t>
            </a:r>
          </a:p>
        </p:txBody>
      </p:sp>
      <p:sp>
        <p:nvSpPr>
          <p:cNvPr id="3" name="字幕 2">
            <a:extLst>
              <a:ext uri="{FF2B5EF4-FFF2-40B4-BE49-F238E27FC236}">
                <a16:creationId xmlns:a16="http://schemas.microsoft.com/office/drawing/2014/main" id="{45B4767E-DA88-7483-7326-E76AD63D2513}"/>
              </a:ext>
            </a:extLst>
          </p:cNvPr>
          <p:cNvSpPr>
            <a:spLocks noGrp="1"/>
          </p:cNvSpPr>
          <p:nvPr>
            <p:ph type="subTitle"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AC9EE2F-D0F9-E6F4-A394-875AACF75EF2}"/>
              </a:ext>
            </a:extLst>
          </p:cNvPr>
          <p:cNvSpPr>
            <a:spLocks noGrp="1"/>
          </p:cNvSpPr>
          <p:nvPr>
            <p:ph type="sldNum" sz="quarter" idx="12"/>
          </p:nvPr>
        </p:nvSpPr>
        <p:spPr>
          <a:xfrm>
            <a:off x="8610604" y="6500553"/>
            <a:ext cx="3173412" cy="220927"/>
          </a:xfrm>
        </p:spPr>
        <p:txBody>
          <a:bodyPr/>
          <a:lstStyle/>
          <a:p>
            <a:fld id="{DCB5AA93-092B-49A1-87A7-3C88D5F38AD7}" type="slidenum">
              <a:rPr lang="ja-JP" altLang="en-US" smtClean="0"/>
              <a:pPr/>
              <a:t>16</a:t>
            </a:fld>
            <a:endParaRPr lang="ja-JP" altLang="en-US"/>
          </a:p>
        </p:txBody>
      </p:sp>
      <p:sp>
        <p:nvSpPr>
          <p:cNvPr id="5" name="フッター プレースホルダー 4">
            <a:extLst>
              <a:ext uri="{FF2B5EF4-FFF2-40B4-BE49-F238E27FC236}">
                <a16:creationId xmlns:a16="http://schemas.microsoft.com/office/drawing/2014/main" id="{60F77DB6-B4AF-428A-DC74-2BC71416F8BB}"/>
              </a:ext>
            </a:extLst>
          </p:cNvPr>
          <p:cNvSpPr>
            <a:spLocks noGrp="1"/>
          </p:cNvSpPr>
          <p:nvPr>
            <p:ph type="ftr" sz="quarter" idx="11"/>
          </p:nvPr>
        </p:nvSpPr>
        <p:spPr>
          <a:xfrm>
            <a:off x="407990" y="6500553"/>
            <a:ext cx="7745413" cy="220927"/>
          </a:xfrm>
        </p:spPr>
        <p:txBody>
          <a:bodyPr/>
          <a:lstStyle/>
          <a:p>
            <a:r>
              <a:rPr lang="ja-JP" altLang="en-US"/>
              <a:t>プロジェクト</a:t>
            </a:r>
            <a:r>
              <a:rPr lang="en-US" altLang="ja-JP"/>
              <a:t>/</a:t>
            </a:r>
            <a:r>
              <a:rPr lang="ja-JP" altLang="en-US"/>
              <a:t>部署</a:t>
            </a:r>
            <a:r>
              <a:rPr lang="en-US" altLang="ja-JP"/>
              <a:t>/</a:t>
            </a:r>
            <a:r>
              <a:rPr lang="ja-JP" altLang="en-US"/>
              <a:t>書類管理情報</a:t>
            </a:r>
            <a:endParaRPr lang="en-US" altLang="ja-JP" dirty="0"/>
          </a:p>
        </p:txBody>
      </p:sp>
    </p:spTree>
    <p:extLst>
      <p:ext uri="{BB962C8B-B14F-4D97-AF65-F5344CB8AC3E}">
        <p14:creationId xmlns:p14="http://schemas.microsoft.com/office/powerpoint/2010/main" val="34113781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C1234BE-1A54-3A73-5753-6AB63011BFE5}"/>
              </a:ext>
            </a:extLst>
          </p:cNvPr>
          <p:cNvSpPr>
            <a:spLocks noGrp="1"/>
          </p:cNvSpPr>
          <p:nvPr>
            <p:ph type="title"/>
          </p:nvPr>
        </p:nvSpPr>
        <p:spPr/>
        <p:txBody>
          <a:bodyPr/>
          <a:lstStyle/>
          <a:p>
            <a:r>
              <a:rPr lang="ja-JP" altLang="en-US" dirty="0"/>
              <a:t>カスタマージャーニーの作成方法</a:t>
            </a:r>
            <a:endParaRPr kumimoji="1" lang="ja-JP" altLang="en-US" dirty="0"/>
          </a:p>
        </p:txBody>
      </p:sp>
      <p:sp>
        <p:nvSpPr>
          <p:cNvPr id="3" name="フッター プレースホルダー 2">
            <a:extLst>
              <a:ext uri="{FF2B5EF4-FFF2-40B4-BE49-F238E27FC236}">
                <a16:creationId xmlns:a16="http://schemas.microsoft.com/office/drawing/2014/main" id="{CD175154-CE8F-58CB-B951-1278BEC583B5}"/>
              </a:ext>
            </a:extLst>
          </p:cNvPr>
          <p:cNvSpPr>
            <a:spLocks noGrp="1"/>
          </p:cNvSpPr>
          <p:nvPr>
            <p:ph type="ftr" sz="quarter" idx="11"/>
          </p:nvPr>
        </p:nvSpPr>
        <p:spPr/>
        <p:txBody>
          <a:bodyPr/>
          <a:lstStyle/>
          <a:p>
            <a:r>
              <a:rPr lang="ja-JP" altLang="en-US"/>
              <a:t>出所：</a:t>
            </a:r>
            <a:endParaRPr lang="ja-JP" altLang="en-US" sz="900" dirty="0"/>
          </a:p>
        </p:txBody>
      </p:sp>
      <p:sp>
        <p:nvSpPr>
          <p:cNvPr id="4" name="スライド番号プレースホルダー 3">
            <a:extLst>
              <a:ext uri="{FF2B5EF4-FFF2-40B4-BE49-F238E27FC236}">
                <a16:creationId xmlns:a16="http://schemas.microsoft.com/office/drawing/2014/main" id="{A607547D-A664-FA5A-4C8C-5BF7DD3AA875}"/>
              </a:ext>
            </a:extLst>
          </p:cNvPr>
          <p:cNvSpPr>
            <a:spLocks noGrp="1"/>
          </p:cNvSpPr>
          <p:nvPr>
            <p:ph type="sldNum" sz="quarter" idx="12"/>
          </p:nvPr>
        </p:nvSpPr>
        <p:spPr/>
        <p:txBody>
          <a:bodyPr/>
          <a:lstStyle/>
          <a:p>
            <a:fld id="{DCB5AA93-092B-49A1-87A7-3C88D5F38AD7}" type="slidenum">
              <a:rPr lang="ja-JP" altLang="en-US" smtClean="0"/>
              <a:pPr/>
              <a:t>17</a:t>
            </a:fld>
            <a:endParaRPr lang="ja-JP" altLang="en-US" sz="900" dirty="0"/>
          </a:p>
        </p:txBody>
      </p:sp>
      <p:sp>
        <p:nvSpPr>
          <p:cNvPr id="5" name="テキスト プレースホルダー 4">
            <a:extLst>
              <a:ext uri="{FF2B5EF4-FFF2-40B4-BE49-F238E27FC236}">
                <a16:creationId xmlns:a16="http://schemas.microsoft.com/office/drawing/2014/main" id="{03174711-6CC1-D168-88E3-6EA8E75CD593}"/>
              </a:ext>
            </a:extLst>
          </p:cNvPr>
          <p:cNvSpPr>
            <a:spLocks noGrp="1"/>
          </p:cNvSpPr>
          <p:nvPr>
            <p:ph type="body" sz="quarter" idx="13"/>
          </p:nvPr>
        </p:nvSpPr>
        <p:spPr/>
        <p:txBody>
          <a:bodyPr/>
          <a:lstStyle/>
          <a:p>
            <a:endParaRPr kumimoji="1" lang="ja-JP" altLang="en-US"/>
          </a:p>
        </p:txBody>
      </p:sp>
      <p:sp>
        <p:nvSpPr>
          <p:cNvPr id="14" name="正方形/長方形 13">
            <a:extLst>
              <a:ext uri="{FF2B5EF4-FFF2-40B4-BE49-F238E27FC236}">
                <a16:creationId xmlns:a16="http://schemas.microsoft.com/office/drawing/2014/main" id="{E83F4BAB-94FC-AC9E-D65C-BE00E20EF921}"/>
              </a:ext>
            </a:extLst>
          </p:cNvPr>
          <p:cNvSpPr/>
          <p:nvPr/>
        </p:nvSpPr>
        <p:spPr>
          <a:xfrm>
            <a:off x="1560204" y="1272314"/>
            <a:ext cx="2325996" cy="736204"/>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bg1"/>
                </a:solidFill>
                <a:latin typeface="BIZ UDPゴシック" panose="020B0400000000000000" pitchFamily="50" charset="-128"/>
                <a:ea typeface="BIZ UDPゴシック" panose="020B0400000000000000" pitchFamily="50" charset="-128"/>
              </a:rPr>
              <a:t>ペルソナを定義</a:t>
            </a:r>
            <a:endParaRPr kumimoji="1" lang="ja-JP" altLang="en-US" sz="1400" dirty="0">
              <a:solidFill>
                <a:schemeClr val="bg1"/>
              </a:solidFill>
              <a:latin typeface="BIZ UDPゴシック" panose="020B0400000000000000" pitchFamily="50" charset="-128"/>
              <a:ea typeface="BIZ UDPゴシック" panose="020B0400000000000000" pitchFamily="50" charset="-128"/>
            </a:endParaRPr>
          </a:p>
        </p:txBody>
      </p:sp>
      <p:sp>
        <p:nvSpPr>
          <p:cNvPr id="15" name="正方形/長方形 14">
            <a:extLst>
              <a:ext uri="{FF2B5EF4-FFF2-40B4-BE49-F238E27FC236}">
                <a16:creationId xmlns:a16="http://schemas.microsoft.com/office/drawing/2014/main" id="{C567A190-077B-7434-2650-27FB7A7527B2}"/>
              </a:ext>
            </a:extLst>
          </p:cNvPr>
          <p:cNvSpPr/>
          <p:nvPr/>
        </p:nvSpPr>
        <p:spPr>
          <a:xfrm>
            <a:off x="1560204" y="2268162"/>
            <a:ext cx="2325996" cy="736204"/>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400" dirty="0">
                <a:solidFill>
                  <a:schemeClr val="bg1"/>
                </a:solidFill>
                <a:latin typeface="BIZ UDPゴシック" panose="020B0400000000000000" pitchFamily="50" charset="-128"/>
                <a:ea typeface="BIZ UDPゴシック" panose="020B0400000000000000" pitchFamily="50" charset="-128"/>
              </a:rPr>
              <a:t>顧客のタッチポイントを洗い出し</a:t>
            </a:r>
          </a:p>
        </p:txBody>
      </p:sp>
      <p:sp>
        <p:nvSpPr>
          <p:cNvPr id="16" name="正方形/長方形 15">
            <a:extLst>
              <a:ext uri="{FF2B5EF4-FFF2-40B4-BE49-F238E27FC236}">
                <a16:creationId xmlns:a16="http://schemas.microsoft.com/office/drawing/2014/main" id="{97629124-8441-7B18-086B-AF876B51E4DC}"/>
              </a:ext>
            </a:extLst>
          </p:cNvPr>
          <p:cNvSpPr/>
          <p:nvPr/>
        </p:nvSpPr>
        <p:spPr>
          <a:xfrm>
            <a:off x="1560204" y="3264011"/>
            <a:ext cx="2325996" cy="736204"/>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400" dirty="0">
                <a:solidFill>
                  <a:schemeClr val="bg1"/>
                </a:solidFill>
                <a:latin typeface="BIZ UDPゴシック" panose="020B0400000000000000" pitchFamily="50" charset="-128"/>
                <a:ea typeface="BIZ UDPゴシック" panose="020B0400000000000000" pitchFamily="50" charset="-128"/>
              </a:rPr>
              <a:t>各タッチポイントでの顧客体験を分析</a:t>
            </a:r>
          </a:p>
        </p:txBody>
      </p:sp>
      <p:sp>
        <p:nvSpPr>
          <p:cNvPr id="17" name="正方形/長方形 16">
            <a:extLst>
              <a:ext uri="{FF2B5EF4-FFF2-40B4-BE49-F238E27FC236}">
                <a16:creationId xmlns:a16="http://schemas.microsoft.com/office/drawing/2014/main" id="{E33192E8-77BC-5994-EF9B-C8885A9ECF53}"/>
              </a:ext>
            </a:extLst>
          </p:cNvPr>
          <p:cNvSpPr/>
          <p:nvPr/>
        </p:nvSpPr>
        <p:spPr>
          <a:xfrm>
            <a:off x="1560204" y="4259860"/>
            <a:ext cx="2325996" cy="736204"/>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400" dirty="0">
                <a:solidFill>
                  <a:schemeClr val="bg1"/>
                </a:solidFill>
                <a:latin typeface="BIZ UDPゴシック" panose="020B0400000000000000" pitchFamily="50" charset="-128"/>
                <a:ea typeface="BIZ UDPゴシック" panose="020B0400000000000000" pitchFamily="50" charset="-128"/>
              </a:rPr>
              <a:t>ジャーニーマップを作製</a:t>
            </a:r>
          </a:p>
        </p:txBody>
      </p:sp>
      <p:sp>
        <p:nvSpPr>
          <p:cNvPr id="20" name="正方形/長方形 19">
            <a:extLst>
              <a:ext uri="{FF2B5EF4-FFF2-40B4-BE49-F238E27FC236}">
                <a16:creationId xmlns:a16="http://schemas.microsoft.com/office/drawing/2014/main" id="{82867914-EC07-C148-0090-E0C608A03DB2}"/>
              </a:ext>
            </a:extLst>
          </p:cNvPr>
          <p:cNvSpPr/>
          <p:nvPr/>
        </p:nvSpPr>
        <p:spPr>
          <a:xfrm>
            <a:off x="1560204" y="5255707"/>
            <a:ext cx="2325996" cy="736204"/>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400" dirty="0">
                <a:solidFill>
                  <a:schemeClr val="bg1"/>
                </a:solidFill>
                <a:latin typeface="BIZ UDPゴシック" panose="020B0400000000000000" pitchFamily="50" charset="-128"/>
                <a:ea typeface="BIZ UDPゴシック" panose="020B0400000000000000" pitchFamily="50" charset="-128"/>
              </a:rPr>
              <a:t>改善ポイントを特定</a:t>
            </a:r>
          </a:p>
        </p:txBody>
      </p:sp>
      <p:sp>
        <p:nvSpPr>
          <p:cNvPr id="21" name="正方形/長方形 20">
            <a:extLst>
              <a:ext uri="{FF2B5EF4-FFF2-40B4-BE49-F238E27FC236}">
                <a16:creationId xmlns:a16="http://schemas.microsoft.com/office/drawing/2014/main" id="{708D80F1-9B8E-2017-332C-1028323166A5}"/>
              </a:ext>
            </a:extLst>
          </p:cNvPr>
          <p:cNvSpPr/>
          <p:nvPr/>
        </p:nvSpPr>
        <p:spPr>
          <a:xfrm>
            <a:off x="4405744" y="1272314"/>
            <a:ext cx="7451291" cy="73620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marL="182563" indent="-182563">
              <a:buFont typeface="Arial" panose="020B0604020202020204" pitchFamily="34" charset="0"/>
              <a:buChar char="•"/>
            </a:pPr>
            <a:r>
              <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目的：顧客像を明確にして，行動やニーズに合ったジャーニーを設計</a:t>
            </a:r>
            <a:endParaRPr kumimoji="1"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方法：アンケート調査やデータ分析を通じて具体的な顧客像を作成</a:t>
            </a:r>
            <a:endPar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22" name="正方形/長方形 21">
            <a:extLst>
              <a:ext uri="{FF2B5EF4-FFF2-40B4-BE49-F238E27FC236}">
                <a16:creationId xmlns:a16="http://schemas.microsoft.com/office/drawing/2014/main" id="{B0B2E429-A23C-329A-F372-DC48E7B2D42C}"/>
              </a:ext>
            </a:extLst>
          </p:cNvPr>
          <p:cNvSpPr/>
          <p:nvPr/>
        </p:nvSpPr>
        <p:spPr>
          <a:xfrm>
            <a:off x="4405744" y="2268162"/>
            <a:ext cx="7451291" cy="73620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marL="182563" indent="-182563">
              <a:buFont typeface="Arial" panose="020B0604020202020204" pitchFamily="34" charset="0"/>
              <a:buChar char="•"/>
            </a:pPr>
            <a:r>
              <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目的：顧客がブランドや製品とどのように接触しているかを把握</a:t>
            </a:r>
            <a:endParaRPr kumimoji="1"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例：</a:t>
            </a: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SNS</a:t>
            </a: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広告 → 商品ページ → カスタマーサポート → 購入</a:t>
            </a:r>
            <a:endPar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23" name="正方形/長方形 22">
            <a:extLst>
              <a:ext uri="{FF2B5EF4-FFF2-40B4-BE49-F238E27FC236}">
                <a16:creationId xmlns:a16="http://schemas.microsoft.com/office/drawing/2014/main" id="{6C75EB3A-A2EE-3CD0-872B-8D1B68487264}"/>
              </a:ext>
            </a:extLst>
          </p:cNvPr>
          <p:cNvSpPr/>
          <p:nvPr/>
        </p:nvSpPr>
        <p:spPr>
          <a:xfrm>
            <a:off x="4405744" y="3264011"/>
            <a:ext cx="7451291" cy="73620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marL="182563" indent="-182563">
              <a:buFont typeface="Arial" panose="020B0604020202020204" pitchFamily="34" charset="0"/>
              <a:buChar char="•"/>
            </a:pP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質問例：</a:t>
            </a:r>
            <a:endPar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顧客は何を考え，感じているか？</a:t>
            </a:r>
            <a:endParaRPr kumimoji="1"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どのタッチポイントで課題や不満が発生しているか？</a:t>
            </a:r>
            <a:endPar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24" name="正方形/長方形 23">
            <a:extLst>
              <a:ext uri="{FF2B5EF4-FFF2-40B4-BE49-F238E27FC236}">
                <a16:creationId xmlns:a16="http://schemas.microsoft.com/office/drawing/2014/main" id="{FFB876ED-9BF1-9AB6-F6B2-92DBDDDE975D}"/>
              </a:ext>
            </a:extLst>
          </p:cNvPr>
          <p:cNvSpPr/>
          <p:nvPr/>
        </p:nvSpPr>
        <p:spPr>
          <a:xfrm>
            <a:off x="4405744" y="4259860"/>
            <a:ext cx="7451291" cy="73620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marL="182563" indent="-182563">
              <a:buFont typeface="Arial" panose="020B0604020202020204" pitchFamily="34" charset="0"/>
              <a:buChar char="•"/>
            </a:pPr>
            <a:r>
              <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ステップ：</a:t>
            </a:r>
            <a:endParaRPr kumimoji="1"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marL="358775" indent="-176213">
              <a:buFont typeface="+mj-ea"/>
              <a:buAutoNum type="circleNumDbPlain"/>
            </a:pP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認知 → 興味 → 検討 → 購入 → リピートの流れを図解化</a:t>
            </a:r>
            <a:endPar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marL="358775" indent="-176213">
              <a:buFont typeface="+mj-ea"/>
              <a:buAutoNum type="circleNumDbPlain"/>
            </a:pPr>
            <a:r>
              <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各課題での顧客行動，感情，課題を記入</a:t>
            </a:r>
          </a:p>
        </p:txBody>
      </p:sp>
      <p:sp>
        <p:nvSpPr>
          <p:cNvPr id="25" name="正方形/長方形 24">
            <a:extLst>
              <a:ext uri="{FF2B5EF4-FFF2-40B4-BE49-F238E27FC236}">
                <a16:creationId xmlns:a16="http://schemas.microsoft.com/office/drawing/2014/main" id="{C7DDC8C5-4BBD-8071-37FD-92E36917B670}"/>
              </a:ext>
            </a:extLst>
          </p:cNvPr>
          <p:cNvSpPr/>
          <p:nvPr/>
        </p:nvSpPr>
        <p:spPr>
          <a:xfrm>
            <a:off x="4405744" y="5255707"/>
            <a:ext cx="7451291" cy="73620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r>
              <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方法：</a:t>
            </a:r>
            <a:endParaRPr kumimoji="1"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r>
              <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各タッチポイントでの課題をもとに優先順位をつけた改善策を検討</a:t>
            </a:r>
          </a:p>
        </p:txBody>
      </p:sp>
      <p:sp>
        <p:nvSpPr>
          <p:cNvPr id="26" name="矢印: 五方向 25">
            <a:extLst>
              <a:ext uri="{FF2B5EF4-FFF2-40B4-BE49-F238E27FC236}">
                <a16:creationId xmlns:a16="http://schemas.microsoft.com/office/drawing/2014/main" id="{D8A1EECC-FDAC-736B-4E19-1C82EAC2C05E}"/>
              </a:ext>
            </a:extLst>
          </p:cNvPr>
          <p:cNvSpPr/>
          <p:nvPr/>
        </p:nvSpPr>
        <p:spPr>
          <a:xfrm rot="5400000">
            <a:off x="348020" y="1259257"/>
            <a:ext cx="736204" cy="762317"/>
          </a:xfrm>
          <a:prstGeom prst="homePlate">
            <a:avLst>
              <a:gd name="adj" fmla="val 28357"/>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lIns="0" tIns="0" rIns="0" bIns="0" rtlCol="0" anchor="t" anchorCtr="0"/>
          <a:lstStyle/>
          <a:p>
            <a:pPr algn="ctr"/>
            <a:r>
              <a:rPr lang="ja-JP" altLang="en-US" sz="1400" dirty="0">
                <a:solidFill>
                  <a:schemeClr val="tx1"/>
                </a:solidFill>
                <a:latin typeface="BIZ UDPゴシック" panose="020B0400000000000000" pitchFamily="50" charset="-128"/>
                <a:ea typeface="BIZ UDPゴシック" panose="020B0400000000000000" pitchFamily="50" charset="-128"/>
              </a:rPr>
              <a:t>ステップ</a:t>
            </a:r>
            <a:r>
              <a:rPr lang="en-US" altLang="ja-JP" sz="1400" dirty="0">
                <a:solidFill>
                  <a:schemeClr val="tx1"/>
                </a:solidFill>
                <a:latin typeface="BIZ UDPゴシック" panose="020B0400000000000000" pitchFamily="50" charset="-128"/>
                <a:ea typeface="BIZ UDPゴシック" panose="020B0400000000000000" pitchFamily="50" charset="-128"/>
              </a:rPr>
              <a:t>1</a:t>
            </a:r>
            <a:endParaRPr kumimoji="1" lang="ja-JP" altLang="en-US" sz="1400" dirty="0">
              <a:solidFill>
                <a:schemeClr val="tx1"/>
              </a:solidFill>
              <a:latin typeface="BIZ UDPゴシック" panose="020B0400000000000000" pitchFamily="50" charset="-128"/>
              <a:ea typeface="BIZ UDPゴシック" panose="020B0400000000000000" pitchFamily="50" charset="-128"/>
            </a:endParaRPr>
          </a:p>
        </p:txBody>
      </p:sp>
      <p:sp>
        <p:nvSpPr>
          <p:cNvPr id="27" name="矢印: 五方向 26">
            <a:extLst>
              <a:ext uri="{FF2B5EF4-FFF2-40B4-BE49-F238E27FC236}">
                <a16:creationId xmlns:a16="http://schemas.microsoft.com/office/drawing/2014/main" id="{29A91773-2D11-8C88-03E2-D5D3AD19762C}"/>
              </a:ext>
            </a:extLst>
          </p:cNvPr>
          <p:cNvSpPr/>
          <p:nvPr/>
        </p:nvSpPr>
        <p:spPr>
          <a:xfrm rot="5400000">
            <a:off x="348020" y="2255106"/>
            <a:ext cx="736204" cy="762317"/>
          </a:xfrm>
          <a:prstGeom prst="homePlate">
            <a:avLst>
              <a:gd name="adj" fmla="val 28357"/>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lIns="0" tIns="0" rIns="0" bIns="0" rtlCol="0" anchor="t" anchorCtr="0"/>
          <a:lstStyle/>
          <a:p>
            <a:pPr algn="ctr"/>
            <a:r>
              <a:rPr lang="ja-JP" altLang="en-US" sz="1400" dirty="0">
                <a:solidFill>
                  <a:schemeClr val="tx1"/>
                </a:solidFill>
                <a:latin typeface="BIZ UDPゴシック" panose="020B0400000000000000" pitchFamily="50" charset="-128"/>
                <a:ea typeface="BIZ UDPゴシック" panose="020B0400000000000000" pitchFamily="50" charset="-128"/>
              </a:rPr>
              <a:t>ステップ</a:t>
            </a:r>
            <a:r>
              <a:rPr lang="en-US" altLang="ja-JP" sz="1400" dirty="0">
                <a:solidFill>
                  <a:schemeClr val="tx1"/>
                </a:solidFill>
                <a:latin typeface="BIZ UDPゴシック" panose="020B0400000000000000" pitchFamily="50" charset="-128"/>
                <a:ea typeface="BIZ UDPゴシック" panose="020B0400000000000000" pitchFamily="50" charset="-128"/>
              </a:rPr>
              <a:t>2</a:t>
            </a:r>
            <a:endParaRPr kumimoji="1" lang="ja-JP" altLang="en-US" sz="1400" dirty="0">
              <a:solidFill>
                <a:schemeClr val="tx1"/>
              </a:solidFill>
              <a:latin typeface="BIZ UDPゴシック" panose="020B0400000000000000" pitchFamily="50" charset="-128"/>
              <a:ea typeface="BIZ UDPゴシック" panose="020B0400000000000000" pitchFamily="50" charset="-128"/>
            </a:endParaRPr>
          </a:p>
        </p:txBody>
      </p:sp>
      <p:sp>
        <p:nvSpPr>
          <p:cNvPr id="28" name="矢印: 五方向 27">
            <a:extLst>
              <a:ext uri="{FF2B5EF4-FFF2-40B4-BE49-F238E27FC236}">
                <a16:creationId xmlns:a16="http://schemas.microsoft.com/office/drawing/2014/main" id="{8FA61F2E-9B81-7151-4268-FAC473392708}"/>
              </a:ext>
            </a:extLst>
          </p:cNvPr>
          <p:cNvSpPr/>
          <p:nvPr/>
        </p:nvSpPr>
        <p:spPr>
          <a:xfrm rot="5400000">
            <a:off x="348020" y="3250955"/>
            <a:ext cx="736204" cy="762317"/>
          </a:xfrm>
          <a:prstGeom prst="homePlate">
            <a:avLst>
              <a:gd name="adj" fmla="val 28357"/>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lIns="0" tIns="0" rIns="0" bIns="0" rtlCol="0" anchor="t" anchorCtr="0"/>
          <a:lstStyle/>
          <a:p>
            <a:pPr algn="ctr"/>
            <a:r>
              <a:rPr lang="ja-JP" altLang="en-US" sz="1400" dirty="0">
                <a:solidFill>
                  <a:schemeClr val="tx1"/>
                </a:solidFill>
                <a:latin typeface="BIZ UDPゴシック" panose="020B0400000000000000" pitchFamily="50" charset="-128"/>
                <a:ea typeface="BIZ UDPゴシック" panose="020B0400000000000000" pitchFamily="50" charset="-128"/>
              </a:rPr>
              <a:t>ステップ</a:t>
            </a:r>
            <a:r>
              <a:rPr lang="en-US" altLang="ja-JP" sz="1400" dirty="0">
                <a:solidFill>
                  <a:schemeClr val="tx1"/>
                </a:solidFill>
                <a:latin typeface="BIZ UDPゴシック" panose="020B0400000000000000" pitchFamily="50" charset="-128"/>
                <a:ea typeface="BIZ UDPゴシック" panose="020B0400000000000000" pitchFamily="50" charset="-128"/>
              </a:rPr>
              <a:t>3</a:t>
            </a:r>
            <a:endParaRPr kumimoji="1" lang="ja-JP" altLang="en-US" sz="1400" dirty="0">
              <a:solidFill>
                <a:schemeClr val="tx1"/>
              </a:solidFill>
              <a:latin typeface="BIZ UDPゴシック" panose="020B0400000000000000" pitchFamily="50" charset="-128"/>
              <a:ea typeface="BIZ UDPゴシック" panose="020B0400000000000000" pitchFamily="50" charset="-128"/>
            </a:endParaRPr>
          </a:p>
        </p:txBody>
      </p:sp>
      <p:sp>
        <p:nvSpPr>
          <p:cNvPr id="29" name="矢印: 五方向 28">
            <a:extLst>
              <a:ext uri="{FF2B5EF4-FFF2-40B4-BE49-F238E27FC236}">
                <a16:creationId xmlns:a16="http://schemas.microsoft.com/office/drawing/2014/main" id="{7E52E331-6758-0B1A-D29C-AE081A2B29F6}"/>
              </a:ext>
            </a:extLst>
          </p:cNvPr>
          <p:cNvSpPr/>
          <p:nvPr/>
        </p:nvSpPr>
        <p:spPr>
          <a:xfrm rot="5400000">
            <a:off x="348020" y="4246804"/>
            <a:ext cx="736204" cy="762317"/>
          </a:xfrm>
          <a:prstGeom prst="homePlate">
            <a:avLst>
              <a:gd name="adj" fmla="val 28357"/>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lIns="0" tIns="0" rIns="0" bIns="0" rtlCol="0" anchor="t" anchorCtr="0"/>
          <a:lstStyle/>
          <a:p>
            <a:pPr algn="ctr"/>
            <a:r>
              <a:rPr lang="ja-JP" altLang="en-US" sz="1400" dirty="0">
                <a:solidFill>
                  <a:schemeClr val="tx1"/>
                </a:solidFill>
                <a:latin typeface="BIZ UDPゴシック" panose="020B0400000000000000" pitchFamily="50" charset="-128"/>
                <a:ea typeface="BIZ UDPゴシック" panose="020B0400000000000000" pitchFamily="50" charset="-128"/>
              </a:rPr>
              <a:t>ステップ</a:t>
            </a:r>
            <a:r>
              <a:rPr lang="en-US" altLang="ja-JP" sz="1400" dirty="0">
                <a:solidFill>
                  <a:schemeClr val="tx1"/>
                </a:solidFill>
                <a:latin typeface="BIZ UDPゴシック" panose="020B0400000000000000" pitchFamily="50" charset="-128"/>
                <a:ea typeface="BIZ UDPゴシック" panose="020B0400000000000000" pitchFamily="50" charset="-128"/>
              </a:rPr>
              <a:t>4</a:t>
            </a:r>
            <a:endParaRPr kumimoji="1" lang="ja-JP" altLang="en-US" sz="1400" dirty="0">
              <a:solidFill>
                <a:schemeClr val="tx1"/>
              </a:solidFill>
              <a:latin typeface="BIZ UDPゴシック" panose="020B0400000000000000" pitchFamily="50" charset="-128"/>
              <a:ea typeface="BIZ UDPゴシック" panose="020B0400000000000000" pitchFamily="50" charset="-128"/>
            </a:endParaRPr>
          </a:p>
        </p:txBody>
      </p:sp>
      <p:sp>
        <p:nvSpPr>
          <p:cNvPr id="30" name="矢印: 五方向 29">
            <a:extLst>
              <a:ext uri="{FF2B5EF4-FFF2-40B4-BE49-F238E27FC236}">
                <a16:creationId xmlns:a16="http://schemas.microsoft.com/office/drawing/2014/main" id="{89B9479D-BED8-89CF-C13E-49F8D5F21324}"/>
              </a:ext>
            </a:extLst>
          </p:cNvPr>
          <p:cNvSpPr/>
          <p:nvPr/>
        </p:nvSpPr>
        <p:spPr>
          <a:xfrm rot="5400000">
            <a:off x="348020" y="5242651"/>
            <a:ext cx="736204" cy="762317"/>
          </a:xfrm>
          <a:prstGeom prst="homePlate">
            <a:avLst>
              <a:gd name="adj" fmla="val 28357"/>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lIns="0" tIns="0" rIns="0" bIns="0" rtlCol="0" anchor="t" anchorCtr="0"/>
          <a:lstStyle/>
          <a:p>
            <a:pPr algn="ctr"/>
            <a:r>
              <a:rPr lang="ja-JP" altLang="en-US" sz="1400" dirty="0">
                <a:solidFill>
                  <a:schemeClr val="tx1"/>
                </a:solidFill>
                <a:latin typeface="BIZ UDPゴシック" panose="020B0400000000000000" pitchFamily="50" charset="-128"/>
                <a:ea typeface="BIZ UDPゴシック" panose="020B0400000000000000" pitchFamily="50" charset="-128"/>
              </a:rPr>
              <a:t>ステップ</a:t>
            </a:r>
            <a:r>
              <a:rPr lang="en-US" altLang="ja-JP" sz="1400" dirty="0">
                <a:solidFill>
                  <a:schemeClr val="tx1"/>
                </a:solidFill>
                <a:latin typeface="BIZ UDPゴシック" panose="020B0400000000000000" pitchFamily="50" charset="-128"/>
                <a:ea typeface="BIZ UDPゴシック" panose="020B0400000000000000" pitchFamily="50" charset="-128"/>
              </a:rPr>
              <a:t>5</a:t>
            </a:r>
            <a:endParaRPr kumimoji="1" lang="ja-JP" altLang="en-US" sz="1400" dirty="0">
              <a:solidFill>
                <a:schemeClr val="tx1"/>
              </a:solidFill>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30141503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BCC0EC7-B18F-47AB-4B3E-CDDD2A65A74A}"/>
              </a:ext>
            </a:extLst>
          </p:cNvPr>
          <p:cNvSpPr>
            <a:spLocks noGrp="1"/>
          </p:cNvSpPr>
          <p:nvPr>
            <p:ph type="title"/>
          </p:nvPr>
        </p:nvSpPr>
        <p:spPr/>
        <p:txBody>
          <a:bodyPr/>
          <a:lstStyle/>
          <a:p>
            <a:r>
              <a:rPr lang="ja-JP" altLang="en-US" dirty="0"/>
              <a:t>新たなライフスタイルを構築した社会イメージ実現に向けた検討ステップ</a:t>
            </a:r>
            <a:endParaRPr kumimoji="1" lang="ja-JP" altLang="en-US" dirty="0"/>
          </a:p>
        </p:txBody>
      </p:sp>
      <p:sp>
        <p:nvSpPr>
          <p:cNvPr id="3" name="フッター プレースホルダー 2">
            <a:extLst>
              <a:ext uri="{FF2B5EF4-FFF2-40B4-BE49-F238E27FC236}">
                <a16:creationId xmlns:a16="http://schemas.microsoft.com/office/drawing/2014/main" id="{36255300-E25F-610B-D49F-08FE78FEE777}"/>
              </a:ext>
            </a:extLst>
          </p:cNvPr>
          <p:cNvSpPr>
            <a:spLocks noGrp="1"/>
          </p:cNvSpPr>
          <p:nvPr>
            <p:ph type="ftr" sz="quarter" idx="11"/>
          </p:nvPr>
        </p:nvSpPr>
        <p:spPr/>
        <p:txBody>
          <a:bodyPr/>
          <a:lstStyle/>
          <a:p>
            <a:r>
              <a:rPr lang="ja-JP" altLang="en-US"/>
              <a:t>出所：</a:t>
            </a:r>
            <a:endParaRPr lang="ja-JP" altLang="en-US" sz="900" dirty="0"/>
          </a:p>
        </p:txBody>
      </p:sp>
      <p:sp>
        <p:nvSpPr>
          <p:cNvPr id="4" name="スライド番号プレースホルダー 3">
            <a:extLst>
              <a:ext uri="{FF2B5EF4-FFF2-40B4-BE49-F238E27FC236}">
                <a16:creationId xmlns:a16="http://schemas.microsoft.com/office/drawing/2014/main" id="{8E2A3580-0F48-E4DF-8F9C-5F961BAEC8F4}"/>
              </a:ext>
            </a:extLst>
          </p:cNvPr>
          <p:cNvSpPr>
            <a:spLocks noGrp="1"/>
          </p:cNvSpPr>
          <p:nvPr>
            <p:ph type="sldNum" sz="quarter" idx="12"/>
          </p:nvPr>
        </p:nvSpPr>
        <p:spPr/>
        <p:txBody>
          <a:bodyPr/>
          <a:lstStyle/>
          <a:p>
            <a:fld id="{DCB5AA93-092B-49A1-87A7-3C88D5F38AD7}" type="slidenum">
              <a:rPr lang="ja-JP" altLang="en-US" smtClean="0"/>
              <a:pPr/>
              <a:t>18</a:t>
            </a:fld>
            <a:endParaRPr lang="ja-JP" altLang="en-US" sz="900" dirty="0"/>
          </a:p>
        </p:txBody>
      </p:sp>
      <p:sp>
        <p:nvSpPr>
          <p:cNvPr id="5" name="テキスト プレースホルダー 4">
            <a:extLst>
              <a:ext uri="{FF2B5EF4-FFF2-40B4-BE49-F238E27FC236}">
                <a16:creationId xmlns:a16="http://schemas.microsoft.com/office/drawing/2014/main" id="{FDCE547D-D5F7-AD67-DDBF-FB5E84F9A18A}"/>
              </a:ext>
            </a:extLst>
          </p:cNvPr>
          <p:cNvSpPr>
            <a:spLocks noGrp="1"/>
          </p:cNvSpPr>
          <p:nvPr>
            <p:ph type="body" sz="quarter" idx="13"/>
          </p:nvPr>
        </p:nvSpPr>
        <p:spPr/>
        <p:txBody>
          <a:bodyPr/>
          <a:lstStyle/>
          <a:p>
            <a:endParaRPr kumimoji="1" lang="ja-JP" altLang="en-US"/>
          </a:p>
        </p:txBody>
      </p:sp>
      <p:sp>
        <p:nvSpPr>
          <p:cNvPr id="6" name="テキスト ボックス 5">
            <a:extLst>
              <a:ext uri="{FF2B5EF4-FFF2-40B4-BE49-F238E27FC236}">
                <a16:creationId xmlns:a16="http://schemas.microsoft.com/office/drawing/2014/main" id="{CFBB7EF3-6408-763C-611D-2EFEC7C32016}"/>
              </a:ext>
            </a:extLst>
          </p:cNvPr>
          <p:cNvSpPr txBox="1"/>
          <p:nvPr/>
        </p:nvSpPr>
        <p:spPr>
          <a:xfrm>
            <a:off x="334963" y="1268412"/>
            <a:ext cx="2680265" cy="3019107"/>
          </a:xfrm>
          <a:prstGeom prst="rect">
            <a:avLst/>
          </a:prstGeom>
          <a:noFill/>
        </p:spPr>
        <p:txBody>
          <a:bodyPr wrap="square" lIns="0" tIns="0" rIns="0" bIns="0" rtlCol="0" anchor="t" anchorCtr="0">
            <a:noAutofit/>
          </a:bodyPr>
          <a:lstStyle/>
          <a:p>
            <a:pPr algn="l"/>
            <a:r>
              <a:rPr lang="ja-JP" altLang="en-US" u="sng" dirty="0">
                <a:latin typeface="BIZ UDPゴシック" panose="020B0400000000000000" pitchFamily="50" charset="-128"/>
                <a:ea typeface="BIZ UDPゴシック" panose="020B0400000000000000" pitchFamily="50" charset="-128"/>
              </a:rPr>
              <a:t>仮説出し</a:t>
            </a:r>
            <a:endParaRPr lang="en-US" altLang="ja-JP" u="sng" dirty="0">
              <a:latin typeface="BIZ UDPゴシック" panose="020B0400000000000000" pitchFamily="50" charset="-128"/>
              <a:ea typeface="BIZ UDPゴシック" panose="020B0400000000000000" pitchFamily="50" charset="-128"/>
            </a:endParaRPr>
          </a:p>
          <a:p>
            <a:pPr algn="l"/>
            <a:endParaRPr kumimoji="1" lang="en-US" altLang="ja-JP" u="sng" dirty="0">
              <a:latin typeface="BIZ UDPゴシック" panose="020B0400000000000000" pitchFamily="50" charset="-128"/>
              <a:ea typeface="BIZ UDPゴシック" panose="020B0400000000000000" pitchFamily="50" charset="-128"/>
            </a:endParaRPr>
          </a:p>
          <a:p>
            <a:r>
              <a:rPr lang="ja-JP" altLang="en-US" sz="1400" b="1" dirty="0">
                <a:solidFill>
                  <a:srgbClr val="0070C0"/>
                </a:solidFill>
                <a:latin typeface="BIZ UDPゴシック" panose="020B0400000000000000" pitchFamily="50" charset="-128"/>
                <a:ea typeface="BIZ UDPゴシック" panose="020B0400000000000000" pitchFamily="50" charset="-128"/>
              </a:rPr>
              <a:t>あるべき姿の仮説と論点設定</a:t>
            </a:r>
            <a:endParaRPr lang="en-US" altLang="ja-JP" sz="1400" b="1" dirty="0">
              <a:solidFill>
                <a:srgbClr val="0070C0"/>
              </a:solidFill>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lang="en-US" altLang="ja-JP" sz="1400" dirty="0">
                <a:latin typeface="BIZ UDPゴシック" panose="020B0400000000000000" pitchFamily="50" charset="-128"/>
                <a:ea typeface="BIZ UDPゴシック" panose="020B0400000000000000" pitchFamily="50" charset="-128"/>
              </a:rPr>
              <a:t>PHR</a:t>
            </a:r>
            <a:r>
              <a:rPr lang="ja-JP" altLang="en-US" sz="1400" dirty="0">
                <a:latin typeface="BIZ UDPゴシック" panose="020B0400000000000000" pitchFamily="50" charset="-128"/>
                <a:ea typeface="BIZ UDPゴシック" panose="020B0400000000000000" pitchFamily="50" charset="-128"/>
              </a:rPr>
              <a:t>利活用によって実現される新たなライフスタイルの社会イメージ</a:t>
            </a:r>
            <a:endParaRPr lang="en-US" altLang="ja-JP" sz="1400" dirty="0">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成立に必要な要件と説くべき論点</a:t>
            </a:r>
          </a:p>
          <a:p>
            <a:pPr algn="l"/>
            <a:endParaRPr kumimoji="1" lang="ja-JP" altLang="en-US" u="sng" dirty="0">
              <a:latin typeface="BIZ UDPゴシック" panose="020B0400000000000000" pitchFamily="50" charset="-128"/>
              <a:ea typeface="BIZ UDPゴシック" panose="020B0400000000000000" pitchFamily="50" charset="-128"/>
            </a:endParaRPr>
          </a:p>
        </p:txBody>
      </p:sp>
      <p:sp>
        <p:nvSpPr>
          <p:cNvPr id="23" name="テキスト ボックス 22">
            <a:extLst>
              <a:ext uri="{FF2B5EF4-FFF2-40B4-BE49-F238E27FC236}">
                <a16:creationId xmlns:a16="http://schemas.microsoft.com/office/drawing/2014/main" id="{9FD6EF6D-DD02-79FF-EE4F-44A437CC9F73}"/>
              </a:ext>
            </a:extLst>
          </p:cNvPr>
          <p:cNvSpPr txBox="1"/>
          <p:nvPr/>
        </p:nvSpPr>
        <p:spPr>
          <a:xfrm>
            <a:off x="3218517" y="1268412"/>
            <a:ext cx="2680265" cy="3019107"/>
          </a:xfrm>
          <a:prstGeom prst="rect">
            <a:avLst/>
          </a:prstGeom>
          <a:noFill/>
        </p:spPr>
        <p:txBody>
          <a:bodyPr wrap="square" lIns="0" tIns="0" rIns="0" bIns="0" rtlCol="0" anchor="t" anchorCtr="0">
            <a:noAutofit/>
          </a:bodyPr>
          <a:lstStyle/>
          <a:p>
            <a:pPr algn="l"/>
            <a:r>
              <a:rPr lang="ja-JP" altLang="en-US" u="sng" dirty="0">
                <a:latin typeface="BIZ UDPゴシック" panose="020B0400000000000000" pitchFamily="50" charset="-128"/>
                <a:ea typeface="BIZ UDPゴシック" panose="020B0400000000000000" pitchFamily="50" charset="-128"/>
              </a:rPr>
              <a:t>調査</a:t>
            </a:r>
            <a:endParaRPr lang="en-US" altLang="ja-JP" u="sng" dirty="0">
              <a:latin typeface="BIZ UDPゴシック" panose="020B0400000000000000" pitchFamily="50" charset="-128"/>
              <a:ea typeface="BIZ UDPゴシック" panose="020B0400000000000000" pitchFamily="50" charset="-128"/>
            </a:endParaRPr>
          </a:p>
          <a:p>
            <a:pPr algn="l"/>
            <a:endParaRPr kumimoji="1" lang="en-US" altLang="ja-JP" u="sng" dirty="0">
              <a:latin typeface="BIZ UDPゴシック" panose="020B0400000000000000" pitchFamily="50" charset="-128"/>
              <a:ea typeface="BIZ UDPゴシック" panose="020B0400000000000000" pitchFamily="50" charset="-128"/>
            </a:endParaRPr>
          </a:p>
          <a:p>
            <a:r>
              <a:rPr lang="ja-JP" altLang="en-US" sz="1400" b="1" dirty="0">
                <a:solidFill>
                  <a:srgbClr val="0070C0"/>
                </a:solidFill>
                <a:latin typeface="BIZ UDPゴシック" panose="020B0400000000000000" pitchFamily="50" charset="-128"/>
                <a:ea typeface="BIZ UDPゴシック" panose="020B0400000000000000" pitchFamily="50" charset="-128"/>
              </a:rPr>
              <a:t>机上調査</a:t>
            </a:r>
            <a:endParaRPr lang="en-US" altLang="ja-JP" sz="1400" b="1" dirty="0">
              <a:solidFill>
                <a:srgbClr val="0070C0"/>
              </a:solidFill>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国内外の</a:t>
            </a:r>
            <a:r>
              <a:rPr lang="en-US" altLang="ja-JP" sz="1400" dirty="0">
                <a:latin typeface="BIZ UDPゴシック" panose="020B0400000000000000" pitchFamily="50" charset="-128"/>
                <a:ea typeface="BIZ UDPゴシック" panose="020B0400000000000000" pitchFamily="50" charset="-128"/>
              </a:rPr>
              <a:t>PHR</a:t>
            </a:r>
            <a:r>
              <a:rPr lang="ja-JP" altLang="en-US" sz="1400" dirty="0">
                <a:latin typeface="BIZ UDPゴシック" panose="020B0400000000000000" pitchFamily="50" charset="-128"/>
                <a:ea typeface="BIZ UDPゴシック" panose="020B0400000000000000" pitchFamily="50" charset="-128"/>
              </a:rPr>
              <a:t>ユースケース</a:t>
            </a:r>
            <a:endParaRPr lang="en-US" altLang="ja-JP" sz="1400" dirty="0">
              <a:latin typeface="BIZ UDPゴシック" panose="020B0400000000000000" pitchFamily="50" charset="-128"/>
              <a:ea typeface="BIZ UDPゴシック" panose="020B0400000000000000" pitchFamily="50" charset="-128"/>
            </a:endParaRPr>
          </a:p>
          <a:p>
            <a:pPr marL="285750" indent="-285750">
              <a:buFont typeface="Arial" panose="020B0604020202020204" pitchFamily="34" charset="0"/>
              <a:buChar char="•"/>
            </a:pPr>
            <a:endParaRPr lang="en-US" altLang="ja-JP" sz="1400" dirty="0">
              <a:latin typeface="BIZ UDPゴシック" panose="020B0400000000000000" pitchFamily="50" charset="-128"/>
              <a:ea typeface="BIZ UDPゴシック" panose="020B0400000000000000" pitchFamily="50" charset="-128"/>
            </a:endParaRPr>
          </a:p>
          <a:p>
            <a:r>
              <a:rPr lang="ja-JP" altLang="en-US" sz="1400" b="1" dirty="0">
                <a:solidFill>
                  <a:schemeClr val="accent3"/>
                </a:solidFill>
                <a:latin typeface="BIZ UDPゴシック" panose="020B0400000000000000" pitchFamily="50" charset="-128"/>
                <a:ea typeface="BIZ UDPゴシック" panose="020B0400000000000000" pitchFamily="50" charset="-128"/>
              </a:rPr>
              <a:t>アンケート・インタビュー</a:t>
            </a:r>
            <a:endParaRPr lang="en-US" altLang="ja-JP" sz="1400" b="1" dirty="0">
              <a:solidFill>
                <a:schemeClr val="accent3"/>
              </a:solidFill>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国内</a:t>
            </a:r>
            <a:r>
              <a:rPr lang="en-US" altLang="ja-JP" sz="1400" dirty="0">
                <a:latin typeface="BIZ UDPゴシック" panose="020B0400000000000000" pitchFamily="50" charset="-128"/>
                <a:ea typeface="BIZ UDPゴシック" panose="020B0400000000000000" pitchFamily="50" charset="-128"/>
              </a:rPr>
              <a:t>PHR</a:t>
            </a:r>
            <a:r>
              <a:rPr lang="ja-JP" altLang="en-US" sz="1400" dirty="0">
                <a:latin typeface="BIZ UDPゴシック" panose="020B0400000000000000" pitchFamily="50" charset="-128"/>
                <a:ea typeface="BIZ UDPゴシック" panose="020B0400000000000000" pitchFamily="50" charset="-128"/>
              </a:rPr>
              <a:t>事業者ヒアリング</a:t>
            </a:r>
            <a:endParaRPr lang="en-US" altLang="ja-JP" sz="1400" dirty="0">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医師アンケート</a:t>
            </a:r>
            <a:endParaRPr lang="en-US" altLang="ja-JP" sz="1400" dirty="0">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lang="en-US" altLang="ja-JP" sz="1400" dirty="0">
                <a:latin typeface="BIZ UDPゴシック" panose="020B0400000000000000" pitchFamily="50" charset="-128"/>
                <a:ea typeface="BIZ UDPゴシック" panose="020B0400000000000000" pitchFamily="50" charset="-128"/>
              </a:rPr>
              <a:t>BCG</a:t>
            </a:r>
            <a:r>
              <a:rPr lang="ja-JP" altLang="en-US" sz="1400" dirty="0">
                <a:latin typeface="BIZ UDPゴシック" panose="020B0400000000000000" pitchFamily="50" charset="-128"/>
                <a:ea typeface="BIZ UDPゴシック" panose="020B0400000000000000" pitchFamily="50" charset="-128"/>
              </a:rPr>
              <a:t>エキスパートアンケート</a:t>
            </a:r>
          </a:p>
          <a:p>
            <a:pPr algn="l"/>
            <a:endParaRPr kumimoji="1" lang="ja-JP" altLang="en-US" u="sng" dirty="0">
              <a:latin typeface="BIZ UDPゴシック" panose="020B0400000000000000" pitchFamily="50" charset="-128"/>
              <a:ea typeface="BIZ UDPゴシック" panose="020B0400000000000000" pitchFamily="50" charset="-128"/>
            </a:endParaRPr>
          </a:p>
        </p:txBody>
      </p:sp>
      <p:sp>
        <p:nvSpPr>
          <p:cNvPr id="24" name="テキスト ボックス 23">
            <a:extLst>
              <a:ext uri="{FF2B5EF4-FFF2-40B4-BE49-F238E27FC236}">
                <a16:creationId xmlns:a16="http://schemas.microsoft.com/office/drawing/2014/main" id="{5F60DAB9-A55A-97B0-C47D-2B9D774DE50C}"/>
              </a:ext>
            </a:extLst>
          </p:cNvPr>
          <p:cNvSpPr txBox="1"/>
          <p:nvPr/>
        </p:nvSpPr>
        <p:spPr>
          <a:xfrm>
            <a:off x="6293220" y="1268412"/>
            <a:ext cx="2680265" cy="3019107"/>
          </a:xfrm>
          <a:prstGeom prst="rect">
            <a:avLst/>
          </a:prstGeom>
          <a:noFill/>
        </p:spPr>
        <p:txBody>
          <a:bodyPr wrap="square" lIns="0" tIns="0" rIns="0" bIns="0" rtlCol="0" anchor="t" anchorCtr="0">
            <a:noAutofit/>
          </a:bodyPr>
          <a:lstStyle/>
          <a:p>
            <a:r>
              <a:rPr lang="ja-JP" altLang="en-US" u="sng" dirty="0">
                <a:latin typeface="BIZ UDPゴシック" panose="020B0400000000000000" pitchFamily="50" charset="-128"/>
                <a:ea typeface="BIZ UDPゴシック" panose="020B0400000000000000" pitchFamily="50" charset="-128"/>
              </a:rPr>
              <a:t>検証・分析</a:t>
            </a:r>
          </a:p>
          <a:p>
            <a:pPr algn="l"/>
            <a:endParaRPr kumimoji="1" lang="en-US" altLang="ja-JP" u="sng" dirty="0">
              <a:latin typeface="BIZ UDPゴシック" panose="020B0400000000000000" pitchFamily="50" charset="-128"/>
              <a:ea typeface="BIZ UDPゴシック" panose="020B0400000000000000" pitchFamily="50" charset="-128"/>
            </a:endParaRPr>
          </a:p>
          <a:p>
            <a:r>
              <a:rPr lang="ja-JP" altLang="en-US" sz="1400" b="1" dirty="0">
                <a:solidFill>
                  <a:srgbClr val="0070C0"/>
                </a:solidFill>
                <a:latin typeface="BIZ UDPゴシック" panose="020B0400000000000000" pitchFamily="50" charset="-128"/>
                <a:ea typeface="BIZ UDPゴシック" panose="020B0400000000000000" pitchFamily="50" charset="-128"/>
              </a:rPr>
              <a:t>目指すべき姿</a:t>
            </a:r>
            <a:endParaRPr lang="en-US" altLang="ja-JP" sz="1400" b="1" dirty="0">
              <a:solidFill>
                <a:srgbClr val="0070C0"/>
              </a:solidFill>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利用者ニーズや課題を踏まえた</a:t>
            </a:r>
            <a:r>
              <a:rPr lang="en-US" altLang="ja-JP" sz="1400" dirty="0">
                <a:latin typeface="BIZ UDPゴシック" panose="020B0400000000000000" pitchFamily="50" charset="-128"/>
                <a:ea typeface="BIZ UDPゴシック" panose="020B0400000000000000" pitchFamily="50" charset="-128"/>
              </a:rPr>
              <a:t>PHR</a:t>
            </a:r>
            <a:r>
              <a:rPr lang="ja-JP" altLang="en-US" sz="1400" dirty="0">
                <a:latin typeface="BIZ UDPゴシック" panose="020B0400000000000000" pitchFamily="50" charset="-128"/>
                <a:ea typeface="BIZ UDPゴシック" panose="020B0400000000000000" pitchFamily="50" charset="-128"/>
              </a:rPr>
              <a:t>事業の将来像</a:t>
            </a:r>
            <a:endParaRPr lang="en-US" altLang="ja-JP" sz="1400" dirty="0">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endParaRPr lang="en-US" altLang="ja-JP" sz="1400" dirty="0">
              <a:latin typeface="BIZ UDPゴシック" panose="020B0400000000000000" pitchFamily="50" charset="-128"/>
              <a:ea typeface="BIZ UDPゴシック" panose="020B0400000000000000" pitchFamily="50" charset="-128"/>
            </a:endParaRPr>
          </a:p>
          <a:p>
            <a:r>
              <a:rPr lang="ja-JP" altLang="en-US" sz="1400" b="1" dirty="0">
                <a:solidFill>
                  <a:srgbClr val="0070C0"/>
                </a:solidFill>
                <a:latin typeface="BIZ UDPゴシック" panose="020B0400000000000000" pitchFamily="50" charset="-128"/>
                <a:ea typeface="BIZ UDPゴシック" panose="020B0400000000000000" pitchFamily="50" charset="-128"/>
              </a:rPr>
              <a:t>課題抽出</a:t>
            </a:r>
            <a:endParaRPr lang="en-US" altLang="ja-JP" sz="1400" b="1" dirty="0">
              <a:solidFill>
                <a:srgbClr val="0070C0"/>
              </a:solidFill>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社会イメージ実現のためのドライバーと課題・阻害要因</a:t>
            </a:r>
          </a:p>
          <a:p>
            <a:endParaRPr lang="en-US" altLang="ja-JP" sz="1400" dirty="0">
              <a:latin typeface="BIZ UDPゴシック" panose="020B0400000000000000" pitchFamily="50" charset="-128"/>
              <a:ea typeface="BIZ UDPゴシック" panose="020B0400000000000000" pitchFamily="50" charset="-128"/>
            </a:endParaRPr>
          </a:p>
          <a:p>
            <a:r>
              <a:rPr lang="ja-JP" altLang="en-US" sz="1400" b="1" dirty="0">
                <a:solidFill>
                  <a:srgbClr val="0070C0"/>
                </a:solidFill>
                <a:latin typeface="BIZ UDPゴシック" panose="020B0400000000000000" pitchFamily="50" charset="-128"/>
                <a:ea typeface="BIZ UDPゴシック" panose="020B0400000000000000" pitchFamily="50" charset="-128"/>
              </a:rPr>
              <a:t>対応施策考案</a:t>
            </a:r>
            <a:endParaRPr lang="en-US" altLang="ja-JP" sz="1400" b="1" dirty="0">
              <a:solidFill>
                <a:srgbClr val="0070C0"/>
              </a:solidFill>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課題・阻害要因の解消に向けた施策オプション</a:t>
            </a:r>
          </a:p>
          <a:p>
            <a:pPr algn="l"/>
            <a:endParaRPr kumimoji="1" lang="ja-JP" altLang="en-US" u="sng" dirty="0">
              <a:latin typeface="BIZ UDPゴシック" panose="020B0400000000000000" pitchFamily="50" charset="-128"/>
              <a:ea typeface="BIZ UDPゴシック" panose="020B0400000000000000" pitchFamily="50" charset="-128"/>
            </a:endParaRPr>
          </a:p>
        </p:txBody>
      </p:sp>
      <p:sp>
        <p:nvSpPr>
          <p:cNvPr id="25" name="テキスト ボックス 24">
            <a:extLst>
              <a:ext uri="{FF2B5EF4-FFF2-40B4-BE49-F238E27FC236}">
                <a16:creationId xmlns:a16="http://schemas.microsoft.com/office/drawing/2014/main" id="{F530F52F-166B-9099-726B-A86860D11716}"/>
              </a:ext>
            </a:extLst>
          </p:cNvPr>
          <p:cNvSpPr txBox="1"/>
          <p:nvPr/>
        </p:nvSpPr>
        <p:spPr>
          <a:xfrm>
            <a:off x="9176774" y="1268412"/>
            <a:ext cx="2680265" cy="3019107"/>
          </a:xfrm>
          <a:prstGeom prst="rect">
            <a:avLst/>
          </a:prstGeom>
          <a:noFill/>
        </p:spPr>
        <p:txBody>
          <a:bodyPr wrap="square" lIns="0" tIns="0" rIns="0" bIns="0" rtlCol="0" anchor="t" anchorCtr="0">
            <a:noAutofit/>
          </a:bodyPr>
          <a:lstStyle/>
          <a:p>
            <a:r>
              <a:rPr lang="ja-JP" altLang="en-US" u="sng" dirty="0">
                <a:latin typeface="BIZ UDPゴシック" panose="020B0400000000000000" pitchFamily="50" charset="-128"/>
                <a:ea typeface="BIZ UDPゴシック" panose="020B0400000000000000" pitchFamily="50" charset="-128"/>
              </a:rPr>
              <a:t>実現計画</a:t>
            </a:r>
          </a:p>
          <a:p>
            <a:pPr algn="l"/>
            <a:endParaRPr kumimoji="1" lang="en-US" altLang="ja-JP" u="sng" dirty="0">
              <a:latin typeface="BIZ UDPゴシック" panose="020B0400000000000000" pitchFamily="50" charset="-128"/>
              <a:ea typeface="BIZ UDPゴシック" panose="020B0400000000000000" pitchFamily="50" charset="-128"/>
            </a:endParaRPr>
          </a:p>
          <a:p>
            <a:r>
              <a:rPr lang="ja-JP" altLang="en-US" sz="1400" b="1" dirty="0">
                <a:solidFill>
                  <a:srgbClr val="0070C0"/>
                </a:solidFill>
                <a:latin typeface="BIZ UDPゴシック" panose="020B0400000000000000" pitchFamily="50" charset="-128"/>
                <a:ea typeface="BIZ UDPゴシック" panose="020B0400000000000000" pitchFamily="50" charset="-128"/>
              </a:rPr>
              <a:t>ロードマップ設計</a:t>
            </a:r>
            <a:endParaRPr lang="en-US" altLang="ja-JP" sz="1400" b="1" dirty="0">
              <a:solidFill>
                <a:srgbClr val="0070C0"/>
              </a:solidFill>
              <a:latin typeface="BIZ UDPゴシック" panose="020B0400000000000000" pitchFamily="50" charset="-128"/>
              <a:ea typeface="BIZ UDPゴシック" panose="020B0400000000000000" pitchFamily="50" charset="-128"/>
            </a:endParaRPr>
          </a:p>
          <a:p>
            <a:pPr marL="285750" indent="-285750">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施策の優先順位と実行時期</a:t>
            </a:r>
            <a:endParaRPr lang="en-US" altLang="ja-JP" sz="1400" dirty="0">
              <a:latin typeface="BIZ UDPゴシック" panose="020B0400000000000000" pitchFamily="50" charset="-128"/>
              <a:ea typeface="BIZ UDPゴシック" panose="020B0400000000000000" pitchFamily="50" charset="-128"/>
            </a:endParaRPr>
          </a:p>
          <a:p>
            <a:endParaRPr lang="en-US" altLang="ja-JP" sz="1400" dirty="0">
              <a:latin typeface="BIZ UDPゴシック" panose="020B0400000000000000" pitchFamily="50" charset="-128"/>
              <a:ea typeface="BIZ UDPゴシック" panose="020B0400000000000000" pitchFamily="50" charset="-128"/>
            </a:endParaRPr>
          </a:p>
          <a:p>
            <a:r>
              <a:rPr lang="ja-JP" altLang="en-US" sz="1400" b="1" dirty="0">
                <a:solidFill>
                  <a:srgbClr val="0070C0"/>
                </a:solidFill>
                <a:latin typeface="BIZ UDPゴシック" panose="020B0400000000000000" pitchFamily="50" charset="-128"/>
                <a:ea typeface="BIZ UDPゴシック" panose="020B0400000000000000" pitchFamily="50" charset="-128"/>
              </a:rPr>
              <a:t>社会イメージ設計</a:t>
            </a:r>
            <a:endParaRPr lang="en-US" altLang="ja-JP" sz="1400" b="1" dirty="0">
              <a:solidFill>
                <a:srgbClr val="0070C0"/>
              </a:solidFill>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lang="en-US" altLang="ja-JP" sz="1400" dirty="0">
                <a:latin typeface="BIZ UDPゴシック" panose="020B0400000000000000" pitchFamily="50" charset="-128"/>
                <a:ea typeface="BIZ UDPゴシック" panose="020B0400000000000000" pitchFamily="50" charset="-128"/>
              </a:rPr>
              <a:t>PHR</a:t>
            </a:r>
            <a:r>
              <a:rPr lang="ja-JP" altLang="en-US" sz="1400" dirty="0">
                <a:latin typeface="BIZ UDPゴシック" panose="020B0400000000000000" pitchFamily="50" charset="-128"/>
                <a:ea typeface="BIZ UDPゴシック" panose="020B0400000000000000" pitchFamily="50" charset="-128"/>
              </a:rPr>
              <a:t>活用浸透によって実現される新たなライフスタイルのイメージ考案</a:t>
            </a:r>
          </a:p>
          <a:p>
            <a:pPr algn="l"/>
            <a:endParaRPr kumimoji="1" lang="ja-JP" altLang="en-US" u="sng"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42438614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2A97E89-29C0-6F65-908E-C839AACEF099}"/>
              </a:ext>
            </a:extLst>
          </p:cNvPr>
          <p:cNvSpPr>
            <a:spLocks noGrp="1"/>
          </p:cNvSpPr>
          <p:nvPr>
            <p:ph type="title"/>
          </p:nvPr>
        </p:nvSpPr>
        <p:spPr/>
        <p:txBody>
          <a:bodyPr/>
          <a:lstStyle/>
          <a:p>
            <a:r>
              <a:rPr lang="ja-JP" altLang="en-US" dirty="0"/>
              <a:t>進め方の全体像</a:t>
            </a:r>
            <a:endParaRPr kumimoji="1" lang="ja-JP" altLang="en-US" dirty="0"/>
          </a:p>
        </p:txBody>
      </p:sp>
      <p:sp>
        <p:nvSpPr>
          <p:cNvPr id="3" name="フッター プレースホルダー 2">
            <a:extLst>
              <a:ext uri="{FF2B5EF4-FFF2-40B4-BE49-F238E27FC236}">
                <a16:creationId xmlns:a16="http://schemas.microsoft.com/office/drawing/2014/main" id="{7B918C80-E1B4-8C17-421B-9830FF9F95DF}"/>
              </a:ext>
            </a:extLst>
          </p:cNvPr>
          <p:cNvSpPr>
            <a:spLocks noGrp="1"/>
          </p:cNvSpPr>
          <p:nvPr>
            <p:ph type="ftr" sz="quarter" idx="11"/>
          </p:nvPr>
        </p:nvSpPr>
        <p:spPr/>
        <p:txBody>
          <a:bodyPr/>
          <a:lstStyle/>
          <a:p>
            <a:r>
              <a:rPr lang="ja-JP" altLang="en-US"/>
              <a:t>出所：</a:t>
            </a:r>
            <a:endParaRPr lang="ja-JP" altLang="en-US" sz="900" dirty="0"/>
          </a:p>
        </p:txBody>
      </p:sp>
      <p:sp>
        <p:nvSpPr>
          <p:cNvPr id="4" name="スライド番号プレースホルダー 3">
            <a:extLst>
              <a:ext uri="{FF2B5EF4-FFF2-40B4-BE49-F238E27FC236}">
                <a16:creationId xmlns:a16="http://schemas.microsoft.com/office/drawing/2014/main" id="{D8416EEC-E0EA-AA5D-CC2F-4C42621C1B37}"/>
              </a:ext>
            </a:extLst>
          </p:cNvPr>
          <p:cNvSpPr>
            <a:spLocks noGrp="1"/>
          </p:cNvSpPr>
          <p:nvPr>
            <p:ph type="sldNum" sz="quarter" idx="12"/>
          </p:nvPr>
        </p:nvSpPr>
        <p:spPr/>
        <p:txBody>
          <a:bodyPr/>
          <a:lstStyle/>
          <a:p>
            <a:fld id="{DCB5AA93-092B-49A1-87A7-3C88D5F38AD7}" type="slidenum">
              <a:rPr lang="ja-JP" altLang="en-US" smtClean="0"/>
              <a:pPr/>
              <a:t>19</a:t>
            </a:fld>
            <a:endParaRPr lang="ja-JP" altLang="en-US" sz="900" dirty="0"/>
          </a:p>
        </p:txBody>
      </p:sp>
      <p:sp>
        <p:nvSpPr>
          <p:cNvPr id="5" name="テキスト プレースホルダー 4">
            <a:extLst>
              <a:ext uri="{FF2B5EF4-FFF2-40B4-BE49-F238E27FC236}">
                <a16:creationId xmlns:a16="http://schemas.microsoft.com/office/drawing/2014/main" id="{385274D1-B849-7FDD-E723-B5E574BDE4D5}"/>
              </a:ext>
            </a:extLst>
          </p:cNvPr>
          <p:cNvSpPr>
            <a:spLocks noGrp="1"/>
          </p:cNvSpPr>
          <p:nvPr>
            <p:ph type="body" sz="quarter" idx="13"/>
          </p:nvPr>
        </p:nvSpPr>
        <p:spPr/>
        <p:txBody>
          <a:bodyPr/>
          <a:lstStyle/>
          <a:p>
            <a:endParaRPr kumimoji="1" lang="ja-JP" altLang="en-US"/>
          </a:p>
        </p:txBody>
      </p:sp>
      <p:sp>
        <p:nvSpPr>
          <p:cNvPr id="6" name="正方形/長方形 5">
            <a:extLst>
              <a:ext uri="{FF2B5EF4-FFF2-40B4-BE49-F238E27FC236}">
                <a16:creationId xmlns:a16="http://schemas.microsoft.com/office/drawing/2014/main" id="{3DF1614C-B507-ED36-4DC9-333B01C89A70}"/>
              </a:ext>
            </a:extLst>
          </p:cNvPr>
          <p:cNvSpPr/>
          <p:nvPr/>
        </p:nvSpPr>
        <p:spPr>
          <a:xfrm>
            <a:off x="360000" y="1273756"/>
            <a:ext cx="442127" cy="721291"/>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eaVert" lIns="0" tIns="0" rIns="0" bIns="0" rtlCol="0" anchor="ctr"/>
          <a:lstStyle/>
          <a:p>
            <a:pPr algn="ctr"/>
            <a:r>
              <a:rPr lang="ja-JP" altLang="en-US" sz="1200" dirty="0">
                <a:solidFill>
                  <a:schemeClr val="tx1"/>
                </a:solidFill>
                <a:latin typeface="BIZ UDPゴシック" panose="020B0400000000000000" pitchFamily="50" charset="-128"/>
                <a:ea typeface="BIZ UDPゴシック" panose="020B0400000000000000" pitchFamily="50" charset="-128"/>
              </a:rPr>
              <a:t>期間</a:t>
            </a:r>
            <a:endParaRPr kumimoji="1" lang="ja-JP" altLang="en-US" sz="1200" dirty="0">
              <a:solidFill>
                <a:schemeClr val="tx1"/>
              </a:solidFill>
              <a:latin typeface="BIZ UDPゴシック" panose="020B0400000000000000" pitchFamily="50" charset="-128"/>
              <a:ea typeface="BIZ UDPゴシック" panose="020B0400000000000000" pitchFamily="50" charset="-128"/>
            </a:endParaRPr>
          </a:p>
        </p:txBody>
      </p:sp>
      <p:sp>
        <p:nvSpPr>
          <p:cNvPr id="7" name="正方形/長方形 6">
            <a:extLst>
              <a:ext uri="{FF2B5EF4-FFF2-40B4-BE49-F238E27FC236}">
                <a16:creationId xmlns:a16="http://schemas.microsoft.com/office/drawing/2014/main" id="{C28E5213-20BF-55AA-D64D-27AB40CEF200}"/>
              </a:ext>
            </a:extLst>
          </p:cNvPr>
          <p:cNvSpPr/>
          <p:nvPr/>
        </p:nvSpPr>
        <p:spPr>
          <a:xfrm>
            <a:off x="360000" y="2093160"/>
            <a:ext cx="442127" cy="623168"/>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eaVert" lIns="0" tIns="0" rIns="0" bIns="0" rtlCol="0" anchor="ctr"/>
          <a:lstStyle/>
          <a:p>
            <a:pPr algn="ctr"/>
            <a:r>
              <a:rPr lang="ja-JP" altLang="en-US" sz="1200" dirty="0">
                <a:solidFill>
                  <a:schemeClr val="tx1"/>
                </a:solidFill>
                <a:latin typeface="BIZ UDPゴシック" panose="020B0400000000000000" pitchFamily="50" charset="-128"/>
                <a:ea typeface="BIZ UDPゴシック" panose="020B0400000000000000" pitchFamily="50" charset="-128"/>
              </a:rPr>
              <a:t>目的</a:t>
            </a:r>
            <a:endParaRPr kumimoji="1" lang="ja-JP" altLang="en-US" sz="1200" dirty="0">
              <a:solidFill>
                <a:schemeClr val="tx1"/>
              </a:solidFill>
              <a:latin typeface="BIZ UDPゴシック" panose="020B0400000000000000" pitchFamily="50" charset="-128"/>
              <a:ea typeface="BIZ UDPゴシック" panose="020B0400000000000000" pitchFamily="50" charset="-128"/>
            </a:endParaRPr>
          </a:p>
        </p:txBody>
      </p:sp>
      <p:sp>
        <p:nvSpPr>
          <p:cNvPr id="8" name="正方形/長方形 7">
            <a:extLst>
              <a:ext uri="{FF2B5EF4-FFF2-40B4-BE49-F238E27FC236}">
                <a16:creationId xmlns:a16="http://schemas.microsoft.com/office/drawing/2014/main" id="{DB512D95-D620-520F-818A-5E613A65A6DD}"/>
              </a:ext>
            </a:extLst>
          </p:cNvPr>
          <p:cNvSpPr/>
          <p:nvPr/>
        </p:nvSpPr>
        <p:spPr>
          <a:xfrm>
            <a:off x="360000" y="2810319"/>
            <a:ext cx="442127" cy="738664"/>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eaVert" lIns="0" tIns="0" rIns="0" bIns="0" rtlCol="0" anchor="ctr"/>
          <a:lstStyle/>
          <a:p>
            <a:pPr algn="ctr"/>
            <a:r>
              <a:rPr lang="ja-JP" altLang="en-US" sz="1200" dirty="0">
                <a:solidFill>
                  <a:schemeClr val="tx1"/>
                </a:solidFill>
                <a:latin typeface="BIZ UDPゴシック" panose="020B0400000000000000" pitchFamily="50" charset="-128"/>
                <a:ea typeface="BIZ UDPゴシック" panose="020B0400000000000000" pitchFamily="50" charset="-128"/>
              </a:rPr>
              <a:t>意思決定</a:t>
            </a:r>
            <a:endParaRPr kumimoji="1" lang="ja-JP" altLang="en-US" sz="1200" dirty="0">
              <a:solidFill>
                <a:schemeClr val="tx1"/>
              </a:solidFill>
              <a:latin typeface="BIZ UDPゴシック" panose="020B0400000000000000" pitchFamily="50" charset="-128"/>
              <a:ea typeface="BIZ UDPゴシック" panose="020B0400000000000000" pitchFamily="50" charset="-128"/>
            </a:endParaRPr>
          </a:p>
        </p:txBody>
      </p:sp>
      <p:sp>
        <p:nvSpPr>
          <p:cNvPr id="9" name="正方形/長方形 8">
            <a:extLst>
              <a:ext uri="{FF2B5EF4-FFF2-40B4-BE49-F238E27FC236}">
                <a16:creationId xmlns:a16="http://schemas.microsoft.com/office/drawing/2014/main" id="{EE18AEB5-B545-F91E-3021-931B71ED7112}"/>
              </a:ext>
            </a:extLst>
          </p:cNvPr>
          <p:cNvSpPr/>
          <p:nvPr/>
        </p:nvSpPr>
        <p:spPr>
          <a:xfrm>
            <a:off x="360000" y="3633701"/>
            <a:ext cx="442127" cy="1192211"/>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eaVert" lIns="0" tIns="0" rIns="0" bIns="0" rtlCol="0" anchor="ctr"/>
          <a:lstStyle/>
          <a:p>
            <a:pPr algn="ctr"/>
            <a:r>
              <a:rPr lang="ja-JP" altLang="en-US" sz="1200" dirty="0">
                <a:solidFill>
                  <a:schemeClr val="tx1"/>
                </a:solidFill>
                <a:latin typeface="BIZ UDPゴシック" panose="020B0400000000000000" pitchFamily="50" charset="-128"/>
                <a:ea typeface="BIZ UDPゴシック" panose="020B0400000000000000" pitchFamily="50" charset="-128"/>
              </a:rPr>
              <a:t>実施内容</a:t>
            </a:r>
            <a:endParaRPr kumimoji="1" lang="ja-JP" altLang="en-US" sz="1200" dirty="0">
              <a:solidFill>
                <a:schemeClr val="tx1"/>
              </a:solidFill>
              <a:latin typeface="BIZ UDPゴシック" panose="020B0400000000000000" pitchFamily="50" charset="-128"/>
              <a:ea typeface="BIZ UDPゴシック" panose="020B0400000000000000" pitchFamily="50" charset="-128"/>
            </a:endParaRPr>
          </a:p>
        </p:txBody>
      </p:sp>
      <p:sp>
        <p:nvSpPr>
          <p:cNvPr id="10" name="正方形/長方形 9">
            <a:extLst>
              <a:ext uri="{FF2B5EF4-FFF2-40B4-BE49-F238E27FC236}">
                <a16:creationId xmlns:a16="http://schemas.microsoft.com/office/drawing/2014/main" id="{5A12813E-328A-1EF7-AD05-4006C7D1BB22}"/>
              </a:ext>
            </a:extLst>
          </p:cNvPr>
          <p:cNvSpPr/>
          <p:nvPr/>
        </p:nvSpPr>
        <p:spPr>
          <a:xfrm>
            <a:off x="360000" y="4910630"/>
            <a:ext cx="442127" cy="76266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eaVert" lIns="0" tIns="0" rIns="0" bIns="0" rtlCol="0" anchor="ctr"/>
          <a:lstStyle/>
          <a:p>
            <a:pPr algn="ctr"/>
            <a:r>
              <a:rPr lang="ja-JP" altLang="en-US" sz="1200" dirty="0">
                <a:solidFill>
                  <a:schemeClr val="tx1"/>
                </a:solidFill>
                <a:latin typeface="BIZ UDPゴシック" panose="020B0400000000000000" pitchFamily="50" charset="-128"/>
                <a:ea typeface="BIZ UDPゴシック" panose="020B0400000000000000" pitchFamily="50" charset="-128"/>
              </a:rPr>
              <a:t>成果物</a:t>
            </a:r>
            <a:endParaRPr kumimoji="1" lang="ja-JP" altLang="en-US" sz="1200" dirty="0">
              <a:solidFill>
                <a:schemeClr val="tx1"/>
              </a:solidFill>
              <a:latin typeface="BIZ UDPゴシック" panose="020B0400000000000000" pitchFamily="50" charset="-128"/>
              <a:ea typeface="BIZ UDPゴシック" panose="020B0400000000000000" pitchFamily="50" charset="-128"/>
            </a:endParaRPr>
          </a:p>
        </p:txBody>
      </p:sp>
      <p:sp>
        <p:nvSpPr>
          <p:cNvPr id="11" name="正方形/長方形 10">
            <a:extLst>
              <a:ext uri="{FF2B5EF4-FFF2-40B4-BE49-F238E27FC236}">
                <a16:creationId xmlns:a16="http://schemas.microsoft.com/office/drawing/2014/main" id="{D9F8E723-99B0-DB36-1D74-B62A5C3AC780}"/>
              </a:ext>
            </a:extLst>
          </p:cNvPr>
          <p:cNvSpPr/>
          <p:nvPr/>
        </p:nvSpPr>
        <p:spPr>
          <a:xfrm>
            <a:off x="1078549" y="1273758"/>
            <a:ext cx="2532184" cy="370668"/>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horz" lIns="0" tIns="0" rIns="0" bIns="0" rtlCol="0" anchor="ctr"/>
          <a:lstStyle/>
          <a:p>
            <a:pPr algn="ctr"/>
            <a:r>
              <a:rPr kumimoji="1" lang="ja-JP" altLang="en-US" sz="1200" dirty="0">
                <a:solidFill>
                  <a:schemeClr val="bg1"/>
                </a:solidFill>
                <a:latin typeface="BIZ UDPゴシック" panose="020B0400000000000000" pitchFamily="50" charset="-128"/>
                <a:ea typeface="BIZ UDPゴシック" panose="020B0400000000000000" pitchFamily="50" charset="-128"/>
              </a:rPr>
              <a:t>フェーズ</a:t>
            </a:r>
            <a:r>
              <a:rPr lang="en-US" altLang="ja-JP" sz="1200" dirty="0">
                <a:solidFill>
                  <a:schemeClr val="bg1"/>
                </a:solidFill>
                <a:latin typeface="BIZ UDPゴシック" panose="020B0400000000000000" pitchFamily="50" charset="-128"/>
                <a:ea typeface="BIZ UDPゴシック" panose="020B0400000000000000" pitchFamily="50" charset="-128"/>
              </a:rPr>
              <a:t> 0</a:t>
            </a:r>
          </a:p>
          <a:p>
            <a:pPr algn="ctr"/>
            <a:r>
              <a:rPr kumimoji="1" lang="en-US" altLang="ja-JP" sz="1200" dirty="0">
                <a:solidFill>
                  <a:schemeClr val="bg1"/>
                </a:solidFill>
                <a:latin typeface="BIZ UDPゴシック" panose="020B0400000000000000" pitchFamily="50" charset="-128"/>
                <a:ea typeface="BIZ UDPゴシック" panose="020B0400000000000000" pitchFamily="50" charset="-128"/>
              </a:rPr>
              <a:t>2025/10 – 2025/12</a:t>
            </a:r>
            <a:endParaRPr kumimoji="1" lang="ja-JP" altLang="en-US" sz="1200" dirty="0">
              <a:solidFill>
                <a:schemeClr val="bg1"/>
              </a:solidFill>
              <a:latin typeface="BIZ UDPゴシック" panose="020B0400000000000000" pitchFamily="50" charset="-128"/>
              <a:ea typeface="BIZ UDPゴシック" panose="020B0400000000000000" pitchFamily="50" charset="-128"/>
            </a:endParaRPr>
          </a:p>
        </p:txBody>
      </p:sp>
      <p:sp>
        <p:nvSpPr>
          <p:cNvPr id="12" name="正方形/長方形 11">
            <a:extLst>
              <a:ext uri="{FF2B5EF4-FFF2-40B4-BE49-F238E27FC236}">
                <a16:creationId xmlns:a16="http://schemas.microsoft.com/office/drawing/2014/main" id="{43E99B63-4F55-919E-460E-E526CF374563}"/>
              </a:ext>
            </a:extLst>
          </p:cNvPr>
          <p:cNvSpPr/>
          <p:nvPr/>
        </p:nvSpPr>
        <p:spPr>
          <a:xfrm>
            <a:off x="1078549" y="1643533"/>
            <a:ext cx="2526944" cy="26482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vert="horz" lIns="0" tIns="0" rIns="0" bIns="0" rtlCol="0" anchor="ctr"/>
          <a:lstStyle/>
          <a:p>
            <a:pPr algn="ctr"/>
            <a:r>
              <a:rPr kumimoji="1" lang="en-US" altLang="ja-JP" sz="1200" dirty="0">
                <a:solidFill>
                  <a:schemeClr val="tx1"/>
                </a:solidFill>
                <a:latin typeface="BIZ UDPゴシック" panose="020B0400000000000000" pitchFamily="50" charset="-128"/>
                <a:ea typeface="BIZ UDPゴシック" panose="020B0400000000000000" pitchFamily="50" charset="-128"/>
              </a:rPr>
              <a:t>3</a:t>
            </a:r>
            <a:r>
              <a:rPr kumimoji="1" lang="ja-JP" altLang="en-US" sz="1200" dirty="0">
                <a:solidFill>
                  <a:schemeClr val="tx1"/>
                </a:solidFill>
                <a:latin typeface="BIZ UDPゴシック" panose="020B0400000000000000" pitchFamily="50" charset="-128"/>
                <a:ea typeface="BIZ UDPゴシック" panose="020B0400000000000000" pitchFamily="50" charset="-128"/>
              </a:rPr>
              <a:t>か月</a:t>
            </a:r>
          </a:p>
        </p:txBody>
      </p:sp>
      <p:sp>
        <p:nvSpPr>
          <p:cNvPr id="13" name="矢印: 五方向 12">
            <a:extLst>
              <a:ext uri="{FF2B5EF4-FFF2-40B4-BE49-F238E27FC236}">
                <a16:creationId xmlns:a16="http://schemas.microsoft.com/office/drawing/2014/main" id="{28960562-F1FD-7292-656F-13B068C87D69}"/>
              </a:ext>
            </a:extLst>
          </p:cNvPr>
          <p:cNvSpPr/>
          <p:nvPr/>
        </p:nvSpPr>
        <p:spPr>
          <a:xfrm>
            <a:off x="1078549" y="2093160"/>
            <a:ext cx="2526944" cy="417068"/>
          </a:xfrm>
          <a:prstGeom prst="homePlat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l"/>
            <a:r>
              <a:rPr kumimoji="1" lang="ja-JP" altLang="en-US" sz="1200" dirty="0">
                <a:solidFill>
                  <a:schemeClr val="tx1"/>
                </a:solidFill>
                <a:latin typeface="BIZ UDPゴシック" panose="020B0400000000000000" pitchFamily="50" charset="-128"/>
                <a:ea typeface="BIZ UDPゴシック" panose="020B0400000000000000" pitchFamily="50" charset="-128"/>
              </a:rPr>
              <a:t>マーケティング戦略・戦術の構築</a:t>
            </a:r>
            <a:endParaRPr kumimoji="1" lang="en-US" altLang="ja-JP" sz="1200" dirty="0">
              <a:solidFill>
                <a:schemeClr val="tx1"/>
              </a:solidFill>
              <a:latin typeface="BIZ UDPゴシック" panose="020B0400000000000000" pitchFamily="50" charset="-128"/>
              <a:ea typeface="BIZ UDPゴシック" panose="020B0400000000000000" pitchFamily="50" charset="-128"/>
            </a:endParaRPr>
          </a:p>
          <a:p>
            <a:pPr algn="l"/>
            <a:r>
              <a:rPr lang="en-US" altLang="ja-JP" sz="1200" dirty="0">
                <a:solidFill>
                  <a:schemeClr val="tx1"/>
                </a:solidFill>
                <a:latin typeface="BIZ UDPゴシック" panose="020B0400000000000000" pitchFamily="50" charset="-128"/>
                <a:ea typeface="BIZ UDPゴシック" panose="020B0400000000000000" pitchFamily="50" charset="-128"/>
              </a:rPr>
              <a:t>KGI</a:t>
            </a:r>
            <a:r>
              <a:rPr lang="ja-JP" altLang="en-US" sz="1200" dirty="0">
                <a:solidFill>
                  <a:schemeClr val="tx1"/>
                </a:solidFill>
                <a:latin typeface="BIZ UDPゴシック" panose="020B0400000000000000" pitchFamily="50" charset="-128"/>
                <a:ea typeface="BIZ UDPゴシック" panose="020B0400000000000000" pitchFamily="50" charset="-128"/>
              </a:rPr>
              <a:t>・</a:t>
            </a:r>
            <a:r>
              <a:rPr lang="en-US" altLang="ja-JP" sz="1200" dirty="0">
                <a:solidFill>
                  <a:schemeClr val="tx1"/>
                </a:solidFill>
                <a:latin typeface="BIZ UDPゴシック" panose="020B0400000000000000" pitchFamily="50" charset="-128"/>
                <a:ea typeface="BIZ UDPゴシック" panose="020B0400000000000000" pitchFamily="50" charset="-128"/>
              </a:rPr>
              <a:t>KPI</a:t>
            </a:r>
            <a:r>
              <a:rPr lang="ja-JP" altLang="en-US" sz="1200" dirty="0">
                <a:solidFill>
                  <a:schemeClr val="tx1"/>
                </a:solidFill>
                <a:latin typeface="BIZ UDPゴシック" panose="020B0400000000000000" pitchFamily="50" charset="-128"/>
                <a:ea typeface="BIZ UDPゴシック" panose="020B0400000000000000" pitchFamily="50" charset="-128"/>
              </a:rPr>
              <a:t>設計</a:t>
            </a:r>
            <a:r>
              <a:rPr lang="en-US" altLang="ja-JP" sz="1200" dirty="0">
                <a:solidFill>
                  <a:schemeClr val="tx1"/>
                </a:solidFill>
                <a:latin typeface="BIZ UDPゴシック" panose="020B0400000000000000" pitchFamily="50" charset="-128"/>
                <a:ea typeface="BIZ UDPゴシック" panose="020B0400000000000000" pitchFamily="50" charset="-128"/>
              </a:rPr>
              <a:t>/</a:t>
            </a:r>
            <a:r>
              <a:rPr lang="ja-JP" altLang="en-US" sz="1200" dirty="0">
                <a:solidFill>
                  <a:schemeClr val="tx1"/>
                </a:solidFill>
                <a:latin typeface="BIZ UDPゴシック" panose="020B0400000000000000" pitchFamily="50" charset="-128"/>
                <a:ea typeface="BIZ UDPゴシック" panose="020B0400000000000000" pitchFamily="50" charset="-128"/>
              </a:rPr>
              <a:t>企画設計</a:t>
            </a:r>
            <a:r>
              <a:rPr lang="en-US" altLang="ja-JP" sz="1200" dirty="0">
                <a:solidFill>
                  <a:schemeClr val="tx1"/>
                </a:solidFill>
                <a:latin typeface="BIZ UDPゴシック" panose="020B0400000000000000" pitchFamily="50" charset="-128"/>
                <a:ea typeface="BIZ UDPゴシック" panose="020B0400000000000000" pitchFamily="50" charset="-128"/>
              </a:rPr>
              <a:t>/</a:t>
            </a:r>
            <a:r>
              <a:rPr lang="ja-JP" altLang="en-US" sz="1200" dirty="0">
                <a:solidFill>
                  <a:schemeClr val="tx1"/>
                </a:solidFill>
                <a:latin typeface="BIZ UDPゴシック" panose="020B0400000000000000" pitchFamily="50" charset="-128"/>
                <a:ea typeface="BIZ UDPゴシック" panose="020B0400000000000000" pitchFamily="50" charset="-128"/>
              </a:rPr>
              <a:t>検証</a:t>
            </a:r>
            <a:endParaRPr kumimoji="1" lang="ja-JP" altLang="en-US" sz="1200" dirty="0">
              <a:solidFill>
                <a:schemeClr val="tx1"/>
              </a:solidFill>
              <a:latin typeface="BIZ UDPゴシック" panose="020B0400000000000000" pitchFamily="50" charset="-128"/>
              <a:ea typeface="BIZ UDPゴシック" panose="020B0400000000000000" pitchFamily="50" charset="-128"/>
            </a:endParaRPr>
          </a:p>
        </p:txBody>
      </p:sp>
      <p:sp>
        <p:nvSpPr>
          <p:cNvPr id="14" name="テキスト ボックス 13">
            <a:extLst>
              <a:ext uri="{FF2B5EF4-FFF2-40B4-BE49-F238E27FC236}">
                <a16:creationId xmlns:a16="http://schemas.microsoft.com/office/drawing/2014/main" id="{1E4F0A48-4DB0-FC14-C166-5668A1516740}"/>
              </a:ext>
            </a:extLst>
          </p:cNvPr>
          <p:cNvSpPr txBox="1"/>
          <p:nvPr/>
        </p:nvSpPr>
        <p:spPr>
          <a:xfrm>
            <a:off x="1078549" y="2810319"/>
            <a:ext cx="2532184" cy="738664"/>
          </a:xfrm>
          <a:prstGeom prst="rect">
            <a:avLst/>
          </a:prstGeom>
          <a:noFill/>
        </p:spPr>
        <p:txBody>
          <a:bodyPr wrap="square" lIns="0" tIns="0" rIns="0" bIns="0" rtlCol="0">
            <a:spAutoFit/>
          </a:bodyPr>
          <a:lstStyle/>
          <a:p>
            <a:pPr marL="355600" indent="-355600" algn="l">
              <a:buFont typeface="Wingdings" panose="05000000000000000000" pitchFamily="2" charset="2"/>
              <a:buChar char="n"/>
              <a:tabLst>
                <a:tab pos="182563" algn="l"/>
              </a:tabLst>
            </a:pPr>
            <a:r>
              <a:rPr kumimoji="1" lang="ja-JP" altLang="en-US" sz="1200" dirty="0">
                <a:latin typeface="BIZ UDPゴシック" panose="020B0400000000000000" pitchFamily="50" charset="-128"/>
                <a:ea typeface="BIZ UDPゴシック" panose="020B0400000000000000" pitchFamily="50" charset="-128"/>
              </a:rPr>
              <a:t>ロードマップ</a:t>
            </a:r>
            <a:endParaRPr kumimoji="1" lang="en-US" altLang="ja-JP" sz="1200" dirty="0">
              <a:latin typeface="BIZ UDPゴシック" panose="020B0400000000000000" pitchFamily="50" charset="-128"/>
              <a:ea typeface="BIZ UDPゴシック" panose="020B0400000000000000" pitchFamily="50" charset="-128"/>
            </a:endParaRPr>
          </a:p>
          <a:p>
            <a:pPr marL="355600" indent="-355600" algn="l">
              <a:buFont typeface="Wingdings" panose="05000000000000000000" pitchFamily="2" charset="2"/>
              <a:buChar char="n"/>
              <a:tabLst>
                <a:tab pos="182563" algn="l"/>
              </a:tabLst>
            </a:pPr>
            <a:r>
              <a:rPr lang="ja-JP" altLang="en-US" sz="1200" dirty="0">
                <a:latin typeface="BIZ UDPゴシック" panose="020B0400000000000000" pitchFamily="50" charset="-128"/>
                <a:ea typeface="BIZ UDPゴシック" panose="020B0400000000000000" pitchFamily="50" charset="-128"/>
              </a:rPr>
              <a:t>施策の方向性</a:t>
            </a:r>
            <a:endParaRPr lang="en-US" altLang="ja-JP" sz="1200" dirty="0">
              <a:latin typeface="BIZ UDPゴシック" panose="020B0400000000000000" pitchFamily="50" charset="-128"/>
              <a:ea typeface="BIZ UDPゴシック" panose="020B0400000000000000" pitchFamily="50" charset="-128"/>
            </a:endParaRPr>
          </a:p>
          <a:p>
            <a:pPr marL="355600" indent="-355600" algn="l">
              <a:buFont typeface="Wingdings" panose="05000000000000000000" pitchFamily="2" charset="2"/>
              <a:buChar char="n"/>
              <a:tabLst>
                <a:tab pos="182563" algn="l"/>
              </a:tabLst>
            </a:pPr>
            <a:r>
              <a:rPr kumimoji="1" lang="en-US" altLang="ja-JP" sz="1200" dirty="0">
                <a:latin typeface="BIZ UDPゴシック" panose="020B0400000000000000" pitchFamily="50" charset="-128"/>
                <a:ea typeface="BIZ UDPゴシック" panose="020B0400000000000000" pitchFamily="50" charset="-128"/>
              </a:rPr>
              <a:t>KGI/KPI</a:t>
            </a:r>
            <a:r>
              <a:rPr kumimoji="1" lang="ja-JP" altLang="en-US" sz="1200" dirty="0">
                <a:latin typeface="BIZ UDPゴシック" panose="020B0400000000000000" pitchFamily="50" charset="-128"/>
                <a:ea typeface="BIZ UDPゴシック" panose="020B0400000000000000" pitchFamily="50" charset="-128"/>
              </a:rPr>
              <a:t>の設計・評価指標</a:t>
            </a:r>
            <a:endParaRPr kumimoji="1" lang="en-US" altLang="ja-JP" sz="1200" dirty="0">
              <a:latin typeface="BIZ UDPゴシック" panose="020B0400000000000000" pitchFamily="50" charset="-128"/>
              <a:ea typeface="BIZ UDPゴシック" panose="020B0400000000000000" pitchFamily="50" charset="-128"/>
            </a:endParaRPr>
          </a:p>
          <a:p>
            <a:pPr marL="355600" indent="-355600" algn="l">
              <a:buFont typeface="Wingdings" panose="05000000000000000000" pitchFamily="2" charset="2"/>
              <a:buChar char="n"/>
              <a:tabLst>
                <a:tab pos="182563" algn="l"/>
              </a:tabLst>
            </a:pPr>
            <a:r>
              <a:rPr lang="ja-JP" altLang="en-US" sz="1200" dirty="0">
                <a:latin typeface="BIZ UDPゴシック" panose="020B0400000000000000" pitchFamily="50" charset="-128"/>
                <a:ea typeface="BIZ UDPゴシック" panose="020B0400000000000000" pitchFamily="50" charset="-128"/>
              </a:rPr>
              <a:t>検証項目の決定と実行</a:t>
            </a:r>
            <a:endParaRPr kumimoji="1" lang="ja-JP" altLang="en-US" sz="1200" dirty="0">
              <a:latin typeface="BIZ UDPゴシック" panose="020B0400000000000000" pitchFamily="50" charset="-128"/>
              <a:ea typeface="BIZ UDPゴシック" panose="020B0400000000000000" pitchFamily="50" charset="-128"/>
            </a:endParaRPr>
          </a:p>
        </p:txBody>
      </p:sp>
      <p:sp>
        <p:nvSpPr>
          <p:cNvPr id="15" name="テキスト ボックス 14">
            <a:extLst>
              <a:ext uri="{FF2B5EF4-FFF2-40B4-BE49-F238E27FC236}">
                <a16:creationId xmlns:a16="http://schemas.microsoft.com/office/drawing/2014/main" id="{7CB6BE4D-5964-CDA1-DEAB-AFFF8B36C73F}"/>
              </a:ext>
            </a:extLst>
          </p:cNvPr>
          <p:cNvSpPr txBox="1"/>
          <p:nvPr/>
        </p:nvSpPr>
        <p:spPr>
          <a:xfrm>
            <a:off x="1078549" y="3633701"/>
            <a:ext cx="2532184" cy="738664"/>
          </a:xfrm>
          <a:prstGeom prst="rect">
            <a:avLst/>
          </a:prstGeom>
          <a:noFill/>
        </p:spPr>
        <p:txBody>
          <a:bodyPr wrap="square" lIns="0" tIns="0" rIns="0" bIns="0" rtlCol="0">
            <a:spAutoFit/>
          </a:bodyPr>
          <a:lstStyle/>
          <a:p>
            <a:pPr marL="355600" indent="-355600" algn="l">
              <a:buFont typeface="+mj-lt"/>
              <a:buAutoNum type="arabicPeriod"/>
            </a:pPr>
            <a:r>
              <a:rPr kumimoji="1" lang="ja-JP" altLang="en-US" sz="1200" dirty="0">
                <a:latin typeface="BIZ UDPゴシック" panose="020B0400000000000000" pitchFamily="50" charset="-128"/>
                <a:ea typeface="BIZ UDPゴシック" panose="020B0400000000000000" pitchFamily="50" charset="-128"/>
              </a:rPr>
              <a:t>ロードマップ</a:t>
            </a:r>
            <a:endParaRPr kumimoji="1" lang="en-US" altLang="ja-JP" sz="1200" dirty="0">
              <a:latin typeface="BIZ UDPゴシック" panose="020B0400000000000000" pitchFamily="50" charset="-128"/>
              <a:ea typeface="BIZ UDPゴシック" panose="020B0400000000000000" pitchFamily="50" charset="-128"/>
            </a:endParaRPr>
          </a:p>
          <a:p>
            <a:pPr marL="355600" indent="-355600" algn="l">
              <a:buFont typeface="+mj-lt"/>
              <a:buAutoNum type="arabicPeriod"/>
            </a:pPr>
            <a:r>
              <a:rPr lang="ja-JP" altLang="en-US" sz="1200" dirty="0">
                <a:latin typeface="BIZ UDPゴシック" panose="020B0400000000000000" pitchFamily="50" charset="-128"/>
                <a:ea typeface="BIZ UDPゴシック" panose="020B0400000000000000" pitchFamily="50" charset="-128"/>
              </a:rPr>
              <a:t>施策の方向性</a:t>
            </a:r>
            <a:endParaRPr lang="en-US" altLang="ja-JP" sz="1200" dirty="0">
              <a:latin typeface="BIZ UDPゴシック" panose="020B0400000000000000" pitchFamily="50" charset="-128"/>
              <a:ea typeface="BIZ UDPゴシック" panose="020B0400000000000000" pitchFamily="50" charset="-128"/>
            </a:endParaRPr>
          </a:p>
          <a:p>
            <a:pPr marL="355600" indent="-355600" algn="l">
              <a:buFont typeface="+mj-lt"/>
              <a:buAutoNum type="arabicPeriod"/>
            </a:pPr>
            <a:r>
              <a:rPr kumimoji="1" lang="en-US" altLang="ja-JP" sz="1200" dirty="0">
                <a:latin typeface="BIZ UDPゴシック" panose="020B0400000000000000" pitchFamily="50" charset="-128"/>
                <a:ea typeface="BIZ UDPゴシック" panose="020B0400000000000000" pitchFamily="50" charset="-128"/>
              </a:rPr>
              <a:t>KGI/KPI</a:t>
            </a:r>
            <a:r>
              <a:rPr kumimoji="1" lang="ja-JP" altLang="en-US" sz="1200" dirty="0">
                <a:latin typeface="BIZ UDPゴシック" panose="020B0400000000000000" pitchFamily="50" charset="-128"/>
                <a:ea typeface="BIZ UDPゴシック" panose="020B0400000000000000" pitchFamily="50" charset="-128"/>
              </a:rPr>
              <a:t>の設計・評価指標</a:t>
            </a:r>
            <a:endParaRPr kumimoji="1" lang="en-US" altLang="ja-JP" sz="1200" dirty="0">
              <a:latin typeface="BIZ UDPゴシック" panose="020B0400000000000000" pitchFamily="50" charset="-128"/>
              <a:ea typeface="BIZ UDPゴシック" panose="020B0400000000000000" pitchFamily="50" charset="-128"/>
            </a:endParaRPr>
          </a:p>
          <a:p>
            <a:pPr marL="355600" indent="-355600" algn="l">
              <a:buFont typeface="+mj-lt"/>
              <a:buAutoNum type="arabicPeriod"/>
            </a:pPr>
            <a:r>
              <a:rPr lang="ja-JP" altLang="en-US" sz="1200" dirty="0">
                <a:latin typeface="BIZ UDPゴシック" panose="020B0400000000000000" pitchFamily="50" charset="-128"/>
                <a:ea typeface="BIZ UDPゴシック" panose="020B0400000000000000" pitchFamily="50" charset="-128"/>
              </a:rPr>
              <a:t>検証項目の決定と実行</a:t>
            </a:r>
            <a:endParaRPr kumimoji="1" lang="ja-JP" altLang="en-US" sz="1200" dirty="0">
              <a:latin typeface="BIZ UDPゴシック" panose="020B0400000000000000" pitchFamily="50" charset="-128"/>
              <a:ea typeface="BIZ UDPゴシック" panose="020B0400000000000000" pitchFamily="50" charset="-128"/>
            </a:endParaRPr>
          </a:p>
        </p:txBody>
      </p:sp>
      <p:sp>
        <p:nvSpPr>
          <p:cNvPr id="16" name="テキスト ボックス 15">
            <a:extLst>
              <a:ext uri="{FF2B5EF4-FFF2-40B4-BE49-F238E27FC236}">
                <a16:creationId xmlns:a16="http://schemas.microsoft.com/office/drawing/2014/main" id="{644A343B-C643-7EAB-C340-8072DF51A35B}"/>
              </a:ext>
            </a:extLst>
          </p:cNvPr>
          <p:cNvSpPr txBox="1"/>
          <p:nvPr/>
        </p:nvSpPr>
        <p:spPr>
          <a:xfrm>
            <a:off x="1078549" y="4910630"/>
            <a:ext cx="2532184" cy="738664"/>
          </a:xfrm>
          <a:prstGeom prst="rect">
            <a:avLst/>
          </a:prstGeom>
          <a:noFill/>
          <a:ln>
            <a:solidFill>
              <a:schemeClr val="bg1">
                <a:lumMod val="65000"/>
              </a:schemeClr>
            </a:solidFill>
          </a:ln>
        </p:spPr>
        <p:txBody>
          <a:bodyPr wrap="square" lIns="0" tIns="0" rIns="0" bIns="0" rtlCol="0">
            <a:spAutoFit/>
          </a:bodyPr>
          <a:lstStyle/>
          <a:p>
            <a:pPr marL="355600" indent="-355600" algn="l">
              <a:buFont typeface="+mj-lt"/>
              <a:buAutoNum type="arabicPeriod"/>
            </a:pPr>
            <a:r>
              <a:rPr kumimoji="1" lang="ja-JP" altLang="en-US" sz="1200" dirty="0">
                <a:latin typeface="BIZ UDPゴシック" panose="020B0400000000000000" pitchFamily="50" charset="-128"/>
                <a:ea typeface="BIZ UDPゴシック" panose="020B0400000000000000" pitchFamily="50" charset="-128"/>
              </a:rPr>
              <a:t>ロードマップ</a:t>
            </a:r>
            <a:endParaRPr kumimoji="1" lang="en-US" altLang="ja-JP" sz="1200" dirty="0">
              <a:latin typeface="BIZ UDPゴシック" panose="020B0400000000000000" pitchFamily="50" charset="-128"/>
              <a:ea typeface="BIZ UDPゴシック" panose="020B0400000000000000" pitchFamily="50" charset="-128"/>
            </a:endParaRPr>
          </a:p>
          <a:p>
            <a:pPr marL="355600" indent="-355600" algn="l">
              <a:buFont typeface="+mj-lt"/>
              <a:buAutoNum type="arabicPeriod"/>
            </a:pPr>
            <a:r>
              <a:rPr lang="ja-JP" altLang="en-US" sz="1200" dirty="0">
                <a:latin typeface="BIZ UDPゴシック" panose="020B0400000000000000" pitchFamily="50" charset="-128"/>
                <a:ea typeface="BIZ UDPゴシック" panose="020B0400000000000000" pitchFamily="50" charset="-128"/>
              </a:rPr>
              <a:t>施策の方向性</a:t>
            </a:r>
            <a:endParaRPr lang="en-US" altLang="ja-JP" sz="1200" dirty="0">
              <a:latin typeface="BIZ UDPゴシック" panose="020B0400000000000000" pitchFamily="50" charset="-128"/>
              <a:ea typeface="BIZ UDPゴシック" panose="020B0400000000000000" pitchFamily="50" charset="-128"/>
            </a:endParaRPr>
          </a:p>
          <a:p>
            <a:pPr marL="355600" indent="-355600" algn="l">
              <a:buFont typeface="+mj-lt"/>
              <a:buAutoNum type="arabicPeriod"/>
            </a:pPr>
            <a:r>
              <a:rPr kumimoji="1" lang="en-US" altLang="ja-JP" sz="1200" dirty="0">
                <a:latin typeface="BIZ UDPゴシック" panose="020B0400000000000000" pitchFamily="50" charset="-128"/>
                <a:ea typeface="BIZ UDPゴシック" panose="020B0400000000000000" pitchFamily="50" charset="-128"/>
              </a:rPr>
              <a:t>KGI/KPI</a:t>
            </a:r>
            <a:r>
              <a:rPr kumimoji="1" lang="ja-JP" altLang="en-US" sz="1200" dirty="0">
                <a:latin typeface="BIZ UDPゴシック" panose="020B0400000000000000" pitchFamily="50" charset="-128"/>
                <a:ea typeface="BIZ UDPゴシック" panose="020B0400000000000000" pitchFamily="50" charset="-128"/>
              </a:rPr>
              <a:t>の設計・評価指標</a:t>
            </a:r>
            <a:endParaRPr kumimoji="1" lang="en-US" altLang="ja-JP" sz="1200" dirty="0">
              <a:latin typeface="BIZ UDPゴシック" panose="020B0400000000000000" pitchFamily="50" charset="-128"/>
              <a:ea typeface="BIZ UDPゴシック" panose="020B0400000000000000" pitchFamily="50" charset="-128"/>
            </a:endParaRPr>
          </a:p>
          <a:p>
            <a:pPr marL="355600" indent="-355600" algn="l">
              <a:buFont typeface="+mj-lt"/>
              <a:buAutoNum type="arabicPeriod"/>
            </a:pPr>
            <a:r>
              <a:rPr lang="ja-JP" altLang="en-US" sz="1200" dirty="0">
                <a:latin typeface="BIZ UDPゴシック" panose="020B0400000000000000" pitchFamily="50" charset="-128"/>
                <a:ea typeface="BIZ UDPゴシック" panose="020B0400000000000000" pitchFamily="50" charset="-128"/>
              </a:rPr>
              <a:t>検証項目の決定と実行</a:t>
            </a:r>
            <a:endParaRPr kumimoji="1" lang="ja-JP" altLang="en-US" sz="1200" dirty="0">
              <a:latin typeface="BIZ UDPゴシック" panose="020B0400000000000000" pitchFamily="50" charset="-128"/>
              <a:ea typeface="BIZ UDPゴシック" panose="020B0400000000000000" pitchFamily="50" charset="-128"/>
            </a:endParaRPr>
          </a:p>
        </p:txBody>
      </p:sp>
      <p:sp>
        <p:nvSpPr>
          <p:cNvPr id="18" name="正方形/長方形 17">
            <a:extLst>
              <a:ext uri="{FF2B5EF4-FFF2-40B4-BE49-F238E27FC236}">
                <a16:creationId xmlns:a16="http://schemas.microsoft.com/office/drawing/2014/main" id="{3E831B08-ACAC-0AB4-7DF5-63C11B59A2D7}"/>
              </a:ext>
            </a:extLst>
          </p:cNvPr>
          <p:cNvSpPr/>
          <p:nvPr/>
        </p:nvSpPr>
        <p:spPr>
          <a:xfrm>
            <a:off x="3772061" y="1273758"/>
            <a:ext cx="2532184" cy="370668"/>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horz" lIns="0" tIns="0" rIns="0" bIns="0" rtlCol="0" anchor="ctr"/>
          <a:lstStyle/>
          <a:p>
            <a:pPr algn="ctr"/>
            <a:r>
              <a:rPr kumimoji="1" lang="ja-JP" altLang="en-US" sz="1200" dirty="0">
                <a:solidFill>
                  <a:schemeClr val="bg1"/>
                </a:solidFill>
                <a:latin typeface="BIZ UDPゴシック" panose="020B0400000000000000" pitchFamily="50" charset="-128"/>
                <a:ea typeface="BIZ UDPゴシック" panose="020B0400000000000000" pitchFamily="50" charset="-128"/>
              </a:rPr>
              <a:t>フェーズ</a:t>
            </a:r>
            <a:r>
              <a:rPr lang="en-US" altLang="ja-JP" sz="1200" dirty="0">
                <a:solidFill>
                  <a:schemeClr val="bg1"/>
                </a:solidFill>
                <a:latin typeface="BIZ UDPゴシック" panose="020B0400000000000000" pitchFamily="50" charset="-128"/>
                <a:ea typeface="BIZ UDPゴシック" panose="020B0400000000000000" pitchFamily="50" charset="-128"/>
              </a:rPr>
              <a:t> 0</a:t>
            </a:r>
          </a:p>
          <a:p>
            <a:pPr algn="ctr"/>
            <a:r>
              <a:rPr kumimoji="1" lang="en-US" altLang="ja-JP" sz="1200" dirty="0">
                <a:solidFill>
                  <a:schemeClr val="bg1"/>
                </a:solidFill>
                <a:latin typeface="BIZ UDPゴシック" panose="020B0400000000000000" pitchFamily="50" charset="-128"/>
                <a:ea typeface="BIZ UDPゴシック" panose="020B0400000000000000" pitchFamily="50" charset="-128"/>
              </a:rPr>
              <a:t>2025/10 – 2025/12</a:t>
            </a:r>
            <a:endParaRPr kumimoji="1" lang="ja-JP" altLang="en-US" sz="1200" dirty="0">
              <a:solidFill>
                <a:schemeClr val="bg1"/>
              </a:solidFill>
              <a:latin typeface="BIZ UDPゴシック" panose="020B0400000000000000" pitchFamily="50" charset="-128"/>
              <a:ea typeface="BIZ UDPゴシック" panose="020B0400000000000000" pitchFamily="50" charset="-128"/>
            </a:endParaRPr>
          </a:p>
        </p:txBody>
      </p:sp>
      <p:sp>
        <p:nvSpPr>
          <p:cNvPr id="19" name="正方形/長方形 18">
            <a:extLst>
              <a:ext uri="{FF2B5EF4-FFF2-40B4-BE49-F238E27FC236}">
                <a16:creationId xmlns:a16="http://schemas.microsoft.com/office/drawing/2014/main" id="{41A9190A-3FF7-7DEF-214D-0A2751688F52}"/>
              </a:ext>
            </a:extLst>
          </p:cNvPr>
          <p:cNvSpPr/>
          <p:nvPr/>
        </p:nvSpPr>
        <p:spPr>
          <a:xfrm>
            <a:off x="3772061" y="1643533"/>
            <a:ext cx="2532184" cy="26482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vert="horz" lIns="0" tIns="0" rIns="0" bIns="0" rtlCol="0" anchor="ctr"/>
          <a:lstStyle/>
          <a:p>
            <a:pPr algn="ctr"/>
            <a:r>
              <a:rPr kumimoji="1" lang="en-US" altLang="ja-JP" sz="1200" dirty="0">
                <a:solidFill>
                  <a:schemeClr val="tx1"/>
                </a:solidFill>
                <a:latin typeface="BIZ UDPゴシック" panose="020B0400000000000000" pitchFamily="50" charset="-128"/>
                <a:ea typeface="BIZ UDPゴシック" panose="020B0400000000000000" pitchFamily="50" charset="-128"/>
              </a:rPr>
              <a:t>3</a:t>
            </a:r>
            <a:r>
              <a:rPr kumimoji="1" lang="ja-JP" altLang="en-US" sz="1200" dirty="0">
                <a:solidFill>
                  <a:schemeClr val="tx1"/>
                </a:solidFill>
                <a:latin typeface="BIZ UDPゴシック" panose="020B0400000000000000" pitchFamily="50" charset="-128"/>
                <a:ea typeface="BIZ UDPゴシック" panose="020B0400000000000000" pitchFamily="50" charset="-128"/>
              </a:rPr>
              <a:t>か月</a:t>
            </a:r>
          </a:p>
        </p:txBody>
      </p:sp>
      <p:sp>
        <p:nvSpPr>
          <p:cNvPr id="20" name="テキスト ボックス 19">
            <a:extLst>
              <a:ext uri="{FF2B5EF4-FFF2-40B4-BE49-F238E27FC236}">
                <a16:creationId xmlns:a16="http://schemas.microsoft.com/office/drawing/2014/main" id="{074BB7B2-F569-320F-2E85-3E5220768143}"/>
              </a:ext>
            </a:extLst>
          </p:cNvPr>
          <p:cNvSpPr txBox="1"/>
          <p:nvPr/>
        </p:nvSpPr>
        <p:spPr>
          <a:xfrm>
            <a:off x="3772061" y="2810319"/>
            <a:ext cx="2532184" cy="738664"/>
          </a:xfrm>
          <a:prstGeom prst="rect">
            <a:avLst/>
          </a:prstGeom>
          <a:noFill/>
        </p:spPr>
        <p:txBody>
          <a:bodyPr wrap="square" lIns="0" tIns="0" rIns="0" bIns="0" rtlCol="0">
            <a:spAutoFit/>
          </a:bodyPr>
          <a:lstStyle/>
          <a:p>
            <a:pPr marL="355600" indent="-355600" algn="l">
              <a:buFont typeface="Wingdings" panose="05000000000000000000" pitchFamily="2" charset="2"/>
              <a:buChar char="n"/>
            </a:pPr>
            <a:r>
              <a:rPr kumimoji="1" lang="ja-JP" altLang="en-US" sz="1200" dirty="0">
                <a:latin typeface="BIZ UDPゴシック" panose="020B0400000000000000" pitchFamily="50" charset="-128"/>
                <a:ea typeface="BIZ UDPゴシック" panose="020B0400000000000000" pitchFamily="50" charset="-128"/>
              </a:rPr>
              <a:t>ロードマップ</a:t>
            </a:r>
            <a:endParaRPr kumimoji="1" lang="en-US" altLang="ja-JP" sz="1200" dirty="0">
              <a:latin typeface="BIZ UDPゴシック" panose="020B0400000000000000" pitchFamily="50" charset="-128"/>
              <a:ea typeface="BIZ UDPゴシック" panose="020B0400000000000000" pitchFamily="50" charset="-128"/>
            </a:endParaRPr>
          </a:p>
          <a:p>
            <a:pPr marL="355600" indent="-355600" algn="l">
              <a:buFont typeface="Wingdings" panose="05000000000000000000" pitchFamily="2" charset="2"/>
              <a:buChar char="n"/>
            </a:pPr>
            <a:r>
              <a:rPr lang="ja-JP" altLang="en-US" sz="1200" dirty="0">
                <a:latin typeface="BIZ UDPゴシック" panose="020B0400000000000000" pitchFamily="50" charset="-128"/>
                <a:ea typeface="BIZ UDPゴシック" panose="020B0400000000000000" pitchFamily="50" charset="-128"/>
              </a:rPr>
              <a:t>施策の方向性</a:t>
            </a:r>
            <a:endParaRPr lang="en-US" altLang="ja-JP" sz="1200" dirty="0">
              <a:latin typeface="BIZ UDPゴシック" panose="020B0400000000000000" pitchFamily="50" charset="-128"/>
              <a:ea typeface="BIZ UDPゴシック" panose="020B0400000000000000" pitchFamily="50" charset="-128"/>
            </a:endParaRPr>
          </a:p>
          <a:p>
            <a:pPr marL="355600" indent="-355600" algn="l">
              <a:buFont typeface="Wingdings" panose="05000000000000000000" pitchFamily="2" charset="2"/>
              <a:buChar char="n"/>
            </a:pPr>
            <a:r>
              <a:rPr kumimoji="1" lang="en-US" altLang="ja-JP" sz="1200" dirty="0">
                <a:latin typeface="BIZ UDPゴシック" panose="020B0400000000000000" pitchFamily="50" charset="-128"/>
                <a:ea typeface="BIZ UDPゴシック" panose="020B0400000000000000" pitchFamily="50" charset="-128"/>
              </a:rPr>
              <a:t>KGI/KPI</a:t>
            </a:r>
            <a:r>
              <a:rPr kumimoji="1" lang="ja-JP" altLang="en-US" sz="1200" dirty="0">
                <a:latin typeface="BIZ UDPゴシック" panose="020B0400000000000000" pitchFamily="50" charset="-128"/>
                <a:ea typeface="BIZ UDPゴシック" panose="020B0400000000000000" pitchFamily="50" charset="-128"/>
              </a:rPr>
              <a:t>の設計・評価指標</a:t>
            </a:r>
            <a:endParaRPr kumimoji="1" lang="en-US" altLang="ja-JP" sz="1200" dirty="0">
              <a:latin typeface="BIZ UDPゴシック" panose="020B0400000000000000" pitchFamily="50" charset="-128"/>
              <a:ea typeface="BIZ UDPゴシック" panose="020B0400000000000000" pitchFamily="50" charset="-128"/>
            </a:endParaRPr>
          </a:p>
          <a:p>
            <a:pPr marL="355600" indent="-355600" algn="l">
              <a:buFont typeface="Wingdings" panose="05000000000000000000" pitchFamily="2" charset="2"/>
              <a:buChar char="n"/>
            </a:pPr>
            <a:r>
              <a:rPr lang="ja-JP" altLang="en-US" sz="1200" dirty="0">
                <a:latin typeface="BIZ UDPゴシック" panose="020B0400000000000000" pitchFamily="50" charset="-128"/>
                <a:ea typeface="BIZ UDPゴシック" panose="020B0400000000000000" pitchFamily="50" charset="-128"/>
              </a:rPr>
              <a:t>検証項目の決定と実行</a:t>
            </a:r>
            <a:endParaRPr kumimoji="1" lang="ja-JP" altLang="en-US" sz="1200" dirty="0">
              <a:latin typeface="BIZ UDPゴシック" panose="020B0400000000000000" pitchFamily="50" charset="-128"/>
              <a:ea typeface="BIZ UDPゴシック" panose="020B0400000000000000" pitchFamily="50" charset="-128"/>
            </a:endParaRPr>
          </a:p>
        </p:txBody>
      </p:sp>
      <p:sp>
        <p:nvSpPr>
          <p:cNvPr id="21" name="テキスト ボックス 20">
            <a:extLst>
              <a:ext uri="{FF2B5EF4-FFF2-40B4-BE49-F238E27FC236}">
                <a16:creationId xmlns:a16="http://schemas.microsoft.com/office/drawing/2014/main" id="{518D473F-FD71-8D0A-F322-2C60BF2A49B4}"/>
              </a:ext>
            </a:extLst>
          </p:cNvPr>
          <p:cNvSpPr txBox="1"/>
          <p:nvPr/>
        </p:nvSpPr>
        <p:spPr>
          <a:xfrm>
            <a:off x="3772061" y="3633701"/>
            <a:ext cx="2532184" cy="738664"/>
          </a:xfrm>
          <a:prstGeom prst="rect">
            <a:avLst/>
          </a:prstGeom>
          <a:noFill/>
        </p:spPr>
        <p:txBody>
          <a:bodyPr wrap="square" lIns="0" tIns="0" rIns="0" bIns="0" rtlCol="0">
            <a:spAutoFit/>
          </a:bodyPr>
          <a:lstStyle/>
          <a:p>
            <a:pPr marL="355600" indent="-355600" algn="l">
              <a:buFont typeface="+mj-lt"/>
              <a:buAutoNum type="arabicPeriod"/>
            </a:pPr>
            <a:r>
              <a:rPr kumimoji="1" lang="ja-JP" altLang="en-US" sz="1200" dirty="0">
                <a:latin typeface="BIZ UDPゴシック" panose="020B0400000000000000" pitchFamily="50" charset="-128"/>
                <a:ea typeface="BIZ UDPゴシック" panose="020B0400000000000000" pitchFamily="50" charset="-128"/>
              </a:rPr>
              <a:t>ロードマップ</a:t>
            </a:r>
            <a:endParaRPr kumimoji="1" lang="en-US" altLang="ja-JP" sz="1200" dirty="0">
              <a:latin typeface="BIZ UDPゴシック" panose="020B0400000000000000" pitchFamily="50" charset="-128"/>
              <a:ea typeface="BIZ UDPゴシック" panose="020B0400000000000000" pitchFamily="50" charset="-128"/>
            </a:endParaRPr>
          </a:p>
          <a:p>
            <a:pPr marL="355600" indent="-355600" algn="l">
              <a:buFont typeface="+mj-lt"/>
              <a:buAutoNum type="arabicPeriod"/>
            </a:pPr>
            <a:r>
              <a:rPr lang="ja-JP" altLang="en-US" sz="1200" dirty="0">
                <a:latin typeface="BIZ UDPゴシック" panose="020B0400000000000000" pitchFamily="50" charset="-128"/>
                <a:ea typeface="BIZ UDPゴシック" panose="020B0400000000000000" pitchFamily="50" charset="-128"/>
              </a:rPr>
              <a:t>施策の方向性</a:t>
            </a:r>
            <a:endParaRPr lang="en-US" altLang="ja-JP" sz="1200" dirty="0">
              <a:latin typeface="BIZ UDPゴシック" panose="020B0400000000000000" pitchFamily="50" charset="-128"/>
              <a:ea typeface="BIZ UDPゴシック" panose="020B0400000000000000" pitchFamily="50" charset="-128"/>
            </a:endParaRPr>
          </a:p>
          <a:p>
            <a:pPr marL="355600" indent="-355600" algn="l">
              <a:buFont typeface="+mj-lt"/>
              <a:buAutoNum type="arabicPeriod"/>
            </a:pPr>
            <a:r>
              <a:rPr kumimoji="1" lang="en-US" altLang="ja-JP" sz="1200" dirty="0">
                <a:latin typeface="BIZ UDPゴシック" panose="020B0400000000000000" pitchFamily="50" charset="-128"/>
                <a:ea typeface="BIZ UDPゴシック" panose="020B0400000000000000" pitchFamily="50" charset="-128"/>
              </a:rPr>
              <a:t>KGI/KPI</a:t>
            </a:r>
            <a:r>
              <a:rPr kumimoji="1" lang="ja-JP" altLang="en-US" sz="1200" dirty="0">
                <a:latin typeface="BIZ UDPゴシック" panose="020B0400000000000000" pitchFamily="50" charset="-128"/>
                <a:ea typeface="BIZ UDPゴシック" panose="020B0400000000000000" pitchFamily="50" charset="-128"/>
              </a:rPr>
              <a:t>の設計・評価指標</a:t>
            </a:r>
            <a:endParaRPr kumimoji="1" lang="en-US" altLang="ja-JP" sz="1200" dirty="0">
              <a:latin typeface="BIZ UDPゴシック" panose="020B0400000000000000" pitchFamily="50" charset="-128"/>
              <a:ea typeface="BIZ UDPゴシック" panose="020B0400000000000000" pitchFamily="50" charset="-128"/>
            </a:endParaRPr>
          </a:p>
          <a:p>
            <a:pPr marL="355600" indent="-355600" algn="l">
              <a:buFont typeface="+mj-lt"/>
              <a:buAutoNum type="arabicPeriod"/>
            </a:pPr>
            <a:r>
              <a:rPr lang="ja-JP" altLang="en-US" sz="1200" dirty="0">
                <a:latin typeface="BIZ UDPゴシック" panose="020B0400000000000000" pitchFamily="50" charset="-128"/>
                <a:ea typeface="BIZ UDPゴシック" panose="020B0400000000000000" pitchFamily="50" charset="-128"/>
              </a:rPr>
              <a:t>検証項目の決定と実行</a:t>
            </a:r>
            <a:endParaRPr kumimoji="1" lang="ja-JP" altLang="en-US" sz="1200" dirty="0">
              <a:latin typeface="BIZ UDPゴシック" panose="020B0400000000000000" pitchFamily="50" charset="-128"/>
              <a:ea typeface="BIZ UDPゴシック" panose="020B0400000000000000" pitchFamily="50" charset="-128"/>
            </a:endParaRPr>
          </a:p>
        </p:txBody>
      </p:sp>
      <p:sp>
        <p:nvSpPr>
          <p:cNvPr id="22" name="テキスト ボックス 21">
            <a:extLst>
              <a:ext uri="{FF2B5EF4-FFF2-40B4-BE49-F238E27FC236}">
                <a16:creationId xmlns:a16="http://schemas.microsoft.com/office/drawing/2014/main" id="{9E8E6643-4B97-7C2A-5379-135D3317AFDF}"/>
              </a:ext>
            </a:extLst>
          </p:cNvPr>
          <p:cNvSpPr txBox="1"/>
          <p:nvPr/>
        </p:nvSpPr>
        <p:spPr>
          <a:xfrm>
            <a:off x="3772061" y="4910630"/>
            <a:ext cx="2532184" cy="738664"/>
          </a:xfrm>
          <a:prstGeom prst="rect">
            <a:avLst/>
          </a:prstGeom>
          <a:noFill/>
          <a:ln>
            <a:solidFill>
              <a:schemeClr val="bg1">
                <a:lumMod val="65000"/>
              </a:schemeClr>
            </a:solidFill>
          </a:ln>
        </p:spPr>
        <p:txBody>
          <a:bodyPr wrap="square" lIns="0" tIns="0" rIns="0" bIns="0" rtlCol="0">
            <a:spAutoFit/>
          </a:bodyPr>
          <a:lstStyle/>
          <a:p>
            <a:pPr marL="355600" indent="-355600" algn="l">
              <a:buFont typeface="+mj-lt"/>
              <a:buAutoNum type="arabicPeriod"/>
            </a:pPr>
            <a:r>
              <a:rPr kumimoji="1" lang="ja-JP" altLang="en-US" sz="1200" dirty="0">
                <a:latin typeface="BIZ UDPゴシック" panose="020B0400000000000000" pitchFamily="50" charset="-128"/>
                <a:ea typeface="BIZ UDPゴシック" panose="020B0400000000000000" pitchFamily="50" charset="-128"/>
              </a:rPr>
              <a:t>ロードマップ</a:t>
            </a:r>
            <a:endParaRPr kumimoji="1" lang="en-US" altLang="ja-JP" sz="1200" dirty="0">
              <a:latin typeface="BIZ UDPゴシック" panose="020B0400000000000000" pitchFamily="50" charset="-128"/>
              <a:ea typeface="BIZ UDPゴシック" panose="020B0400000000000000" pitchFamily="50" charset="-128"/>
            </a:endParaRPr>
          </a:p>
          <a:p>
            <a:pPr marL="355600" indent="-355600" algn="l">
              <a:buFont typeface="+mj-lt"/>
              <a:buAutoNum type="arabicPeriod"/>
            </a:pPr>
            <a:r>
              <a:rPr lang="ja-JP" altLang="en-US" sz="1200" dirty="0">
                <a:latin typeface="BIZ UDPゴシック" panose="020B0400000000000000" pitchFamily="50" charset="-128"/>
                <a:ea typeface="BIZ UDPゴシック" panose="020B0400000000000000" pitchFamily="50" charset="-128"/>
              </a:rPr>
              <a:t>施策の方向性</a:t>
            </a:r>
            <a:endParaRPr lang="en-US" altLang="ja-JP" sz="1200" dirty="0">
              <a:latin typeface="BIZ UDPゴシック" panose="020B0400000000000000" pitchFamily="50" charset="-128"/>
              <a:ea typeface="BIZ UDPゴシック" panose="020B0400000000000000" pitchFamily="50" charset="-128"/>
            </a:endParaRPr>
          </a:p>
          <a:p>
            <a:pPr marL="355600" indent="-355600" algn="l">
              <a:buFont typeface="+mj-lt"/>
              <a:buAutoNum type="arabicPeriod"/>
            </a:pPr>
            <a:r>
              <a:rPr kumimoji="1" lang="en-US" altLang="ja-JP" sz="1200" dirty="0">
                <a:latin typeface="BIZ UDPゴシック" panose="020B0400000000000000" pitchFamily="50" charset="-128"/>
                <a:ea typeface="BIZ UDPゴシック" panose="020B0400000000000000" pitchFamily="50" charset="-128"/>
              </a:rPr>
              <a:t>KGI/KPI</a:t>
            </a:r>
            <a:r>
              <a:rPr kumimoji="1" lang="ja-JP" altLang="en-US" sz="1200" dirty="0">
                <a:latin typeface="BIZ UDPゴシック" panose="020B0400000000000000" pitchFamily="50" charset="-128"/>
                <a:ea typeface="BIZ UDPゴシック" panose="020B0400000000000000" pitchFamily="50" charset="-128"/>
              </a:rPr>
              <a:t>の設計・評価指標</a:t>
            </a:r>
            <a:endParaRPr kumimoji="1" lang="en-US" altLang="ja-JP" sz="1200" dirty="0">
              <a:latin typeface="BIZ UDPゴシック" panose="020B0400000000000000" pitchFamily="50" charset="-128"/>
              <a:ea typeface="BIZ UDPゴシック" panose="020B0400000000000000" pitchFamily="50" charset="-128"/>
            </a:endParaRPr>
          </a:p>
          <a:p>
            <a:pPr marL="355600" indent="-355600" algn="l">
              <a:buFont typeface="+mj-lt"/>
              <a:buAutoNum type="arabicPeriod"/>
            </a:pPr>
            <a:r>
              <a:rPr lang="ja-JP" altLang="en-US" sz="1200" dirty="0">
                <a:latin typeface="BIZ UDPゴシック" panose="020B0400000000000000" pitchFamily="50" charset="-128"/>
                <a:ea typeface="BIZ UDPゴシック" panose="020B0400000000000000" pitchFamily="50" charset="-128"/>
              </a:rPr>
              <a:t>検証項目の決定と実行</a:t>
            </a:r>
            <a:endParaRPr kumimoji="1" lang="ja-JP" altLang="en-US" sz="1200" dirty="0">
              <a:latin typeface="BIZ UDPゴシック" panose="020B0400000000000000" pitchFamily="50" charset="-128"/>
              <a:ea typeface="BIZ UDPゴシック" panose="020B0400000000000000" pitchFamily="50" charset="-128"/>
            </a:endParaRPr>
          </a:p>
        </p:txBody>
      </p:sp>
      <p:sp>
        <p:nvSpPr>
          <p:cNvPr id="23" name="正方形/長方形 22">
            <a:extLst>
              <a:ext uri="{FF2B5EF4-FFF2-40B4-BE49-F238E27FC236}">
                <a16:creationId xmlns:a16="http://schemas.microsoft.com/office/drawing/2014/main" id="{F387256E-03D4-5B16-67D5-17212964C210}"/>
              </a:ext>
            </a:extLst>
          </p:cNvPr>
          <p:cNvSpPr/>
          <p:nvPr/>
        </p:nvSpPr>
        <p:spPr>
          <a:xfrm>
            <a:off x="6470813" y="1273758"/>
            <a:ext cx="2532184" cy="370668"/>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horz" lIns="0" tIns="0" rIns="0" bIns="0" rtlCol="0" anchor="ctr"/>
          <a:lstStyle/>
          <a:p>
            <a:pPr algn="ctr"/>
            <a:r>
              <a:rPr kumimoji="1" lang="ja-JP" altLang="en-US" sz="1200" dirty="0">
                <a:solidFill>
                  <a:schemeClr val="bg1"/>
                </a:solidFill>
                <a:latin typeface="BIZ UDPゴシック" panose="020B0400000000000000" pitchFamily="50" charset="-128"/>
                <a:ea typeface="BIZ UDPゴシック" panose="020B0400000000000000" pitchFamily="50" charset="-128"/>
              </a:rPr>
              <a:t>フェーズ</a:t>
            </a:r>
            <a:r>
              <a:rPr lang="en-US" altLang="ja-JP" sz="1200" dirty="0">
                <a:solidFill>
                  <a:schemeClr val="bg1"/>
                </a:solidFill>
                <a:latin typeface="BIZ UDPゴシック" panose="020B0400000000000000" pitchFamily="50" charset="-128"/>
                <a:ea typeface="BIZ UDPゴシック" panose="020B0400000000000000" pitchFamily="50" charset="-128"/>
              </a:rPr>
              <a:t> 0</a:t>
            </a:r>
          </a:p>
          <a:p>
            <a:pPr algn="ctr"/>
            <a:r>
              <a:rPr kumimoji="1" lang="en-US" altLang="ja-JP" sz="1200" dirty="0">
                <a:solidFill>
                  <a:schemeClr val="bg1"/>
                </a:solidFill>
                <a:latin typeface="BIZ UDPゴシック" panose="020B0400000000000000" pitchFamily="50" charset="-128"/>
                <a:ea typeface="BIZ UDPゴシック" panose="020B0400000000000000" pitchFamily="50" charset="-128"/>
              </a:rPr>
              <a:t>2025/10 – 2025/12</a:t>
            </a:r>
            <a:endParaRPr kumimoji="1" lang="ja-JP" altLang="en-US" sz="1200" dirty="0">
              <a:solidFill>
                <a:schemeClr val="bg1"/>
              </a:solidFill>
              <a:latin typeface="BIZ UDPゴシック" panose="020B0400000000000000" pitchFamily="50" charset="-128"/>
              <a:ea typeface="BIZ UDPゴシック" panose="020B0400000000000000" pitchFamily="50" charset="-128"/>
            </a:endParaRPr>
          </a:p>
        </p:txBody>
      </p:sp>
      <p:sp>
        <p:nvSpPr>
          <p:cNvPr id="24" name="正方形/長方形 23">
            <a:extLst>
              <a:ext uri="{FF2B5EF4-FFF2-40B4-BE49-F238E27FC236}">
                <a16:creationId xmlns:a16="http://schemas.microsoft.com/office/drawing/2014/main" id="{D73DD8C0-BCC4-F611-A902-7D8543043013}"/>
              </a:ext>
            </a:extLst>
          </p:cNvPr>
          <p:cNvSpPr/>
          <p:nvPr/>
        </p:nvSpPr>
        <p:spPr>
          <a:xfrm>
            <a:off x="6470813" y="1643533"/>
            <a:ext cx="2532184" cy="2297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vert="horz" lIns="0" tIns="0" rIns="0" bIns="0" rtlCol="0" anchor="ctr"/>
          <a:lstStyle/>
          <a:p>
            <a:pPr algn="ctr"/>
            <a:r>
              <a:rPr kumimoji="1" lang="en-US" altLang="ja-JP" sz="1200" dirty="0">
                <a:solidFill>
                  <a:schemeClr val="tx1"/>
                </a:solidFill>
                <a:latin typeface="BIZ UDPゴシック" panose="020B0400000000000000" pitchFamily="50" charset="-128"/>
                <a:ea typeface="BIZ UDPゴシック" panose="020B0400000000000000" pitchFamily="50" charset="-128"/>
              </a:rPr>
              <a:t>3</a:t>
            </a:r>
            <a:r>
              <a:rPr kumimoji="1" lang="ja-JP" altLang="en-US" sz="1200" dirty="0">
                <a:solidFill>
                  <a:schemeClr val="tx1"/>
                </a:solidFill>
                <a:latin typeface="BIZ UDPゴシック" panose="020B0400000000000000" pitchFamily="50" charset="-128"/>
                <a:ea typeface="BIZ UDPゴシック" panose="020B0400000000000000" pitchFamily="50" charset="-128"/>
              </a:rPr>
              <a:t>か月</a:t>
            </a:r>
          </a:p>
        </p:txBody>
      </p:sp>
      <p:sp>
        <p:nvSpPr>
          <p:cNvPr id="25" name="テキスト ボックス 24">
            <a:extLst>
              <a:ext uri="{FF2B5EF4-FFF2-40B4-BE49-F238E27FC236}">
                <a16:creationId xmlns:a16="http://schemas.microsoft.com/office/drawing/2014/main" id="{B8144F28-7111-CC62-A5E4-1F6776E530C6}"/>
              </a:ext>
            </a:extLst>
          </p:cNvPr>
          <p:cNvSpPr txBox="1"/>
          <p:nvPr/>
        </p:nvSpPr>
        <p:spPr>
          <a:xfrm>
            <a:off x="6470813" y="2810319"/>
            <a:ext cx="2532184" cy="738664"/>
          </a:xfrm>
          <a:prstGeom prst="rect">
            <a:avLst/>
          </a:prstGeom>
          <a:noFill/>
        </p:spPr>
        <p:txBody>
          <a:bodyPr wrap="square" lIns="0" tIns="0" rIns="0" bIns="0" rtlCol="0">
            <a:spAutoFit/>
          </a:bodyPr>
          <a:lstStyle/>
          <a:p>
            <a:pPr marL="355600" indent="-355600" algn="l">
              <a:buFont typeface="Wingdings" panose="05000000000000000000" pitchFamily="2" charset="2"/>
              <a:buChar char="n"/>
              <a:tabLst>
                <a:tab pos="355600" algn="l"/>
              </a:tabLst>
            </a:pPr>
            <a:r>
              <a:rPr kumimoji="1" lang="ja-JP" altLang="en-US" sz="1200" dirty="0">
                <a:latin typeface="BIZ UDPゴシック" panose="020B0400000000000000" pitchFamily="50" charset="-128"/>
                <a:ea typeface="BIZ UDPゴシック" panose="020B0400000000000000" pitchFamily="50" charset="-128"/>
              </a:rPr>
              <a:t>ロードマップ</a:t>
            </a:r>
            <a:endParaRPr kumimoji="1" lang="en-US" altLang="ja-JP" sz="1200" dirty="0">
              <a:latin typeface="BIZ UDPゴシック" panose="020B0400000000000000" pitchFamily="50" charset="-128"/>
              <a:ea typeface="BIZ UDPゴシック" panose="020B0400000000000000" pitchFamily="50" charset="-128"/>
            </a:endParaRPr>
          </a:p>
          <a:p>
            <a:pPr marL="355600" indent="-355600" algn="l">
              <a:buFont typeface="Wingdings" panose="05000000000000000000" pitchFamily="2" charset="2"/>
              <a:buChar char="n"/>
              <a:tabLst>
                <a:tab pos="355600" algn="l"/>
              </a:tabLst>
            </a:pPr>
            <a:r>
              <a:rPr lang="ja-JP" altLang="en-US" sz="1200" dirty="0">
                <a:latin typeface="BIZ UDPゴシック" panose="020B0400000000000000" pitchFamily="50" charset="-128"/>
                <a:ea typeface="BIZ UDPゴシック" panose="020B0400000000000000" pitchFamily="50" charset="-128"/>
              </a:rPr>
              <a:t>施策の方向性</a:t>
            </a:r>
            <a:endParaRPr lang="en-US" altLang="ja-JP" sz="1200" dirty="0">
              <a:latin typeface="BIZ UDPゴシック" panose="020B0400000000000000" pitchFamily="50" charset="-128"/>
              <a:ea typeface="BIZ UDPゴシック" panose="020B0400000000000000" pitchFamily="50" charset="-128"/>
            </a:endParaRPr>
          </a:p>
          <a:p>
            <a:pPr marL="355600" indent="-355600" algn="l">
              <a:buFont typeface="Wingdings" panose="05000000000000000000" pitchFamily="2" charset="2"/>
              <a:buChar char="n"/>
              <a:tabLst>
                <a:tab pos="355600" algn="l"/>
              </a:tabLst>
            </a:pPr>
            <a:r>
              <a:rPr kumimoji="1" lang="en-US" altLang="ja-JP" sz="1200" dirty="0">
                <a:latin typeface="BIZ UDPゴシック" panose="020B0400000000000000" pitchFamily="50" charset="-128"/>
                <a:ea typeface="BIZ UDPゴシック" panose="020B0400000000000000" pitchFamily="50" charset="-128"/>
              </a:rPr>
              <a:t>KGI/KPI</a:t>
            </a:r>
            <a:r>
              <a:rPr kumimoji="1" lang="ja-JP" altLang="en-US" sz="1200" dirty="0">
                <a:latin typeface="BIZ UDPゴシック" panose="020B0400000000000000" pitchFamily="50" charset="-128"/>
                <a:ea typeface="BIZ UDPゴシック" panose="020B0400000000000000" pitchFamily="50" charset="-128"/>
              </a:rPr>
              <a:t>の設計・評価指標</a:t>
            </a:r>
            <a:endParaRPr kumimoji="1" lang="en-US" altLang="ja-JP" sz="1200" dirty="0">
              <a:latin typeface="BIZ UDPゴシック" panose="020B0400000000000000" pitchFamily="50" charset="-128"/>
              <a:ea typeface="BIZ UDPゴシック" panose="020B0400000000000000" pitchFamily="50" charset="-128"/>
            </a:endParaRPr>
          </a:p>
          <a:p>
            <a:pPr marL="355600" indent="-355600" algn="l">
              <a:buFont typeface="Wingdings" panose="05000000000000000000" pitchFamily="2" charset="2"/>
              <a:buChar char="n"/>
              <a:tabLst>
                <a:tab pos="355600" algn="l"/>
              </a:tabLst>
            </a:pPr>
            <a:r>
              <a:rPr lang="ja-JP" altLang="en-US" sz="1200" dirty="0">
                <a:latin typeface="BIZ UDPゴシック" panose="020B0400000000000000" pitchFamily="50" charset="-128"/>
                <a:ea typeface="BIZ UDPゴシック" panose="020B0400000000000000" pitchFamily="50" charset="-128"/>
              </a:rPr>
              <a:t>検証項目の決定と実行</a:t>
            </a:r>
            <a:endParaRPr kumimoji="1" lang="ja-JP" altLang="en-US" sz="1200" dirty="0">
              <a:latin typeface="BIZ UDPゴシック" panose="020B0400000000000000" pitchFamily="50" charset="-128"/>
              <a:ea typeface="BIZ UDPゴシック" panose="020B0400000000000000" pitchFamily="50" charset="-128"/>
            </a:endParaRPr>
          </a:p>
        </p:txBody>
      </p:sp>
      <p:sp>
        <p:nvSpPr>
          <p:cNvPr id="26" name="テキスト ボックス 25">
            <a:extLst>
              <a:ext uri="{FF2B5EF4-FFF2-40B4-BE49-F238E27FC236}">
                <a16:creationId xmlns:a16="http://schemas.microsoft.com/office/drawing/2014/main" id="{ACFEFBD8-2789-EDA6-DE0C-10B40575AD90}"/>
              </a:ext>
            </a:extLst>
          </p:cNvPr>
          <p:cNvSpPr txBox="1"/>
          <p:nvPr/>
        </p:nvSpPr>
        <p:spPr>
          <a:xfrm>
            <a:off x="6470813" y="3633701"/>
            <a:ext cx="2532184" cy="738664"/>
          </a:xfrm>
          <a:prstGeom prst="rect">
            <a:avLst/>
          </a:prstGeom>
          <a:noFill/>
        </p:spPr>
        <p:txBody>
          <a:bodyPr wrap="square" lIns="0" tIns="0" rIns="0" bIns="0" rtlCol="0">
            <a:spAutoFit/>
          </a:bodyPr>
          <a:lstStyle/>
          <a:p>
            <a:pPr marL="355600" indent="-355600" algn="l">
              <a:buFont typeface="+mj-lt"/>
              <a:buAutoNum type="arabicPeriod"/>
            </a:pPr>
            <a:r>
              <a:rPr kumimoji="1" lang="ja-JP" altLang="en-US" sz="1200" dirty="0">
                <a:latin typeface="BIZ UDPゴシック" panose="020B0400000000000000" pitchFamily="50" charset="-128"/>
                <a:ea typeface="BIZ UDPゴシック" panose="020B0400000000000000" pitchFamily="50" charset="-128"/>
              </a:rPr>
              <a:t>ロードマップ</a:t>
            </a:r>
            <a:endParaRPr kumimoji="1" lang="en-US" altLang="ja-JP" sz="1200" dirty="0">
              <a:latin typeface="BIZ UDPゴシック" panose="020B0400000000000000" pitchFamily="50" charset="-128"/>
              <a:ea typeface="BIZ UDPゴシック" panose="020B0400000000000000" pitchFamily="50" charset="-128"/>
            </a:endParaRPr>
          </a:p>
          <a:p>
            <a:pPr marL="355600" indent="-355600" algn="l">
              <a:buFont typeface="+mj-lt"/>
              <a:buAutoNum type="arabicPeriod"/>
            </a:pPr>
            <a:r>
              <a:rPr lang="ja-JP" altLang="en-US" sz="1200" dirty="0">
                <a:latin typeface="BIZ UDPゴシック" panose="020B0400000000000000" pitchFamily="50" charset="-128"/>
                <a:ea typeface="BIZ UDPゴシック" panose="020B0400000000000000" pitchFamily="50" charset="-128"/>
              </a:rPr>
              <a:t>施策の方向性</a:t>
            </a:r>
            <a:endParaRPr lang="en-US" altLang="ja-JP" sz="1200" dirty="0">
              <a:latin typeface="BIZ UDPゴシック" panose="020B0400000000000000" pitchFamily="50" charset="-128"/>
              <a:ea typeface="BIZ UDPゴシック" panose="020B0400000000000000" pitchFamily="50" charset="-128"/>
            </a:endParaRPr>
          </a:p>
          <a:p>
            <a:pPr marL="355600" indent="-355600" algn="l">
              <a:buFont typeface="+mj-lt"/>
              <a:buAutoNum type="arabicPeriod"/>
            </a:pPr>
            <a:r>
              <a:rPr kumimoji="1" lang="en-US" altLang="ja-JP" sz="1200" dirty="0">
                <a:latin typeface="BIZ UDPゴシック" panose="020B0400000000000000" pitchFamily="50" charset="-128"/>
                <a:ea typeface="BIZ UDPゴシック" panose="020B0400000000000000" pitchFamily="50" charset="-128"/>
              </a:rPr>
              <a:t>KGI/KPI</a:t>
            </a:r>
            <a:r>
              <a:rPr kumimoji="1" lang="ja-JP" altLang="en-US" sz="1200" dirty="0">
                <a:latin typeface="BIZ UDPゴシック" panose="020B0400000000000000" pitchFamily="50" charset="-128"/>
                <a:ea typeface="BIZ UDPゴシック" panose="020B0400000000000000" pitchFamily="50" charset="-128"/>
              </a:rPr>
              <a:t>の設計・評価指標</a:t>
            </a:r>
            <a:endParaRPr kumimoji="1" lang="en-US" altLang="ja-JP" sz="1200" dirty="0">
              <a:latin typeface="BIZ UDPゴシック" panose="020B0400000000000000" pitchFamily="50" charset="-128"/>
              <a:ea typeface="BIZ UDPゴシック" panose="020B0400000000000000" pitchFamily="50" charset="-128"/>
            </a:endParaRPr>
          </a:p>
          <a:p>
            <a:pPr marL="355600" indent="-355600" algn="l">
              <a:buFont typeface="+mj-lt"/>
              <a:buAutoNum type="arabicPeriod"/>
            </a:pPr>
            <a:r>
              <a:rPr lang="ja-JP" altLang="en-US" sz="1200" dirty="0">
                <a:latin typeface="BIZ UDPゴシック" panose="020B0400000000000000" pitchFamily="50" charset="-128"/>
                <a:ea typeface="BIZ UDPゴシック" panose="020B0400000000000000" pitchFamily="50" charset="-128"/>
              </a:rPr>
              <a:t>検証項目の決定と実行</a:t>
            </a:r>
            <a:endParaRPr kumimoji="1" lang="ja-JP" altLang="en-US" sz="1200" dirty="0">
              <a:latin typeface="BIZ UDPゴシック" panose="020B0400000000000000" pitchFamily="50" charset="-128"/>
              <a:ea typeface="BIZ UDPゴシック" panose="020B0400000000000000" pitchFamily="50" charset="-128"/>
            </a:endParaRPr>
          </a:p>
        </p:txBody>
      </p:sp>
      <p:sp>
        <p:nvSpPr>
          <p:cNvPr id="27" name="テキスト ボックス 26">
            <a:extLst>
              <a:ext uri="{FF2B5EF4-FFF2-40B4-BE49-F238E27FC236}">
                <a16:creationId xmlns:a16="http://schemas.microsoft.com/office/drawing/2014/main" id="{EC284030-702E-B48B-BF1B-9CA12B77A7A5}"/>
              </a:ext>
            </a:extLst>
          </p:cNvPr>
          <p:cNvSpPr txBox="1"/>
          <p:nvPr/>
        </p:nvSpPr>
        <p:spPr>
          <a:xfrm>
            <a:off x="6470813" y="4910630"/>
            <a:ext cx="2532184" cy="738664"/>
          </a:xfrm>
          <a:prstGeom prst="rect">
            <a:avLst/>
          </a:prstGeom>
          <a:noFill/>
          <a:ln>
            <a:solidFill>
              <a:schemeClr val="bg1">
                <a:lumMod val="65000"/>
              </a:schemeClr>
            </a:solidFill>
          </a:ln>
        </p:spPr>
        <p:txBody>
          <a:bodyPr wrap="square" lIns="0" tIns="0" rIns="0" bIns="0" rtlCol="0">
            <a:spAutoFit/>
          </a:bodyPr>
          <a:lstStyle/>
          <a:p>
            <a:pPr marL="355600" indent="-355600" algn="l">
              <a:buFont typeface="+mj-lt"/>
              <a:buAutoNum type="arabicPeriod"/>
            </a:pPr>
            <a:r>
              <a:rPr kumimoji="1" lang="ja-JP" altLang="en-US" sz="1200" dirty="0">
                <a:latin typeface="BIZ UDPゴシック" panose="020B0400000000000000" pitchFamily="50" charset="-128"/>
                <a:ea typeface="BIZ UDPゴシック" panose="020B0400000000000000" pitchFamily="50" charset="-128"/>
              </a:rPr>
              <a:t>ロードマップ</a:t>
            </a:r>
            <a:endParaRPr kumimoji="1" lang="en-US" altLang="ja-JP" sz="1200" dirty="0">
              <a:latin typeface="BIZ UDPゴシック" panose="020B0400000000000000" pitchFamily="50" charset="-128"/>
              <a:ea typeface="BIZ UDPゴシック" panose="020B0400000000000000" pitchFamily="50" charset="-128"/>
            </a:endParaRPr>
          </a:p>
          <a:p>
            <a:pPr marL="355600" indent="-355600" algn="l">
              <a:buFont typeface="+mj-lt"/>
              <a:buAutoNum type="arabicPeriod"/>
            </a:pPr>
            <a:r>
              <a:rPr lang="ja-JP" altLang="en-US" sz="1200" dirty="0">
                <a:latin typeface="BIZ UDPゴシック" panose="020B0400000000000000" pitchFamily="50" charset="-128"/>
                <a:ea typeface="BIZ UDPゴシック" panose="020B0400000000000000" pitchFamily="50" charset="-128"/>
              </a:rPr>
              <a:t>施策の方向性</a:t>
            </a:r>
            <a:endParaRPr lang="en-US" altLang="ja-JP" sz="1200" dirty="0">
              <a:latin typeface="BIZ UDPゴシック" panose="020B0400000000000000" pitchFamily="50" charset="-128"/>
              <a:ea typeface="BIZ UDPゴシック" panose="020B0400000000000000" pitchFamily="50" charset="-128"/>
            </a:endParaRPr>
          </a:p>
          <a:p>
            <a:pPr marL="355600" indent="-355600" algn="l">
              <a:buFont typeface="+mj-lt"/>
              <a:buAutoNum type="arabicPeriod"/>
            </a:pPr>
            <a:r>
              <a:rPr kumimoji="1" lang="en-US" altLang="ja-JP" sz="1200" dirty="0">
                <a:latin typeface="BIZ UDPゴシック" panose="020B0400000000000000" pitchFamily="50" charset="-128"/>
                <a:ea typeface="BIZ UDPゴシック" panose="020B0400000000000000" pitchFamily="50" charset="-128"/>
              </a:rPr>
              <a:t>KGI/KPI</a:t>
            </a:r>
            <a:r>
              <a:rPr kumimoji="1" lang="ja-JP" altLang="en-US" sz="1200" dirty="0">
                <a:latin typeface="BIZ UDPゴシック" panose="020B0400000000000000" pitchFamily="50" charset="-128"/>
                <a:ea typeface="BIZ UDPゴシック" panose="020B0400000000000000" pitchFamily="50" charset="-128"/>
              </a:rPr>
              <a:t>の設計・評価指標</a:t>
            </a:r>
            <a:endParaRPr kumimoji="1" lang="en-US" altLang="ja-JP" sz="1200" dirty="0">
              <a:latin typeface="BIZ UDPゴシック" panose="020B0400000000000000" pitchFamily="50" charset="-128"/>
              <a:ea typeface="BIZ UDPゴシック" panose="020B0400000000000000" pitchFamily="50" charset="-128"/>
            </a:endParaRPr>
          </a:p>
          <a:p>
            <a:pPr marL="355600" indent="-355600" algn="l">
              <a:buFont typeface="+mj-lt"/>
              <a:buAutoNum type="arabicPeriod"/>
            </a:pPr>
            <a:r>
              <a:rPr lang="ja-JP" altLang="en-US" sz="1200" dirty="0">
                <a:latin typeface="BIZ UDPゴシック" panose="020B0400000000000000" pitchFamily="50" charset="-128"/>
                <a:ea typeface="BIZ UDPゴシック" panose="020B0400000000000000" pitchFamily="50" charset="-128"/>
              </a:rPr>
              <a:t>検証項目の決定と実行</a:t>
            </a:r>
            <a:endParaRPr kumimoji="1" lang="ja-JP" altLang="en-US" sz="1200" dirty="0">
              <a:latin typeface="BIZ UDPゴシック" panose="020B0400000000000000" pitchFamily="50" charset="-128"/>
              <a:ea typeface="BIZ UDPゴシック" panose="020B0400000000000000" pitchFamily="50" charset="-128"/>
            </a:endParaRPr>
          </a:p>
        </p:txBody>
      </p:sp>
      <p:sp>
        <p:nvSpPr>
          <p:cNvPr id="29" name="正方形/長方形 28">
            <a:extLst>
              <a:ext uri="{FF2B5EF4-FFF2-40B4-BE49-F238E27FC236}">
                <a16:creationId xmlns:a16="http://schemas.microsoft.com/office/drawing/2014/main" id="{5153A467-C7F3-544E-EF26-818AFE951684}"/>
              </a:ext>
            </a:extLst>
          </p:cNvPr>
          <p:cNvSpPr/>
          <p:nvPr/>
        </p:nvSpPr>
        <p:spPr>
          <a:xfrm>
            <a:off x="9164325" y="1273758"/>
            <a:ext cx="2532184" cy="370668"/>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horz" lIns="0" tIns="0" rIns="0" bIns="0" rtlCol="0" anchor="ctr"/>
          <a:lstStyle/>
          <a:p>
            <a:pPr algn="ctr"/>
            <a:r>
              <a:rPr kumimoji="1" lang="ja-JP" altLang="en-US" sz="1200" dirty="0">
                <a:solidFill>
                  <a:schemeClr val="bg1"/>
                </a:solidFill>
                <a:latin typeface="BIZ UDPゴシック" panose="020B0400000000000000" pitchFamily="50" charset="-128"/>
                <a:ea typeface="BIZ UDPゴシック" panose="020B0400000000000000" pitchFamily="50" charset="-128"/>
              </a:rPr>
              <a:t>フェーズ</a:t>
            </a:r>
            <a:r>
              <a:rPr lang="en-US" altLang="ja-JP" sz="1200" dirty="0">
                <a:solidFill>
                  <a:schemeClr val="bg1"/>
                </a:solidFill>
                <a:latin typeface="BIZ UDPゴシック" panose="020B0400000000000000" pitchFamily="50" charset="-128"/>
                <a:ea typeface="BIZ UDPゴシック" panose="020B0400000000000000" pitchFamily="50" charset="-128"/>
              </a:rPr>
              <a:t> 0</a:t>
            </a:r>
          </a:p>
          <a:p>
            <a:pPr algn="ctr"/>
            <a:r>
              <a:rPr kumimoji="1" lang="en-US" altLang="ja-JP" sz="1200" dirty="0">
                <a:solidFill>
                  <a:schemeClr val="bg1"/>
                </a:solidFill>
                <a:latin typeface="BIZ UDPゴシック" panose="020B0400000000000000" pitchFamily="50" charset="-128"/>
                <a:ea typeface="BIZ UDPゴシック" panose="020B0400000000000000" pitchFamily="50" charset="-128"/>
              </a:rPr>
              <a:t>2025/10 – 2025/12</a:t>
            </a:r>
            <a:endParaRPr kumimoji="1" lang="ja-JP" altLang="en-US" sz="1200" dirty="0">
              <a:solidFill>
                <a:schemeClr val="bg1"/>
              </a:solidFill>
              <a:latin typeface="BIZ UDPゴシック" panose="020B0400000000000000" pitchFamily="50" charset="-128"/>
              <a:ea typeface="BIZ UDPゴシック" panose="020B0400000000000000" pitchFamily="50" charset="-128"/>
            </a:endParaRPr>
          </a:p>
        </p:txBody>
      </p:sp>
      <p:sp>
        <p:nvSpPr>
          <p:cNvPr id="30" name="正方形/長方形 29">
            <a:extLst>
              <a:ext uri="{FF2B5EF4-FFF2-40B4-BE49-F238E27FC236}">
                <a16:creationId xmlns:a16="http://schemas.microsoft.com/office/drawing/2014/main" id="{C6E1EE6F-CDE8-F917-44F0-3E8C93729427}"/>
              </a:ext>
            </a:extLst>
          </p:cNvPr>
          <p:cNvSpPr/>
          <p:nvPr/>
        </p:nvSpPr>
        <p:spPr>
          <a:xfrm>
            <a:off x="9164325" y="1643533"/>
            <a:ext cx="2532184" cy="26482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vert="horz" lIns="0" tIns="0" rIns="0" bIns="0" rtlCol="0" anchor="ctr"/>
          <a:lstStyle/>
          <a:p>
            <a:pPr algn="ctr"/>
            <a:r>
              <a:rPr kumimoji="1" lang="en-US" altLang="ja-JP" sz="1200" dirty="0">
                <a:solidFill>
                  <a:schemeClr val="tx1"/>
                </a:solidFill>
                <a:latin typeface="BIZ UDPゴシック" panose="020B0400000000000000" pitchFamily="50" charset="-128"/>
                <a:ea typeface="BIZ UDPゴシック" panose="020B0400000000000000" pitchFamily="50" charset="-128"/>
              </a:rPr>
              <a:t>3</a:t>
            </a:r>
            <a:r>
              <a:rPr kumimoji="1" lang="ja-JP" altLang="en-US" sz="1200" dirty="0">
                <a:solidFill>
                  <a:schemeClr val="tx1"/>
                </a:solidFill>
                <a:latin typeface="BIZ UDPゴシック" panose="020B0400000000000000" pitchFamily="50" charset="-128"/>
                <a:ea typeface="BIZ UDPゴシック" panose="020B0400000000000000" pitchFamily="50" charset="-128"/>
              </a:rPr>
              <a:t>か月</a:t>
            </a:r>
          </a:p>
        </p:txBody>
      </p:sp>
      <p:sp>
        <p:nvSpPr>
          <p:cNvPr id="31" name="テキスト ボックス 30">
            <a:extLst>
              <a:ext uri="{FF2B5EF4-FFF2-40B4-BE49-F238E27FC236}">
                <a16:creationId xmlns:a16="http://schemas.microsoft.com/office/drawing/2014/main" id="{A4F258C2-A796-B438-6332-77D2AE9F00E6}"/>
              </a:ext>
            </a:extLst>
          </p:cNvPr>
          <p:cNvSpPr txBox="1"/>
          <p:nvPr/>
        </p:nvSpPr>
        <p:spPr>
          <a:xfrm>
            <a:off x="9164325" y="2810319"/>
            <a:ext cx="2532184" cy="738664"/>
          </a:xfrm>
          <a:prstGeom prst="rect">
            <a:avLst/>
          </a:prstGeom>
          <a:noFill/>
        </p:spPr>
        <p:txBody>
          <a:bodyPr wrap="square" lIns="0" tIns="0" rIns="0" bIns="0" rtlCol="0">
            <a:spAutoFit/>
          </a:bodyPr>
          <a:lstStyle/>
          <a:p>
            <a:pPr marL="355600" indent="-355600" algn="l">
              <a:buFont typeface="Wingdings" panose="05000000000000000000" pitchFamily="2" charset="2"/>
              <a:buChar char="n"/>
            </a:pPr>
            <a:r>
              <a:rPr kumimoji="1" lang="ja-JP" altLang="en-US" sz="1200" dirty="0">
                <a:latin typeface="BIZ UDPゴシック" panose="020B0400000000000000" pitchFamily="50" charset="-128"/>
                <a:ea typeface="BIZ UDPゴシック" panose="020B0400000000000000" pitchFamily="50" charset="-128"/>
              </a:rPr>
              <a:t>ロードマップ</a:t>
            </a:r>
            <a:endParaRPr kumimoji="1" lang="en-US" altLang="ja-JP" sz="1200" dirty="0">
              <a:latin typeface="BIZ UDPゴシック" panose="020B0400000000000000" pitchFamily="50" charset="-128"/>
              <a:ea typeface="BIZ UDPゴシック" panose="020B0400000000000000" pitchFamily="50" charset="-128"/>
            </a:endParaRPr>
          </a:p>
          <a:p>
            <a:pPr marL="355600" indent="-355600" algn="l">
              <a:buFont typeface="Wingdings" panose="05000000000000000000" pitchFamily="2" charset="2"/>
              <a:buChar char="n"/>
            </a:pPr>
            <a:r>
              <a:rPr lang="ja-JP" altLang="en-US" sz="1200" dirty="0">
                <a:latin typeface="BIZ UDPゴシック" panose="020B0400000000000000" pitchFamily="50" charset="-128"/>
                <a:ea typeface="BIZ UDPゴシック" panose="020B0400000000000000" pitchFamily="50" charset="-128"/>
              </a:rPr>
              <a:t>施策の方向性</a:t>
            </a:r>
            <a:endParaRPr lang="en-US" altLang="ja-JP" sz="1200" dirty="0">
              <a:latin typeface="BIZ UDPゴシック" panose="020B0400000000000000" pitchFamily="50" charset="-128"/>
              <a:ea typeface="BIZ UDPゴシック" panose="020B0400000000000000" pitchFamily="50" charset="-128"/>
            </a:endParaRPr>
          </a:p>
          <a:p>
            <a:pPr marL="355600" indent="-355600" algn="l">
              <a:buFont typeface="Wingdings" panose="05000000000000000000" pitchFamily="2" charset="2"/>
              <a:buChar char="n"/>
            </a:pPr>
            <a:r>
              <a:rPr kumimoji="1" lang="en-US" altLang="ja-JP" sz="1200" dirty="0">
                <a:latin typeface="BIZ UDPゴシック" panose="020B0400000000000000" pitchFamily="50" charset="-128"/>
                <a:ea typeface="BIZ UDPゴシック" panose="020B0400000000000000" pitchFamily="50" charset="-128"/>
              </a:rPr>
              <a:t>KGI/KPI</a:t>
            </a:r>
            <a:r>
              <a:rPr kumimoji="1" lang="ja-JP" altLang="en-US" sz="1200" dirty="0">
                <a:latin typeface="BIZ UDPゴシック" panose="020B0400000000000000" pitchFamily="50" charset="-128"/>
                <a:ea typeface="BIZ UDPゴシック" panose="020B0400000000000000" pitchFamily="50" charset="-128"/>
              </a:rPr>
              <a:t>の設計・評価指標</a:t>
            </a:r>
            <a:endParaRPr kumimoji="1" lang="en-US" altLang="ja-JP" sz="1200" dirty="0">
              <a:latin typeface="BIZ UDPゴシック" panose="020B0400000000000000" pitchFamily="50" charset="-128"/>
              <a:ea typeface="BIZ UDPゴシック" panose="020B0400000000000000" pitchFamily="50" charset="-128"/>
            </a:endParaRPr>
          </a:p>
          <a:p>
            <a:pPr marL="355600" indent="-355600" algn="l">
              <a:buFont typeface="Wingdings" panose="05000000000000000000" pitchFamily="2" charset="2"/>
              <a:buChar char="n"/>
            </a:pPr>
            <a:r>
              <a:rPr lang="ja-JP" altLang="en-US" sz="1200" dirty="0">
                <a:latin typeface="BIZ UDPゴシック" panose="020B0400000000000000" pitchFamily="50" charset="-128"/>
                <a:ea typeface="BIZ UDPゴシック" panose="020B0400000000000000" pitchFamily="50" charset="-128"/>
              </a:rPr>
              <a:t>検証項目の決定と実行</a:t>
            </a:r>
            <a:endParaRPr kumimoji="1" lang="ja-JP" altLang="en-US" sz="1200" dirty="0">
              <a:latin typeface="BIZ UDPゴシック" panose="020B0400000000000000" pitchFamily="50" charset="-128"/>
              <a:ea typeface="BIZ UDPゴシック" panose="020B0400000000000000" pitchFamily="50" charset="-128"/>
            </a:endParaRPr>
          </a:p>
        </p:txBody>
      </p:sp>
      <p:sp>
        <p:nvSpPr>
          <p:cNvPr id="32" name="テキスト ボックス 31">
            <a:extLst>
              <a:ext uri="{FF2B5EF4-FFF2-40B4-BE49-F238E27FC236}">
                <a16:creationId xmlns:a16="http://schemas.microsoft.com/office/drawing/2014/main" id="{4279C943-B33D-2285-E0F1-4C59BCD51FDC}"/>
              </a:ext>
            </a:extLst>
          </p:cNvPr>
          <p:cNvSpPr txBox="1"/>
          <p:nvPr/>
        </p:nvSpPr>
        <p:spPr>
          <a:xfrm>
            <a:off x="9164325" y="3633701"/>
            <a:ext cx="2532184" cy="738664"/>
          </a:xfrm>
          <a:prstGeom prst="rect">
            <a:avLst/>
          </a:prstGeom>
          <a:noFill/>
        </p:spPr>
        <p:txBody>
          <a:bodyPr wrap="square" lIns="0" tIns="0" rIns="0" bIns="0" rtlCol="0">
            <a:spAutoFit/>
          </a:bodyPr>
          <a:lstStyle/>
          <a:p>
            <a:pPr marL="342900" indent="-342900" algn="l">
              <a:buFont typeface="+mj-lt"/>
              <a:buAutoNum type="arabicPeriod"/>
            </a:pPr>
            <a:r>
              <a:rPr kumimoji="1" lang="ja-JP" altLang="en-US" sz="1200" dirty="0">
                <a:latin typeface="BIZ UDPゴシック" panose="020B0400000000000000" pitchFamily="50" charset="-128"/>
                <a:ea typeface="BIZ UDPゴシック" panose="020B0400000000000000" pitchFamily="50" charset="-128"/>
              </a:rPr>
              <a:t>ロードマップ</a:t>
            </a:r>
            <a:endParaRPr kumimoji="1" lang="en-US" altLang="ja-JP" sz="1200" dirty="0">
              <a:latin typeface="BIZ UDPゴシック" panose="020B0400000000000000" pitchFamily="50" charset="-128"/>
              <a:ea typeface="BIZ UDPゴシック" panose="020B0400000000000000" pitchFamily="50" charset="-128"/>
            </a:endParaRPr>
          </a:p>
          <a:p>
            <a:pPr marL="342900" indent="-342900" algn="l">
              <a:buFont typeface="+mj-lt"/>
              <a:buAutoNum type="arabicPeriod"/>
            </a:pPr>
            <a:r>
              <a:rPr lang="ja-JP" altLang="en-US" sz="1200" dirty="0">
                <a:latin typeface="BIZ UDPゴシック" panose="020B0400000000000000" pitchFamily="50" charset="-128"/>
                <a:ea typeface="BIZ UDPゴシック" panose="020B0400000000000000" pitchFamily="50" charset="-128"/>
              </a:rPr>
              <a:t>施策の方向性</a:t>
            </a:r>
            <a:endParaRPr lang="en-US" altLang="ja-JP" sz="1200" dirty="0">
              <a:latin typeface="BIZ UDPゴシック" panose="020B0400000000000000" pitchFamily="50" charset="-128"/>
              <a:ea typeface="BIZ UDPゴシック" panose="020B0400000000000000" pitchFamily="50" charset="-128"/>
            </a:endParaRPr>
          </a:p>
          <a:p>
            <a:pPr marL="342900" indent="-342900" algn="l">
              <a:buFont typeface="+mj-lt"/>
              <a:buAutoNum type="arabicPeriod"/>
            </a:pPr>
            <a:r>
              <a:rPr kumimoji="1" lang="en-US" altLang="ja-JP" sz="1200" dirty="0">
                <a:latin typeface="BIZ UDPゴシック" panose="020B0400000000000000" pitchFamily="50" charset="-128"/>
                <a:ea typeface="BIZ UDPゴシック" panose="020B0400000000000000" pitchFamily="50" charset="-128"/>
              </a:rPr>
              <a:t>KGI/KPI</a:t>
            </a:r>
            <a:r>
              <a:rPr kumimoji="1" lang="ja-JP" altLang="en-US" sz="1200" dirty="0">
                <a:latin typeface="BIZ UDPゴシック" panose="020B0400000000000000" pitchFamily="50" charset="-128"/>
                <a:ea typeface="BIZ UDPゴシック" panose="020B0400000000000000" pitchFamily="50" charset="-128"/>
              </a:rPr>
              <a:t>の設計・評価指標</a:t>
            </a:r>
            <a:endParaRPr kumimoji="1" lang="en-US" altLang="ja-JP" sz="1200" dirty="0">
              <a:latin typeface="BIZ UDPゴシック" panose="020B0400000000000000" pitchFamily="50" charset="-128"/>
              <a:ea typeface="BIZ UDPゴシック" panose="020B0400000000000000" pitchFamily="50" charset="-128"/>
            </a:endParaRPr>
          </a:p>
          <a:p>
            <a:pPr marL="342900" indent="-342900" algn="l">
              <a:buFont typeface="+mj-lt"/>
              <a:buAutoNum type="arabicPeriod"/>
            </a:pPr>
            <a:r>
              <a:rPr lang="ja-JP" altLang="en-US" sz="1200" dirty="0">
                <a:latin typeface="BIZ UDPゴシック" panose="020B0400000000000000" pitchFamily="50" charset="-128"/>
                <a:ea typeface="BIZ UDPゴシック" panose="020B0400000000000000" pitchFamily="50" charset="-128"/>
              </a:rPr>
              <a:t>検証項目の決定と実行</a:t>
            </a:r>
            <a:endParaRPr kumimoji="1" lang="ja-JP" altLang="en-US" sz="1200" dirty="0">
              <a:latin typeface="BIZ UDPゴシック" panose="020B0400000000000000" pitchFamily="50" charset="-128"/>
              <a:ea typeface="BIZ UDPゴシック" panose="020B0400000000000000" pitchFamily="50" charset="-128"/>
            </a:endParaRPr>
          </a:p>
        </p:txBody>
      </p:sp>
      <p:sp>
        <p:nvSpPr>
          <p:cNvPr id="33" name="テキスト ボックス 32">
            <a:extLst>
              <a:ext uri="{FF2B5EF4-FFF2-40B4-BE49-F238E27FC236}">
                <a16:creationId xmlns:a16="http://schemas.microsoft.com/office/drawing/2014/main" id="{C79F2D63-04A3-5C43-105A-ADBFFE229A44}"/>
              </a:ext>
            </a:extLst>
          </p:cNvPr>
          <p:cNvSpPr txBox="1"/>
          <p:nvPr/>
        </p:nvSpPr>
        <p:spPr>
          <a:xfrm>
            <a:off x="9164325" y="4910630"/>
            <a:ext cx="2532184" cy="738664"/>
          </a:xfrm>
          <a:prstGeom prst="rect">
            <a:avLst/>
          </a:prstGeom>
          <a:noFill/>
          <a:ln>
            <a:solidFill>
              <a:schemeClr val="bg1">
                <a:lumMod val="65000"/>
              </a:schemeClr>
            </a:solidFill>
          </a:ln>
        </p:spPr>
        <p:txBody>
          <a:bodyPr wrap="square" lIns="0" tIns="0" rIns="0" bIns="0" rtlCol="0">
            <a:spAutoFit/>
          </a:bodyPr>
          <a:lstStyle/>
          <a:p>
            <a:pPr marL="342900" indent="-342900" algn="l">
              <a:buFont typeface="+mj-lt"/>
              <a:buAutoNum type="arabicPeriod"/>
            </a:pPr>
            <a:r>
              <a:rPr kumimoji="1" lang="ja-JP" altLang="en-US" sz="1200" dirty="0">
                <a:latin typeface="BIZ UDPゴシック" panose="020B0400000000000000" pitchFamily="50" charset="-128"/>
                <a:ea typeface="BIZ UDPゴシック" panose="020B0400000000000000" pitchFamily="50" charset="-128"/>
              </a:rPr>
              <a:t>ロードマップ</a:t>
            </a:r>
            <a:endParaRPr kumimoji="1" lang="en-US" altLang="ja-JP" sz="1200" dirty="0">
              <a:latin typeface="BIZ UDPゴシック" panose="020B0400000000000000" pitchFamily="50" charset="-128"/>
              <a:ea typeface="BIZ UDPゴシック" panose="020B0400000000000000" pitchFamily="50" charset="-128"/>
            </a:endParaRPr>
          </a:p>
          <a:p>
            <a:pPr marL="342900" indent="-342900" algn="l">
              <a:buFont typeface="+mj-lt"/>
              <a:buAutoNum type="arabicPeriod"/>
            </a:pPr>
            <a:r>
              <a:rPr lang="ja-JP" altLang="en-US" sz="1200" dirty="0">
                <a:latin typeface="BIZ UDPゴシック" panose="020B0400000000000000" pitchFamily="50" charset="-128"/>
                <a:ea typeface="BIZ UDPゴシック" panose="020B0400000000000000" pitchFamily="50" charset="-128"/>
              </a:rPr>
              <a:t>施策の方向性</a:t>
            </a:r>
            <a:endParaRPr lang="en-US" altLang="ja-JP" sz="1200" dirty="0">
              <a:latin typeface="BIZ UDPゴシック" panose="020B0400000000000000" pitchFamily="50" charset="-128"/>
              <a:ea typeface="BIZ UDPゴシック" panose="020B0400000000000000" pitchFamily="50" charset="-128"/>
            </a:endParaRPr>
          </a:p>
          <a:p>
            <a:pPr marL="342900" indent="-342900" algn="l">
              <a:buFont typeface="+mj-lt"/>
              <a:buAutoNum type="arabicPeriod"/>
            </a:pPr>
            <a:r>
              <a:rPr kumimoji="1" lang="en-US" altLang="ja-JP" sz="1200" dirty="0">
                <a:latin typeface="BIZ UDPゴシック" panose="020B0400000000000000" pitchFamily="50" charset="-128"/>
                <a:ea typeface="BIZ UDPゴシック" panose="020B0400000000000000" pitchFamily="50" charset="-128"/>
              </a:rPr>
              <a:t>KGI/KPI</a:t>
            </a:r>
            <a:r>
              <a:rPr kumimoji="1" lang="ja-JP" altLang="en-US" sz="1200" dirty="0">
                <a:latin typeface="BIZ UDPゴシック" panose="020B0400000000000000" pitchFamily="50" charset="-128"/>
                <a:ea typeface="BIZ UDPゴシック" panose="020B0400000000000000" pitchFamily="50" charset="-128"/>
              </a:rPr>
              <a:t>の設計・評価指標</a:t>
            </a:r>
            <a:endParaRPr kumimoji="1" lang="en-US" altLang="ja-JP" sz="1200" dirty="0">
              <a:latin typeface="BIZ UDPゴシック" panose="020B0400000000000000" pitchFamily="50" charset="-128"/>
              <a:ea typeface="BIZ UDPゴシック" panose="020B0400000000000000" pitchFamily="50" charset="-128"/>
            </a:endParaRPr>
          </a:p>
          <a:p>
            <a:pPr marL="342900" indent="-342900" algn="l">
              <a:buFont typeface="+mj-lt"/>
              <a:buAutoNum type="arabicPeriod"/>
            </a:pPr>
            <a:r>
              <a:rPr lang="ja-JP" altLang="en-US" sz="1200" dirty="0">
                <a:latin typeface="BIZ UDPゴシック" panose="020B0400000000000000" pitchFamily="50" charset="-128"/>
                <a:ea typeface="BIZ UDPゴシック" panose="020B0400000000000000" pitchFamily="50" charset="-128"/>
              </a:rPr>
              <a:t>検証項目の決定と実行</a:t>
            </a:r>
            <a:endParaRPr kumimoji="1" lang="ja-JP" altLang="en-US" sz="1200" dirty="0">
              <a:latin typeface="BIZ UDPゴシック" panose="020B0400000000000000" pitchFamily="50" charset="-128"/>
              <a:ea typeface="BIZ UDPゴシック" panose="020B0400000000000000" pitchFamily="50" charset="-128"/>
            </a:endParaRPr>
          </a:p>
        </p:txBody>
      </p:sp>
      <p:sp>
        <p:nvSpPr>
          <p:cNvPr id="35" name="矢印: 五方向 34">
            <a:extLst>
              <a:ext uri="{FF2B5EF4-FFF2-40B4-BE49-F238E27FC236}">
                <a16:creationId xmlns:a16="http://schemas.microsoft.com/office/drawing/2014/main" id="{8F8C2A06-638B-DDCB-0D99-3008DF763D8B}"/>
              </a:ext>
            </a:extLst>
          </p:cNvPr>
          <p:cNvSpPr/>
          <p:nvPr/>
        </p:nvSpPr>
        <p:spPr>
          <a:xfrm>
            <a:off x="3777301" y="2093160"/>
            <a:ext cx="2526944" cy="417068"/>
          </a:xfrm>
          <a:prstGeom prst="homePlat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l"/>
            <a:r>
              <a:rPr kumimoji="1" lang="ja-JP" altLang="en-US" sz="1200" dirty="0">
                <a:solidFill>
                  <a:schemeClr val="tx1"/>
                </a:solidFill>
                <a:latin typeface="BIZ UDPゴシック" panose="020B0400000000000000" pitchFamily="50" charset="-128"/>
                <a:ea typeface="BIZ UDPゴシック" panose="020B0400000000000000" pitchFamily="50" charset="-128"/>
              </a:rPr>
              <a:t>マーケティング戦略・戦術の構築</a:t>
            </a:r>
            <a:endParaRPr kumimoji="1" lang="en-US" altLang="ja-JP" sz="1200" dirty="0">
              <a:solidFill>
                <a:schemeClr val="tx1"/>
              </a:solidFill>
              <a:latin typeface="BIZ UDPゴシック" panose="020B0400000000000000" pitchFamily="50" charset="-128"/>
              <a:ea typeface="BIZ UDPゴシック" panose="020B0400000000000000" pitchFamily="50" charset="-128"/>
            </a:endParaRPr>
          </a:p>
          <a:p>
            <a:pPr algn="l"/>
            <a:r>
              <a:rPr lang="en-US" altLang="ja-JP" sz="1200" dirty="0">
                <a:solidFill>
                  <a:schemeClr val="tx1"/>
                </a:solidFill>
                <a:latin typeface="BIZ UDPゴシック" panose="020B0400000000000000" pitchFamily="50" charset="-128"/>
                <a:ea typeface="BIZ UDPゴシック" panose="020B0400000000000000" pitchFamily="50" charset="-128"/>
              </a:rPr>
              <a:t>KGI</a:t>
            </a:r>
            <a:r>
              <a:rPr lang="ja-JP" altLang="en-US" sz="1200" dirty="0">
                <a:solidFill>
                  <a:schemeClr val="tx1"/>
                </a:solidFill>
                <a:latin typeface="BIZ UDPゴシック" panose="020B0400000000000000" pitchFamily="50" charset="-128"/>
                <a:ea typeface="BIZ UDPゴシック" panose="020B0400000000000000" pitchFamily="50" charset="-128"/>
              </a:rPr>
              <a:t>・</a:t>
            </a:r>
            <a:r>
              <a:rPr lang="en-US" altLang="ja-JP" sz="1200" dirty="0">
                <a:solidFill>
                  <a:schemeClr val="tx1"/>
                </a:solidFill>
                <a:latin typeface="BIZ UDPゴシック" panose="020B0400000000000000" pitchFamily="50" charset="-128"/>
                <a:ea typeface="BIZ UDPゴシック" panose="020B0400000000000000" pitchFamily="50" charset="-128"/>
              </a:rPr>
              <a:t>KPI</a:t>
            </a:r>
            <a:r>
              <a:rPr lang="ja-JP" altLang="en-US" sz="1200" dirty="0">
                <a:solidFill>
                  <a:schemeClr val="tx1"/>
                </a:solidFill>
                <a:latin typeface="BIZ UDPゴシック" panose="020B0400000000000000" pitchFamily="50" charset="-128"/>
                <a:ea typeface="BIZ UDPゴシック" panose="020B0400000000000000" pitchFamily="50" charset="-128"/>
              </a:rPr>
              <a:t>設計</a:t>
            </a:r>
            <a:r>
              <a:rPr lang="en-US" altLang="ja-JP" sz="1200" dirty="0">
                <a:solidFill>
                  <a:schemeClr val="tx1"/>
                </a:solidFill>
                <a:latin typeface="BIZ UDPゴシック" panose="020B0400000000000000" pitchFamily="50" charset="-128"/>
                <a:ea typeface="BIZ UDPゴシック" panose="020B0400000000000000" pitchFamily="50" charset="-128"/>
              </a:rPr>
              <a:t>/</a:t>
            </a:r>
            <a:r>
              <a:rPr lang="ja-JP" altLang="en-US" sz="1200" dirty="0">
                <a:solidFill>
                  <a:schemeClr val="tx1"/>
                </a:solidFill>
                <a:latin typeface="BIZ UDPゴシック" panose="020B0400000000000000" pitchFamily="50" charset="-128"/>
                <a:ea typeface="BIZ UDPゴシック" panose="020B0400000000000000" pitchFamily="50" charset="-128"/>
              </a:rPr>
              <a:t>企画設計</a:t>
            </a:r>
            <a:r>
              <a:rPr lang="en-US" altLang="ja-JP" sz="1200" dirty="0">
                <a:solidFill>
                  <a:schemeClr val="tx1"/>
                </a:solidFill>
                <a:latin typeface="BIZ UDPゴシック" panose="020B0400000000000000" pitchFamily="50" charset="-128"/>
                <a:ea typeface="BIZ UDPゴシック" panose="020B0400000000000000" pitchFamily="50" charset="-128"/>
              </a:rPr>
              <a:t>/</a:t>
            </a:r>
            <a:r>
              <a:rPr lang="ja-JP" altLang="en-US" sz="1200" dirty="0">
                <a:solidFill>
                  <a:schemeClr val="tx1"/>
                </a:solidFill>
                <a:latin typeface="BIZ UDPゴシック" panose="020B0400000000000000" pitchFamily="50" charset="-128"/>
                <a:ea typeface="BIZ UDPゴシック" panose="020B0400000000000000" pitchFamily="50" charset="-128"/>
              </a:rPr>
              <a:t>検証</a:t>
            </a:r>
            <a:endParaRPr kumimoji="1" lang="ja-JP" altLang="en-US" sz="1200" dirty="0">
              <a:solidFill>
                <a:schemeClr val="tx1"/>
              </a:solidFill>
              <a:latin typeface="BIZ UDPゴシック" panose="020B0400000000000000" pitchFamily="50" charset="-128"/>
              <a:ea typeface="BIZ UDPゴシック" panose="020B0400000000000000" pitchFamily="50" charset="-128"/>
            </a:endParaRPr>
          </a:p>
        </p:txBody>
      </p:sp>
      <p:sp>
        <p:nvSpPr>
          <p:cNvPr id="36" name="矢印: 五方向 35">
            <a:extLst>
              <a:ext uri="{FF2B5EF4-FFF2-40B4-BE49-F238E27FC236}">
                <a16:creationId xmlns:a16="http://schemas.microsoft.com/office/drawing/2014/main" id="{1FC3CF85-2BD4-C041-A793-E57B0AC83088}"/>
              </a:ext>
            </a:extLst>
          </p:cNvPr>
          <p:cNvSpPr/>
          <p:nvPr/>
        </p:nvSpPr>
        <p:spPr>
          <a:xfrm>
            <a:off x="6476053" y="2106063"/>
            <a:ext cx="2526944" cy="417068"/>
          </a:xfrm>
          <a:prstGeom prst="homePlat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l"/>
            <a:r>
              <a:rPr kumimoji="1" lang="ja-JP" altLang="en-US" sz="1200" dirty="0">
                <a:solidFill>
                  <a:schemeClr val="tx1"/>
                </a:solidFill>
                <a:latin typeface="BIZ UDPゴシック" panose="020B0400000000000000" pitchFamily="50" charset="-128"/>
                <a:ea typeface="BIZ UDPゴシック" panose="020B0400000000000000" pitchFamily="50" charset="-128"/>
              </a:rPr>
              <a:t>マーケティング戦略・戦術の構築</a:t>
            </a:r>
            <a:endParaRPr kumimoji="1" lang="en-US" altLang="ja-JP" sz="1200" dirty="0">
              <a:solidFill>
                <a:schemeClr val="tx1"/>
              </a:solidFill>
              <a:latin typeface="BIZ UDPゴシック" panose="020B0400000000000000" pitchFamily="50" charset="-128"/>
              <a:ea typeface="BIZ UDPゴシック" panose="020B0400000000000000" pitchFamily="50" charset="-128"/>
            </a:endParaRPr>
          </a:p>
          <a:p>
            <a:pPr algn="l"/>
            <a:r>
              <a:rPr lang="en-US" altLang="ja-JP" sz="1200" dirty="0">
                <a:solidFill>
                  <a:schemeClr val="tx1"/>
                </a:solidFill>
                <a:latin typeface="BIZ UDPゴシック" panose="020B0400000000000000" pitchFamily="50" charset="-128"/>
                <a:ea typeface="BIZ UDPゴシック" panose="020B0400000000000000" pitchFamily="50" charset="-128"/>
              </a:rPr>
              <a:t>KGI</a:t>
            </a:r>
            <a:r>
              <a:rPr lang="ja-JP" altLang="en-US" sz="1200" dirty="0">
                <a:solidFill>
                  <a:schemeClr val="tx1"/>
                </a:solidFill>
                <a:latin typeface="BIZ UDPゴシック" panose="020B0400000000000000" pitchFamily="50" charset="-128"/>
                <a:ea typeface="BIZ UDPゴシック" panose="020B0400000000000000" pitchFamily="50" charset="-128"/>
              </a:rPr>
              <a:t>・</a:t>
            </a:r>
            <a:r>
              <a:rPr lang="en-US" altLang="ja-JP" sz="1200" dirty="0">
                <a:solidFill>
                  <a:schemeClr val="tx1"/>
                </a:solidFill>
                <a:latin typeface="BIZ UDPゴシック" panose="020B0400000000000000" pitchFamily="50" charset="-128"/>
                <a:ea typeface="BIZ UDPゴシック" panose="020B0400000000000000" pitchFamily="50" charset="-128"/>
              </a:rPr>
              <a:t>KPI</a:t>
            </a:r>
            <a:r>
              <a:rPr lang="ja-JP" altLang="en-US" sz="1200" dirty="0">
                <a:solidFill>
                  <a:schemeClr val="tx1"/>
                </a:solidFill>
                <a:latin typeface="BIZ UDPゴシック" panose="020B0400000000000000" pitchFamily="50" charset="-128"/>
                <a:ea typeface="BIZ UDPゴシック" panose="020B0400000000000000" pitchFamily="50" charset="-128"/>
              </a:rPr>
              <a:t>設計</a:t>
            </a:r>
            <a:r>
              <a:rPr lang="en-US" altLang="ja-JP" sz="1200" dirty="0">
                <a:solidFill>
                  <a:schemeClr val="tx1"/>
                </a:solidFill>
                <a:latin typeface="BIZ UDPゴシック" panose="020B0400000000000000" pitchFamily="50" charset="-128"/>
                <a:ea typeface="BIZ UDPゴシック" panose="020B0400000000000000" pitchFamily="50" charset="-128"/>
              </a:rPr>
              <a:t>/</a:t>
            </a:r>
            <a:r>
              <a:rPr lang="ja-JP" altLang="en-US" sz="1200" dirty="0">
                <a:solidFill>
                  <a:schemeClr val="tx1"/>
                </a:solidFill>
                <a:latin typeface="BIZ UDPゴシック" panose="020B0400000000000000" pitchFamily="50" charset="-128"/>
                <a:ea typeface="BIZ UDPゴシック" panose="020B0400000000000000" pitchFamily="50" charset="-128"/>
              </a:rPr>
              <a:t>企画設計</a:t>
            </a:r>
            <a:r>
              <a:rPr lang="en-US" altLang="ja-JP" sz="1200" dirty="0">
                <a:solidFill>
                  <a:schemeClr val="tx1"/>
                </a:solidFill>
                <a:latin typeface="BIZ UDPゴシック" panose="020B0400000000000000" pitchFamily="50" charset="-128"/>
                <a:ea typeface="BIZ UDPゴシック" panose="020B0400000000000000" pitchFamily="50" charset="-128"/>
              </a:rPr>
              <a:t>/</a:t>
            </a:r>
            <a:r>
              <a:rPr lang="ja-JP" altLang="en-US" sz="1200" dirty="0">
                <a:solidFill>
                  <a:schemeClr val="tx1"/>
                </a:solidFill>
                <a:latin typeface="BIZ UDPゴシック" panose="020B0400000000000000" pitchFamily="50" charset="-128"/>
                <a:ea typeface="BIZ UDPゴシック" panose="020B0400000000000000" pitchFamily="50" charset="-128"/>
              </a:rPr>
              <a:t>検証</a:t>
            </a:r>
            <a:endParaRPr kumimoji="1" lang="ja-JP" altLang="en-US" sz="1200" dirty="0">
              <a:solidFill>
                <a:schemeClr val="tx1"/>
              </a:solidFill>
              <a:latin typeface="BIZ UDPゴシック" panose="020B0400000000000000" pitchFamily="50" charset="-128"/>
              <a:ea typeface="BIZ UDPゴシック" panose="020B0400000000000000" pitchFamily="50" charset="-128"/>
            </a:endParaRPr>
          </a:p>
        </p:txBody>
      </p:sp>
      <p:sp>
        <p:nvSpPr>
          <p:cNvPr id="37" name="矢印: 五方向 36">
            <a:extLst>
              <a:ext uri="{FF2B5EF4-FFF2-40B4-BE49-F238E27FC236}">
                <a16:creationId xmlns:a16="http://schemas.microsoft.com/office/drawing/2014/main" id="{236BEDBD-B7BA-EA6E-6836-8F794FDEE96C}"/>
              </a:ext>
            </a:extLst>
          </p:cNvPr>
          <p:cNvSpPr/>
          <p:nvPr/>
        </p:nvSpPr>
        <p:spPr>
          <a:xfrm>
            <a:off x="9174805" y="2106063"/>
            <a:ext cx="2526944" cy="417068"/>
          </a:xfrm>
          <a:prstGeom prst="homePlat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l"/>
            <a:r>
              <a:rPr kumimoji="1" lang="ja-JP" altLang="en-US" sz="1200" dirty="0">
                <a:solidFill>
                  <a:schemeClr val="tx1"/>
                </a:solidFill>
                <a:latin typeface="BIZ UDPゴシック" panose="020B0400000000000000" pitchFamily="50" charset="-128"/>
                <a:ea typeface="BIZ UDPゴシック" panose="020B0400000000000000" pitchFamily="50" charset="-128"/>
              </a:rPr>
              <a:t>マーケティング戦略・戦術の構築</a:t>
            </a:r>
            <a:endParaRPr kumimoji="1" lang="en-US" altLang="ja-JP" sz="1200" dirty="0">
              <a:solidFill>
                <a:schemeClr val="tx1"/>
              </a:solidFill>
              <a:latin typeface="BIZ UDPゴシック" panose="020B0400000000000000" pitchFamily="50" charset="-128"/>
              <a:ea typeface="BIZ UDPゴシック" panose="020B0400000000000000" pitchFamily="50" charset="-128"/>
            </a:endParaRPr>
          </a:p>
          <a:p>
            <a:pPr algn="l"/>
            <a:r>
              <a:rPr lang="en-US" altLang="ja-JP" sz="1200" dirty="0">
                <a:solidFill>
                  <a:schemeClr val="tx1"/>
                </a:solidFill>
                <a:latin typeface="BIZ UDPゴシック" panose="020B0400000000000000" pitchFamily="50" charset="-128"/>
                <a:ea typeface="BIZ UDPゴシック" panose="020B0400000000000000" pitchFamily="50" charset="-128"/>
              </a:rPr>
              <a:t>KGI</a:t>
            </a:r>
            <a:r>
              <a:rPr lang="ja-JP" altLang="en-US" sz="1200" dirty="0">
                <a:solidFill>
                  <a:schemeClr val="tx1"/>
                </a:solidFill>
                <a:latin typeface="BIZ UDPゴシック" panose="020B0400000000000000" pitchFamily="50" charset="-128"/>
                <a:ea typeface="BIZ UDPゴシック" panose="020B0400000000000000" pitchFamily="50" charset="-128"/>
              </a:rPr>
              <a:t>・</a:t>
            </a:r>
            <a:r>
              <a:rPr lang="en-US" altLang="ja-JP" sz="1200" dirty="0">
                <a:solidFill>
                  <a:schemeClr val="tx1"/>
                </a:solidFill>
                <a:latin typeface="BIZ UDPゴシック" panose="020B0400000000000000" pitchFamily="50" charset="-128"/>
                <a:ea typeface="BIZ UDPゴシック" panose="020B0400000000000000" pitchFamily="50" charset="-128"/>
              </a:rPr>
              <a:t>KPI</a:t>
            </a:r>
            <a:r>
              <a:rPr lang="ja-JP" altLang="en-US" sz="1200" dirty="0">
                <a:solidFill>
                  <a:schemeClr val="tx1"/>
                </a:solidFill>
                <a:latin typeface="BIZ UDPゴシック" panose="020B0400000000000000" pitchFamily="50" charset="-128"/>
                <a:ea typeface="BIZ UDPゴシック" panose="020B0400000000000000" pitchFamily="50" charset="-128"/>
              </a:rPr>
              <a:t>設計</a:t>
            </a:r>
            <a:r>
              <a:rPr lang="en-US" altLang="ja-JP" sz="1200" dirty="0">
                <a:solidFill>
                  <a:schemeClr val="tx1"/>
                </a:solidFill>
                <a:latin typeface="BIZ UDPゴシック" panose="020B0400000000000000" pitchFamily="50" charset="-128"/>
                <a:ea typeface="BIZ UDPゴシック" panose="020B0400000000000000" pitchFamily="50" charset="-128"/>
              </a:rPr>
              <a:t>/</a:t>
            </a:r>
            <a:r>
              <a:rPr lang="ja-JP" altLang="en-US" sz="1200" dirty="0">
                <a:solidFill>
                  <a:schemeClr val="tx1"/>
                </a:solidFill>
                <a:latin typeface="BIZ UDPゴシック" panose="020B0400000000000000" pitchFamily="50" charset="-128"/>
                <a:ea typeface="BIZ UDPゴシック" panose="020B0400000000000000" pitchFamily="50" charset="-128"/>
              </a:rPr>
              <a:t>企画設計</a:t>
            </a:r>
            <a:r>
              <a:rPr lang="en-US" altLang="ja-JP" sz="1200" dirty="0">
                <a:solidFill>
                  <a:schemeClr val="tx1"/>
                </a:solidFill>
                <a:latin typeface="BIZ UDPゴシック" panose="020B0400000000000000" pitchFamily="50" charset="-128"/>
                <a:ea typeface="BIZ UDPゴシック" panose="020B0400000000000000" pitchFamily="50" charset="-128"/>
              </a:rPr>
              <a:t>/</a:t>
            </a:r>
            <a:r>
              <a:rPr lang="ja-JP" altLang="en-US" sz="1200" dirty="0">
                <a:solidFill>
                  <a:schemeClr val="tx1"/>
                </a:solidFill>
                <a:latin typeface="BIZ UDPゴシック" panose="020B0400000000000000" pitchFamily="50" charset="-128"/>
                <a:ea typeface="BIZ UDPゴシック" panose="020B0400000000000000" pitchFamily="50" charset="-128"/>
              </a:rPr>
              <a:t>検証</a:t>
            </a:r>
            <a:endParaRPr kumimoji="1" lang="ja-JP" altLang="en-US" sz="1200" dirty="0">
              <a:solidFill>
                <a:schemeClr val="tx1"/>
              </a:solidFill>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82268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404B986-2E88-A75A-0B25-315F0273DB6F}"/>
              </a:ext>
            </a:extLst>
          </p:cNvPr>
          <p:cNvSpPr>
            <a:spLocks noGrp="1"/>
          </p:cNvSpPr>
          <p:nvPr>
            <p:ph type="title"/>
          </p:nvPr>
        </p:nvSpPr>
        <p:spPr/>
        <p:txBody>
          <a:bodyPr/>
          <a:lstStyle/>
          <a:p>
            <a:r>
              <a:rPr lang="en-US" altLang="ja-JP" dirty="0"/>
              <a:t>IPO</a:t>
            </a:r>
            <a:endParaRPr kumimoji="1" lang="ja-JP" altLang="en-US" dirty="0"/>
          </a:p>
        </p:txBody>
      </p:sp>
      <p:sp>
        <p:nvSpPr>
          <p:cNvPr id="3" name="フッター プレースホルダー 2">
            <a:extLst>
              <a:ext uri="{FF2B5EF4-FFF2-40B4-BE49-F238E27FC236}">
                <a16:creationId xmlns:a16="http://schemas.microsoft.com/office/drawing/2014/main" id="{01142144-C273-7E30-550F-DAFD3441C850}"/>
              </a:ext>
            </a:extLst>
          </p:cNvPr>
          <p:cNvSpPr>
            <a:spLocks noGrp="1"/>
          </p:cNvSpPr>
          <p:nvPr>
            <p:ph type="ftr" sz="quarter" idx="11"/>
          </p:nvPr>
        </p:nvSpPr>
        <p:spPr/>
        <p:txBody>
          <a:bodyPr/>
          <a:lstStyle/>
          <a:p>
            <a:r>
              <a:rPr lang="ja-JP" altLang="en-US"/>
              <a:t>出所：</a:t>
            </a:r>
            <a:endParaRPr lang="ja-JP" altLang="en-US" sz="900" dirty="0"/>
          </a:p>
        </p:txBody>
      </p:sp>
      <p:sp>
        <p:nvSpPr>
          <p:cNvPr id="4" name="スライド番号プレースホルダー 3">
            <a:extLst>
              <a:ext uri="{FF2B5EF4-FFF2-40B4-BE49-F238E27FC236}">
                <a16:creationId xmlns:a16="http://schemas.microsoft.com/office/drawing/2014/main" id="{2FC41C54-35D3-6AEC-B899-4E60A331DD25}"/>
              </a:ext>
            </a:extLst>
          </p:cNvPr>
          <p:cNvSpPr>
            <a:spLocks noGrp="1"/>
          </p:cNvSpPr>
          <p:nvPr>
            <p:ph type="sldNum" sz="quarter" idx="12"/>
          </p:nvPr>
        </p:nvSpPr>
        <p:spPr/>
        <p:txBody>
          <a:bodyPr/>
          <a:lstStyle/>
          <a:p>
            <a:fld id="{DCB5AA93-092B-49A1-87A7-3C88D5F38AD7}" type="slidenum">
              <a:rPr lang="ja-JP" altLang="en-US" smtClean="0"/>
              <a:pPr/>
              <a:t>20</a:t>
            </a:fld>
            <a:endParaRPr lang="ja-JP" altLang="en-US" sz="900" dirty="0"/>
          </a:p>
        </p:txBody>
      </p:sp>
      <p:sp>
        <p:nvSpPr>
          <p:cNvPr id="5" name="テキスト プレースホルダー 4">
            <a:extLst>
              <a:ext uri="{FF2B5EF4-FFF2-40B4-BE49-F238E27FC236}">
                <a16:creationId xmlns:a16="http://schemas.microsoft.com/office/drawing/2014/main" id="{FCAFB38D-124D-EB58-F3B0-D5CBE3B1C311}"/>
              </a:ext>
            </a:extLst>
          </p:cNvPr>
          <p:cNvSpPr>
            <a:spLocks noGrp="1"/>
          </p:cNvSpPr>
          <p:nvPr>
            <p:ph type="body" sz="quarter" idx="13"/>
          </p:nvPr>
        </p:nvSpPr>
        <p:spPr/>
        <p:txBody>
          <a:bodyPr/>
          <a:lstStyle/>
          <a:p>
            <a:endParaRPr kumimoji="1" lang="ja-JP" altLang="en-US"/>
          </a:p>
        </p:txBody>
      </p:sp>
      <p:sp>
        <p:nvSpPr>
          <p:cNvPr id="6" name="フリーフォーム: 図形 5">
            <a:extLst>
              <a:ext uri="{FF2B5EF4-FFF2-40B4-BE49-F238E27FC236}">
                <a16:creationId xmlns:a16="http://schemas.microsoft.com/office/drawing/2014/main" id="{4BAF769F-9A1C-380A-884A-385C97131959}"/>
              </a:ext>
            </a:extLst>
          </p:cNvPr>
          <p:cNvSpPr/>
          <p:nvPr/>
        </p:nvSpPr>
        <p:spPr>
          <a:xfrm>
            <a:off x="1057424" y="1260000"/>
            <a:ext cx="2610567" cy="360000"/>
          </a:xfrm>
          <a:custGeom>
            <a:avLst/>
            <a:gdLst>
              <a:gd name="connsiteX0" fmla="*/ 0 w 1766863"/>
              <a:gd name="connsiteY0" fmla="*/ 0 h 313817"/>
              <a:gd name="connsiteX1" fmla="*/ 1556422 w 1766863"/>
              <a:gd name="connsiteY1" fmla="*/ 0 h 313817"/>
              <a:gd name="connsiteX2" fmla="*/ 1766863 w 1766863"/>
              <a:gd name="connsiteY2" fmla="*/ 156909 h 313817"/>
              <a:gd name="connsiteX3" fmla="*/ 1556422 w 1766863"/>
              <a:gd name="connsiteY3" fmla="*/ 313817 h 313817"/>
              <a:gd name="connsiteX4" fmla="*/ 0 w 1766863"/>
              <a:gd name="connsiteY4" fmla="*/ 313817 h 313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6863" h="313817">
                <a:moveTo>
                  <a:pt x="0" y="0"/>
                </a:moveTo>
                <a:lnTo>
                  <a:pt x="1556422" y="0"/>
                </a:lnTo>
                <a:lnTo>
                  <a:pt x="1766863" y="156909"/>
                </a:lnTo>
                <a:lnTo>
                  <a:pt x="1556422" y="313817"/>
                </a:lnTo>
                <a:lnTo>
                  <a:pt x="0" y="313817"/>
                </a:lnTo>
                <a:close/>
              </a:path>
            </a:pathLst>
          </a:cu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ja-JP" altLang="en-US" sz="1400" dirty="0">
                <a:solidFill>
                  <a:schemeClr val="bg1"/>
                </a:solidFill>
                <a:latin typeface="BIZ UDPゴシック" panose="020B0400000000000000" pitchFamily="50" charset="-128"/>
                <a:ea typeface="BIZ UDPゴシック" panose="020B0400000000000000" pitchFamily="50" charset="-128"/>
              </a:rPr>
              <a:t>要求洗い出し</a:t>
            </a:r>
            <a:endParaRPr kumimoji="1" lang="ja-JP" altLang="en-US" sz="1400" dirty="0">
              <a:solidFill>
                <a:schemeClr val="bg1"/>
              </a:solidFill>
              <a:latin typeface="BIZ UDPゴシック" panose="020B0400000000000000" pitchFamily="50" charset="-128"/>
              <a:ea typeface="BIZ UDPゴシック" panose="020B0400000000000000" pitchFamily="50" charset="-128"/>
            </a:endParaRPr>
          </a:p>
        </p:txBody>
      </p:sp>
      <p:sp>
        <p:nvSpPr>
          <p:cNvPr id="7" name="テキスト ボックス 6">
            <a:extLst>
              <a:ext uri="{FF2B5EF4-FFF2-40B4-BE49-F238E27FC236}">
                <a16:creationId xmlns:a16="http://schemas.microsoft.com/office/drawing/2014/main" id="{7FEA7FA4-CF4C-AB00-85EC-420E8FBE6184}"/>
              </a:ext>
            </a:extLst>
          </p:cNvPr>
          <p:cNvSpPr txBox="1"/>
          <p:nvPr/>
        </p:nvSpPr>
        <p:spPr>
          <a:xfrm>
            <a:off x="360000" y="1991375"/>
            <a:ext cx="422888" cy="1338001"/>
          </a:xfrm>
          <a:prstGeom prst="rect">
            <a:avLst/>
          </a:prstGeom>
          <a:solidFill>
            <a:schemeClr val="tx2">
              <a:lumMod val="25000"/>
              <a:lumOff val="75000"/>
            </a:schemeClr>
          </a:solidFill>
        </p:spPr>
        <p:txBody>
          <a:bodyPr vert="eaVert" wrap="square" lIns="0" tIns="0" rIns="0" bIns="0" rtlCol="0" anchor="ctr" anchorCtr="1">
            <a:noAutofit/>
          </a:bodyPr>
          <a:lstStyle/>
          <a:p>
            <a:pPr algn="l"/>
            <a:r>
              <a:rPr kumimoji="1" lang="ja-JP" altLang="en-US" sz="1400" dirty="0">
                <a:latin typeface="BIZ UDPゴシック" panose="020B0400000000000000" pitchFamily="50" charset="-128"/>
                <a:ea typeface="BIZ UDPゴシック" panose="020B0400000000000000" pitchFamily="50" charset="-128"/>
              </a:rPr>
              <a:t>インプット</a:t>
            </a:r>
          </a:p>
        </p:txBody>
      </p:sp>
      <p:sp>
        <p:nvSpPr>
          <p:cNvPr id="8" name="テキスト ボックス 7">
            <a:extLst>
              <a:ext uri="{FF2B5EF4-FFF2-40B4-BE49-F238E27FC236}">
                <a16:creationId xmlns:a16="http://schemas.microsoft.com/office/drawing/2014/main" id="{37443DB7-7ABB-EECF-6846-68F95F0D7D22}"/>
              </a:ext>
            </a:extLst>
          </p:cNvPr>
          <p:cNvSpPr txBox="1"/>
          <p:nvPr/>
        </p:nvSpPr>
        <p:spPr>
          <a:xfrm>
            <a:off x="360000" y="3568113"/>
            <a:ext cx="422888" cy="1338001"/>
          </a:xfrm>
          <a:prstGeom prst="rect">
            <a:avLst/>
          </a:prstGeom>
          <a:solidFill>
            <a:schemeClr val="tx2">
              <a:lumMod val="25000"/>
              <a:lumOff val="75000"/>
            </a:schemeClr>
          </a:solidFill>
        </p:spPr>
        <p:txBody>
          <a:bodyPr vert="eaVert" wrap="square" lIns="0" tIns="0" rIns="0" bIns="0" rtlCol="0" anchor="ctr" anchorCtr="1">
            <a:noAutofit/>
          </a:bodyPr>
          <a:lstStyle/>
          <a:p>
            <a:pPr algn="l"/>
            <a:r>
              <a:rPr kumimoji="1" lang="ja-JP" altLang="en-US" sz="1400" dirty="0">
                <a:latin typeface="BIZ UDPゴシック" panose="020B0400000000000000" pitchFamily="50" charset="-128"/>
                <a:ea typeface="BIZ UDPゴシック" panose="020B0400000000000000" pitchFamily="50" charset="-128"/>
              </a:rPr>
              <a:t>プロセス</a:t>
            </a:r>
          </a:p>
        </p:txBody>
      </p:sp>
      <p:sp>
        <p:nvSpPr>
          <p:cNvPr id="9" name="テキスト ボックス 8">
            <a:extLst>
              <a:ext uri="{FF2B5EF4-FFF2-40B4-BE49-F238E27FC236}">
                <a16:creationId xmlns:a16="http://schemas.microsoft.com/office/drawing/2014/main" id="{F536BA3F-1D41-B3FD-46DF-5F7FD79DC225}"/>
              </a:ext>
            </a:extLst>
          </p:cNvPr>
          <p:cNvSpPr txBox="1"/>
          <p:nvPr/>
        </p:nvSpPr>
        <p:spPr>
          <a:xfrm>
            <a:off x="360000" y="5151699"/>
            <a:ext cx="422888" cy="1338001"/>
          </a:xfrm>
          <a:prstGeom prst="rect">
            <a:avLst/>
          </a:prstGeom>
          <a:solidFill>
            <a:schemeClr val="tx2">
              <a:lumMod val="25000"/>
              <a:lumOff val="75000"/>
            </a:schemeClr>
          </a:solidFill>
        </p:spPr>
        <p:txBody>
          <a:bodyPr vert="eaVert" wrap="square" lIns="0" tIns="0" rIns="0" bIns="0" rtlCol="0" anchor="ctr" anchorCtr="1">
            <a:noAutofit/>
          </a:bodyPr>
          <a:lstStyle/>
          <a:p>
            <a:pPr algn="l"/>
            <a:r>
              <a:rPr kumimoji="1" lang="ja-JP" altLang="en-US" sz="1400" dirty="0">
                <a:latin typeface="BIZ UDPゴシック" panose="020B0400000000000000" pitchFamily="50" charset="-128"/>
                <a:ea typeface="BIZ UDPゴシック" panose="020B0400000000000000" pitchFamily="50" charset="-128"/>
              </a:rPr>
              <a:t>アウトプット</a:t>
            </a:r>
          </a:p>
        </p:txBody>
      </p:sp>
      <p:sp>
        <p:nvSpPr>
          <p:cNvPr id="10" name="フリーフォーム: 図形 9">
            <a:extLst>
              <a:ext uri="{FF2B5EF4-FFF2-40B4-BE49-F238E27FC236}">
                <a16:creationId xmlns:a16="http://schemas.microsoft.com/office/drawing/2014/main" id="{43F3BD4F-B6FC-D909-27F2-947B6BDE8184}"/>
              </a:ext>
            </a:extLst>
          </p:cNvPr>
          <p:cNvSpPr/>
          <p:nvPr/>
        </p:nvSpPr>
        <p:spPr>
          <a:xfrm>
            <a:off x="3667991" y="1260000"/>
            <a:ext cx="2610567" cy="360000"/>
          </a:xfrm>
          <a:custGeom>
            <a:avLst/>
            <a:gdLst>
              <a:gd name="connsiteX0" fmla="*/ 0 w 1766863"/>
              <a:gd name="connsiteY0" fmla="*/ 0 h 313817"/>
              <a:gd name="connsiteX1" fmla="*/ 1556422 w 1766863"/>
              <a:gd name="connsiteY1" fmla="*/ 0 h 313817"/>
              <a:gd name="connsiteX2" fmla="*/ 1766863 w 1766863"/>
              <a:gd name="connsiteY2" fmla="*/ 156909 h 313817"/>
              <a:gd name="connsiteX3" fmla="*/ 1556422 w 1766863"/>
              <a:gd name="connsiteY3" fmla="*/ 313817 h 313817"/>
              <a:gd name="connsiteX4" fmla="*/ 0 w 1766863"/>
              <a:gd name="connsiteY4" fmla="*/ 313817 h 313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6863" h="313817">
                <a:moveTo>
                  <a:pt x="0" y="0"/>
                </a:moveTo>
                <a:lnTo>
                  <a:pt x="1556422" y="0"/>
                </a:lnTo>
                <a:lnTo>
                  <a:pt x="1766863" y="156909"/>
                </a:lnTo>
                <a:lnTo>
                  <a:pt x="1556422" y="313817"/>
                </a:lnTo>
                <a:lnTo>
                  <a:pt x="0" y="313817"/>
                </a:lnTo>
                <a:close/>
              </a:path>
            </a:pathLst>
          </a:cu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ja-JP" altLang="en-US" sz="1400" dirty="0">
                <a:solidFill>
                  <a:schemeClr val="bg1"/>
                </a:solidFill>
                <a:latin typeface="BIZ UDPゴシック" panose="020B0400000000000000" pitchFamily="50" charset="-128"/>
                <a:ea typeface="BIZ UDPゴシック" panose="020B0400000000000000" pitchFamily="50" charset="-128"/>
              </a:rPr>
              <a:t>項目整理</a:t>
            </a:r>
            <a:endParaRPr kumimoji="1" lang="ja-JP" altLang="en-US" sz="1400" dirty="0">
              <a:solidFill>
                <a:schemeClr val="bg1"/>
              </a:solidFill>
              <a:latin typeface="BIZ UDPゴシック" panose="020B0400000000000000" pitchFamily="50" charset="-128"/>
              <a:ea typeface="BIZ UDPゴシック" panose="020B0400000000000000" pitchFamily="50" charset="-128"/>
            </a:endParaRPr>
          </a:p>
        </p:txBody>
      </p:sp>
      <p:sp>
        <p:nvSpPr>
          <p:cNvPr id="11" name="フリーフォーム: 図形 10">
            <a:extLst>
              <a:ext uri="{FF2B5EF4-FFF2-40B4-BE49-F238E27FC236}">
                <a16:creationId xmlns:a16="http://schemas.microsoft.com/office/drawing/2014/main" id="{6394E81C-E7D8-EE9C-8AB6-BEF8910C4BDF}"/>
              </a:ext>
            </a:extLst>
          </p:cNvPr>
          <p:cNvSpPr/>
          <p:nvPr/>
        </p:nvSpPr>
        <p:spPr>
          <a:xfrm>
            <a:off x="6278558" y="1260000"/>
            <a:ext cx="2610567" cy="360000"/>
          </a:xfrm>
          <a:custGeom>
            <a:avLst/>
            <a:gdLst>
              <a:gd name="connsiteX0" fmla="*/ 0 w 1766863"/>
              <a:gd name="connsiteY0" fmla="*/ 0 h 313817"/>
              <a:gd name="connsiteX1" fmla="*/ 1556422 w 1766863"/>
              <a:gd name="connsiteY1" fmla="*/ 0 h 313817"/>
              <a:gd name="connsiteX2" fmla="*/ 1766863 w 1766863"/>
              <a:gd name="connsiteY2" fmla="*/ 156909 h 313817"/>
              <a:gd name="connsiteX3" fmla="*/ 1556422 w 1766863"/>
              <a:gd name="connsiteY3" fmla="*/ 313817 h 313817"/>
              <a:gd name="connsiteX4" fmla="*/ 0 w 1766863"/>
              <a:gd name="connsiteY4" fmla="*/ 313817 h 313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6863" h="313817">
                <a:moveTo>
                  <a:pt x="0" y="0"/>
                </a:moveTo>
                <a:lnTo>
                  <a:pt x="1556422" y="0"/>
                </a:lnTo>
                <a:lnTo>
                  <a:pt x="1766863" y="156909"/>
                </a:lnTo>
                <a:lnTo>
                  <a:pt x="1556422" y="313817"/>
                </a:lnTo>
                <a:lnTo>
                  <a:pt x="0" y="313817"/>
                </a:lnTo>
                <a:close/>
              </a:path>
            </a:pathLst>
          </a:cu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ja-JP" altLang="en-US" sz="1400" dirty="0">
                <a:solidFill>
                  <a:schemeClr val="bg1"/>
                </a:solidFill>
                <a:latin typeface="BIZ UDPゴシック" panose="020B0400000000000000" pitchFamily="50" charset="-128"/>
                <a:ea typeface="BIZ UDPゴシック" panose="020B0400000000000000" pitchFamily="50" charset="-128"/>
              </a:rPr>
              <a:t>サービス一覧化</a:t>
            </a:r>
            <a:endParaRPr kumimoji="1" lang="ja-JP" altLang="en-US" sz="1400" dirty="0">
              <a:solidFill>
                <a:schemeClr val="bg1"/>
              </a:solidFill>
              <a:latin typeface="BIZ UDPゴシック" panose="020B0400000000000000" pitchFamily="50" charset="-128"/>
              <a:ea typeface="BIZ UDPゴシック" panose="020B0400000000000000" pitchFamily="50" charset="-128"/>
            </a:endParaRPr>
          </a:p>
        </p:txBody>
      </p:sp>
      <p:sp>
        <p:nvSpPr>
          <p:cNvPr id="12" name="フリーフォーム: 図形 11">
            <a:extLst>
              <a:ext uri="{FF2B5EF4-FFF2-40B4-BE49-F238E27FC236}">
                <a16:creationId xmlns:a16="http://schemas.microsoft.com/office/drawing/2014/main" id="{D95F775D-5CA3-C490-5F3D-C3E24DB6AF27}"/>
              </a:ext>
            </a:extLst>
          </p:cNvPr>
          <p:cNvSpPr/>
          <p:nvPr/>
        </p:nvSpPr>
        <p:spPr>
          <a:xfrm>
            <a:off x="8889125" y="1260000"/>
            <a:ext cx="2610567" cy="360000"/>
          </a:xfrm>
          <a:custGeom>
            <a:avLst/>
            <a:gdLst>
              <a:gd name="connsiteX0" fmla="*/ 0 w 1766863"/>
              <a:gd name="connsiteY0" fmla="*/ 0 h 313817"/>
              <a:gd name="connsiteX1" fmla="*/ 1556422 w 1766863"/>
              <a:gd name="connsiteY1" fmla="*/ 0 h 313817"/>
              <a:gd name="connsiteX2" fmla="*/ 1766863 w 1766863"/>
              <a:gd name="connsiteY2" fmla="*/ 156909 h 313817"/>
              <a:gd name="connsiteX3" fmla="*/ 1556422 w 1766863"/>
              <a:gd name="connsiteY3" fmla="*/ 313817 h 313817"/>
              <a:gd name="connsiteX4" fmla="*/ 0 w 1766863"/>
              <a:gd name="connsiteY4" fmla="*/ 313817 h 313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6863" h="313817">
                <a:moveTo>
                  <a:pt x="0" y="0"/>
                </a:moveTo>
                <a:lnTo>
                  <a:pt x="1556422" y="0"/>
                </a:lnTo>
                <a:lnTo>
                  <a:pt x="1766863" y="156909"/>
                </a:lnTo>
                <a:lnTo>
                  <a:pt x="1556422" y="313817"/>
                </a:lnTo>
                <a:lnTo>
                  <a:pt x="0" y="313817"/>
                </a:lnTo>
                <a:close/>
              </a:path>
            </a:pathLst>
          </a:cu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ja-JP" altLang="en-US" sz="1400" dirty="0">
                <a:solidFill>
                  <a:schemeClr val="bg1"/>
                </a:solidFill>
                <a:latin typeface="BIZ UDPゴシック" panose="020B0400000000000000" pitchFamily="50" charset="-128"/>
                <a:ea typeface="BIZ UDPゴシック" panose="020B0400000000000000" pitchFamily="50" charset="-128"/>
              </a:rPr>
              <a:t>サービス選定</a:t>
            </a:r>
            <a:endParaRPr kumimoji="1" lang="ja-JP" altLang="en-US" sz="1400" dirty="0">
              <a:solidFill>
                <a:schemeClr val="bg1"/>
              </a:solidFill>
              <a:latin typeface="BIZ UDPゴシック" panose="020B0400000000000000" pitchFamily="50" charset="-128"/>
              <a:ea typeface="BIZ UDPゴシック" panose="020B0400000000000000" pitchFamily="50" charset="-128"/>
            </a:endParaRPr>
          </a:p>
        </p:txBody>
      </p:sp>
      <p:sp>
        <p:nvSpPr>
          <p:cNvPr id="13" name="テキスト ボックス 12">
            <a:extLst>
              <a:ext uri="{FF2B5EF4-FFF2-40B4-BE49-F238E27FC236}">
                <a16:creationId xmlns:a16="http://schemas.microsoft.com/office/drawing/2014/main" id="{7216E849-C702-ED19-C360-3496EC998CAA}"/>
              </a:ext>
            </a:extLst>
          </p:cNvPr>
          <p:cNvSpPr txBox="1"/>
          <p:nvPr/>
        </p:nvSpPr>
        <p:spPr>
          <a:xfrm>
            <a:off x="1057425" y="1991375"/>
            <a:ext cx="2396976" cy="646331"/>
          </a:xfrm>
          <a:prstGeom prst="rect">
            <a:avLst/>
          </a:prstGeom>
          <a:noFill/>
        </p:spPr>
        <p:txBody>
          <a:bodyPr wrap="square" lIns="0" tIns="0" rIns="0" bIns="0" rtlCol="0" anchor="t" anchorCtr="0">
            <a:spAutoFit/>
          </a:bodyPr>
          <a:lstStyle/>
          <a:p>
            <a:pPr marL="182563" indent="-182563" algn="l">
              <a:buFont typeface="Arial" panose="020B0604020202020204" pitchFamily="34" charset="0"/>
              <a:buChar char="•"/>
            </a:pPr>
            <a:r>
              <a:rPr kumimoji="1" lang="ja-JP" altLang="en-US" sz="1400" dirty="0">
                <a:latin typeface="BIZ UDPゴシック" panose="020B0400000000000000" pitchFamily="50" charset="-128"/>
                <a:ea typeface="BIZ UDPゴシック" panose="020B0400000000000000" pitchFamily="50" charset="-128"/>
              </a:rPr>
              <a:t>過去調査の結果</a:t>
            </a:r>
            <a:endParaRPr kumimoji="1" lang="en-US" altLang="ja-JP" sz="1400" dirty="0">
              <a:latin typeface="BIZ UDPゴシック" panose="020B0400000000000000" pitchFamily="50" charset="-128"/>
              <a:ea typeface="BIZ UDPゴシック" panose="020B0400000000000000" pitchFamily="50" charset="-128"/>
            </a:endParaRPr>
          </a:p>
          <a:p>
            <a:pPr marL="182563" indent="-182563" algn="l">
              <a:buFont typeface="Arial" panose="020B0604020202020204" pitchFamily="34" charset="0"/>
              <a:buChar char="•"/>
            </a:pPr>
            <a:r>
              <a:rPr kumimoji="1" lang="ja-JP" altLang="en-US" sz="1400" dirty="0">
                <a:latin typeface="BIZ UDPゴシック" panose="020B0400000000000000" pitchFamily="50" charset="-128"/>
                <a:ea typeface="BIZ UDPゴシック" panose="020B0400000000000000" pitchFamily="50" charset="-128"/>
              </a:rPr>
              <a:t>一般的な</a:t>
            </a:r>
            <a:r>
              <a:rPr kumimoji="1" lang="en-US" altLang="ja-JP" sz="1400" dirty="0">
                <a:latin typeface="BIZ UDPゴシック" panose="020B0400000000000000" pitchFamily="50" charset="-128"/>
                <a:ea typeface="BIZ UDPゴシック" panose="020B0400000000000000" pitchFamily="50" charset="-128"/>
              </a:rPr>
              <a:t>OCR</a:t>
            </a:r>
            <a:r>
              <a:rPr kumimoji="1" lang="ja-JP" altLang="en-US" sz="1400" dirty="0">
                <a:latin typeface="BIZ UDPゴシック" panose="020B0400000000000000" pitchFamily="50" charset="-128"/>
                <a:ea typeface="BIZ UDPゴシック" panose="020B0400000000000000" pitchFamily="50" charset="-128"/>
              </a:rPr>
              <a:t>業務</a:t>
            </a:r>
            <a:endParaRPr kumimoji="1" lang="en-US" altLang="ja-JP" sz="1400" dirty="0">
              <a:latin typeface="BIZ UDPゴシック" panose="020B0400000000000000" pitchFamily="50" charset="-128"/>
              <a:ea typeface="BIZ UDPゴシック" panose="020B0400000000000000" pitchFamily="50" charset="-128"/>
            </a:endParaRPr>
          </a:p>
          <a:p>
            <a:pPr marL="182563" indent="-182563" algn="l">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対象帳票</a:t>
            </a:r>
            <a:endParaRPr kumimoji="1" lang="ja-JP" altLang="en-US" sz="1400" dirty="0">
              <a:latin typeface="BIZ UDPゴシック" panose="020B0400000000000000" pitchFamily="50" charset="-128"/>
              <a:ea typeface="BIZ UDPゴシック" panose="020B0400000000000000" pitchFamily="50" charset="-128"/>
            </a:endParaRPr>
          </a:p>
        </p:txBody>
      </p:sp>
      <p:sp>
        <p:nvSpPr>
          <p:cNvPr id="14" name="テキスト ボックス 13">
            <a:extLst>
              <a:ext uri="{FF2B5EF4-FFF2-40B4-BE49-F238E27FC236}">
                <a16:creationId xmlns:a16="http://schemas.microsoft.com/office/drawing/2014/main" id="{ED61E13A-A69C-48BD-EB41-2EA7163DDDBE}"/>
              </a:ext>
            </a:extLst>
          </p:cNvPr>
          <p:cNvSpPr txBox="1"/>
          <p:nvPr/>
        </p:nvSpPr>
        <p:spPr>
          <a:xfrm>
            <a:off x="1057425" y="3563383"/>
            <a:ext cx="2396976" cy="861774"/>
          </a:xfrm>
          <a:prstGeom prst="rect">
            <a:avLst/>
          </a:prstGeom>
          <a:noFill/>
        </p:spPr>
        <p:txBody>
          <a:bodyPr wrap="square" lIns="0" tIns="0" rIns="0" bIns="0" rtlCol="0" anchor="t" anchorCtr="0">
            <a:spAutoFit/>
          </a:bodyPr>
          <a:lstStyle/>
          <a:p>
            <a:pPr marL="182563" indent="-182563" algn="l">
              <a:buFont typeface="Arial" panose="020B0604020202020204" pitchFamily="34" charset="0"/>
              <a:buChar char="•"/>
            </a:pPr>
            <a:r>
              <a:rPr kumimoji="1" lang="ja-JP" altLang="en-US" sz="1400" dirty="0">
                <a:latin typeface="BIZ UDPゴシック" panose="020B0400000000000000" pitchFamily="50" charset="-128"/>
                <a:ea typeface="BIZ UDPゴシック" panose="020B0400000000000000" pitchFamily="50" charset="-128"/>
              </a:rPr>
              <a:t>過去調査における項目・</a:t>
            </a:r>
            <a:r>
              <a:rPr kumimoji="1" lang="en-US" altLang="ja-JP" sz="1400" dirty="0">
                <a:latin typeface="BIZ UDPゴシック" panose="020B0400000000000000" pitchFamily="50" charset="-128"/>
                <a:ea typeface="BIZ UDPゴシック" panose="020B0400000000000000" pitchFamily="50" charset="-128"/>
              </a:rPr>
              <a:t>OCR</a:t>
            </a:r>
            <a:r>
              <a:rPr kumimoji="1" lang="ja-JP" altLang="en-US" sz="1400" dirty="0">
                <a:latin typeface="BIZ UDPゴシック" panose="020B0400000000000000" pitchFamily="50" charset="-128"/>
                <a:ea typeface="BIZ UDPゴシック" panose="020B0400000000000000" pitchFamily="50" charset="-128"/>
              </a:rPr>
              <a:t>業務・対象帳票の特徴をもとに、調査の観点・項目を整理した</a:t>
            </a:r>
          </a:p>
        </p:txBody>
      </p:sp>
      <p:sp>
        <p:nvSpPr>
          <p:cNvPr id="15" name="テキスト ボックス 14">
            <a:extLst>
              <a:ext uri="{FF2B5EF4-FFF2-40B4-BE49-F238E27FC236}">
                <a16:creationId xmlns:a16="http://schemas.microsoft.com/office/drawing/2014/main" id="{3D45640D-A91A-7B22-29F3-E6CD3C14713D}"/>
              </a:ext>
            </a:extLst>
          </p:cNvPr>
          <p:cNvSpPr txBox="1"/>
          <p:nvPr/>
        </p:nvSpPr>
        <p:spPr>
          <a:xfrm>
            <a:off x="1057425" y="5135391"/>
            <a:ext cx="2396976" cy="215444"/>
          </a:xfrm>
          <a:prstGeom prst="rect">
            <a:avLst/>
          </a:prstGeom>
          <a:noFill/>
        </p:spPr>
        <p:txBody>
          <a:bodyPr wrap="square" lIns="0" tIns="0" rIns="0" bIns="0" rtlCol="0" anchor="t" anchorCtr="0">
            <a:spAutoFit/>
          </a:bodyPr>
          <a:lstStyle/>
          <a:p>
            <a:pPr marL="182563" indent="-182563" algn="l">
              <a:buFont typeface="Arial" panose="020B0604020202020204" pitchFamily="34" charset="0"/>
              <a:buChar char="•"/>
            </a:pPr>
            <a:r>
              <a:rPr kumimoji="1" lang="ja-JP" altLang="en-US" sz="1400" dirty="0">
                <a:latin typeface="BIZ UDPゴシック" panose="020B0400000000000000" pitchFamily="50" charset="-128"/>
                <a:ea typeface="BIZ UDPゴシック" panose="020B0400000000000000" pitchFamily="50" charset="-128"/>
              </a:rPr>
              <a:t>サービス一覧</a:t>
            </a:r>
          </a:p>
        </p:txBody>
      </p:sp>
      <p:sp>
        <p:nvSpPr>
          <p:cNvPr id="16" name="テキスト ボックス 15">
            <a:extLst>
              <a:ext uri="{FF2B5EF4-FFF2-40B4-BE49-F238E27FC236}">
                <a16:creationId xmlns:a16="http://schemas.microsoft.com/office/drawing/2014/main" id="{92D678D3-868D-F5EF-B62E-D3BE673306D4}"/>
              </a:ext>
            </a:extLst>
          </p:cNvPr>
          <p:cNvSpPr txBox="1"/>
          <p:nvPr/>
        </p:nvSpPr>
        <p:spPr>
          <a:xfrm>
            <a:off x="3667991" y="1991390"/>
            <a:ext cx="2396976" cy="646331"/>
          </a:xfrm>
          <a:prstGeom prst="rect">
            <a:avLst/>
          </a:prstGeom>
          <a:noFill/>
        </p:spPr>
        <p:txBody>
          <a:bodyPr wrap="square" lIns="0" tIns="0" rIns="0" bIns="0" rtlCol="0" anchor="t" anchorCtr="0">
            <a:spAutoFit/>
          </a:bodyPr>
          <a:lstStyle/>
          <a:p>
            <a:pPr marL="182563" indent="-182563" algn="l">
              <a:buFont typeface="Arial" panose="020B0604020202020204" pitchFamily="34" charset="0"/>
              <a:buChar char="•"/>
            </a:pPr>
            <a:r>
              <a:rPr kumimoji="1" lang="ja-JP" altLang="en-US" sz="1400" dirty="0">
                <a:latin typeface="BIZ UDPゴシック" panose="020B0400000000000000" pitchFamily="50" charset="-128"/>
                <a:ea typeface="BIZ UDPゴシック" panose="020B0400000000000000" pitchFamily="50" charset="-128"/>
              </a:rPr>
              <a:t>過去調査の結果</a:t>
            </a:r>
            <a:endParaRPr kumimoji="1" lang="en-US" altLang="ja-JP" sz="1400" dirty="0">
              <a:latin typeface="BIZ UDPゴシック" panose="020B0400000000000000" pitchFamily="50" charset="-128"/>
              <a:ea typeface="BIZ UDPゴシック" panose="020B0400000000000000" pitchFamily="50" charset="-128"/>
            </a:endParaRPr>
          </a:p>
          <a:p>
            <a:pPr marL="182563" indent="-182563" algn="l">
              <a:buFont typeface="Arial" panose="020B0604020202020204" pitchFamily="34" charset="0"/>
              <a:buChar char="•"/>
            </a:pPr>
            <a:r>
              <a:rPr kumimoji="1" lang="ja-JP" altLang="en-US" sz="1400" dirty="0">
                <a:latin typeface="BIZ UDPゴシック" panose="020B0400000000000000" pitchFamily="50" charset="-128"/>
                <a:ea typeface="BIZ UDPゴシック" panose="020B0400000000000000" pitchFamily="50" charset="-128"/>
              </a:rPr>
              <a:t>一般的な</a:t>
            </a:r>
            <a:r>
              <a:rPr kumimoji="1" lang="en-US" altLang="ja-JP" sz="1400" dirty="0">
                <a:latin typeface="BIZ UDPゴシック" panose="020B0400000000000000" pitchFamily="50" charset="-128"/>
                <a:ea typeface="BIZ UDPゴシック" panose="020B0400000000000000" pitchFamily="50" charset="-128"/>
              </a:rPr>
              <a:t>OCR</a:t>
            </a:r>
            <a:r>
              <a:rPr kumimoji="1" lang="ja-JP" altLang="en-US" sz="1400" dirty="0">
                <a:latin typeface="BIZ UDPゴシック" panose="020B0400000000000000" pitchFamily="50" charset="-128"/>
                <a:ea typeface="BIZ UDPゴシック" panose="020B0400000000000000" pitchFamily="50" charset="-128"/>
              </a:rPr>
              <a:t>業務</a:t>
            </a:r>
            <a:endParaRPr kumimoji="1" lang="en-US" altLang="ja-JP" sz="1400" dirty="0">
              <a:latin typeface="BIZ UDPゴシック" panose="020B0400000000000000" pitchFamily="50" charset="-128"/>
              <a:ea typeface="BIZ UDPゴシック" panose="020B0400000000000000" pitchFamily="50" charset="-128"/>
            </a:endParaRPr>
          </a:p>
          <a:p>
            <a:pPr marL="182563" indent="-182563" algn="l">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対象帳票</a:t>
            </a:r>
            <a:endParaRPr kumimoji="1" lang="ja-JP" altLang="en-US" sz="1400" dirty="0">
              <a:latin typeface="BIZ UDPゴシック" panose="020B0400000000000000" pitchFamily="50" charset="-128"/>
              <a:ea typeface="BIZ UDPゴシック" panose="020B0400000000000000" pitchFamily="50" charset="-128"/>
            </a:endParaRPr>
          </a:p>
        </p:txBody>
      </p:sp>
      <p:sp>
        <p:nvSpPr>
          <p:cNvPr id="17" name="テキスト ボックス 16">
            <a:extLst>
              <a:ext uri="{FF2B5EF4-FFF2-40B4-BE49-F238E27FC236}">
                <a16:creationId xmlns:a16="http://schemas.microsoft.com/office/drawing/2014/main" id="{2EEF0FDB-6FAA-79A5-D765-01B4B5B624B8}"/>
              </a:ext>
            </a:extLst>
          </p:cNvPr>
          <p:cNvSpPr txBox="1"/>
          <p:nvPr/>
        </p:nvSpPr>
        <p:spPr>
          <a:xfrm>
            <a:off x="3667991" y="3563398"/>
            <a:ext cx="2396976" cy="861774"/>
          </a:xfrm>
          <a:prstGeom prst="rect">
            <a:avLst/>
          </a:prstGeom>
          <a:noFill/>
        </p:spPr>
        <p:txBody>
          <a:bodyPr wrap="square" lIns="0" tIns="0" rIns="0" bIns="0" rtlCol="0" anchor="t" anchorCtr="0">
            <a:spAutoFit/>
          </a:bodyPr>
          <a:lstStyle/>
          <a:p>
            <a:pPr marL="182563" indent="-182563" algn="l">
              <a:buFont typeface="Arial" panose="020B0604020202020204" pitchFamily="34" charset="0"/>
              <a:buChar char="•"/>
            </a:pPr>
            <a:r>
              <a:rPr kumimoji="1" lang="ja-JP" altLang="en-US" sz="1400" dirty="0">
                <a:latin typeface="BIZ UDPゴシック" panose="020B0400000000000000" pitchFamily="50" charset="-128"/>
                <a:ea typeface="BIZ UDPゴシック" panose="020B0400000000000000" pitchFamily="50" charset="-128"/>
              </a:rPr>
              <a:t>過去調査における項目・</a:t>
            </a:r>
            <a:r>
              <a:rPr kumimoji="1" lang="en-US" altLang="ja-JP" sz="1400" dirty="0">
                <a:latin typeface="BIZ UDPゴシック" panose="020B0400000000000000" pitchFamily="50" charset="-128"/>
                <a:ea typeface="BIZ UDPゴシック" panose="020B0400000000000000" pitchFamily="50" charset="-128"/>
              </a:rPr>
              <a:t>OCR</a:t>
            </a:r>
            <a:r>
              <a:rPr kumimoji="1" lang="ja-JP" altLang="en-US" sz="1400" dirty="0">
                <a:latin typeface="BIZ UDPゴシック" panose="020B0400000000000000" pitchFamily="50" charset="-128"/>
                <a:ea typeface="BIZ UDPゴシック" panose="020B0400000000000000" pitchFamily="50" charset="-128"/>
              </a:rPr>
              <a:t>業務・対象帳票の特徴をもとに、調査の観点・項目を整理した</a:t>
            </a:r>
          </a:p>
        </p:txBody>
      </p:sp>
      <p:sp>
        <p:nvSpPr>
          <p:cNvPr id="18" name="テキスト ボックス 17">
            <a:extLst>
              <a:ext uri="{FF2B5EF4-FFF2-40B4-BE49-F238E27FC236}">
                <a16:creationId xmlns:a16="http://schemas.microsoft.com/office/drawing/2014/main" id="{9C830369-2ED5-FD33-9DB5-5698D1AC3564}"/>
              </a:ext>
            </a:extLst>
          </p:cNvPr>
          <p:cNvSpPr txBox="1"/>
          <p:nvPr/>
        </p:nvSpPr>
        <p:spPr>
          <a:xfrm>
            <a:off x="3667991" y="5135406"/>
            <a:ext cx="2396976" cy="215444"/>
          </a:xfrm>
          <a:prstGeom prst="rect">
            <a:avLst/>
          </a:prstGeom>
          <a:noFill/>
        </p:spPr>
        <p:txBody>
          <a:bodyPr wrap="square" lIns="0" tIns="0" rIns="0" bIns="0" rtlCol="0" anchor="t" anchorCtr="0">
            <a:spAutoFit/>
          </a:bodyPr>
          <a:lstStyle/>
          <a:p>
            <a:pPr marL="182563" indent="-182563" algn="l">
              <a:buFont typeface="Arial" panose="020B0604020202020204" pitchFamily="34" charset="0"/>
              <a:buChar char="•"/>
            </a:pPr>
            <a:r>
              <a:rPr kumimoji="1" lang="ja-JP" altLang="en-US" sz="1400" dirty="0">
                <a:latin typeface="BIZ UDPゴシック" panose="020B0400000000000000" pitchFamily="50" charset="-128"/>
                <a:ea typeface="BIZ UDPゴシック" panose="020B0400000000000000" pitchFamily="50" charset="-128"/>
              </a:rPr>
              <a:t>サービス一覧</a:t>
            </a:r>
          </a:p>
        </p:txBody>
      </p:sp>
      <p:sp>
        <p:nvSpPr>
          <p:cNvPr id="19" name="テキスト ボックス 18">
            <a:extLst>
              <a:ext uri="{FF2B5EF4-FFF2-40B4-BE49-F238E27FC236}">
                <a16:creationId xmlns:a16="http://schemas.microsoft.com/office/drawing/2014/main" id="{22E22C42-E4C0-073D-0D1A-521B3DFC4D2A}"/>
              </a:ext>
            </a:extLst>
          </p:cNvPr>
          <p:cNvSpPr txBox="1"/>
          <p:nvPr/>
        </p:nvSpPr>
        <p:spPr>
          <a:xfrm>
            <a:off x="6278557" y="1991375"/>
            <a:ext cx="2396976" cy="646331"/>
          </a:xfrm>
          <a:prstGeom prst="rect">
            <a:avLst/>
          </a:prstGeom>
          <a:noFill/>
        </p:spPr>
        <p:txBody>
          <a:bodyPr wrap="square" lIns="0" tIns="0" rIns="0" bIns="0" rtlCol="0" anchor="t" anchorCtr="0">
            <a:spAutoFit/>
          </a:bodyPr>
          <a:lstStyle/>
          <a:p>
            <a:pPr marL="182563" indent="-182563" algn="l">
              <a:buFont typeface="Arial" panose="020B0604020202020204" pitchFamily="34" charset="0"/>
              <a:buChar char="•"/>
            </a:pPr>
            <a:r>
              <a:rPr kumimoji="1" lang="ja-JP" altLang="en-US" sz="1400" dirty="0">
                <a:latin typeface="BIZ UDPゴシック" panose="020B0400000000000000" pitchFamily="50" charset="-128"/>
                <a:ea typeface="BIZ UDPゴシック" panose="020B0400000000000000" pitchFamily="50" charset="-128"/>
              </a:rPr>
              <a:t>過去調査の結果</a:t>
            </a:r>
            <a:endParaRPr kumimoji="1" lang="en-US" altLang="ja-JP" sz="1400" dirty="0">
              <a:latin typeface="BIZ UDPゴシック" panose="020B0400000000000000" pitchFamily="50" charset="-128"/>
              <a:ea typeface="BIZ UDPゴシック" panose="020B0400000000000000" pitchFamily="50" charset="-128"/>
            </a:endParaRPr>
          </a:p>
          <a:p>
            <a:pPr marL="182563" indent="-182563" algn="l">
              <a:buFont typeface="Arial" panose="020B0604020202020204" pitchFamily="34" charset="0"/>
              <a:buChar char="•"/>
            </a:pPr>
            <a:r>
              <a:rPr kumimoji="1" lang="ja-JP" altLang="en-US" sz="1400" dirty="0">
                <a:latin typeface="BIZ UDPゴシック" panose="020B0400000000000000" pitchFamily="50" charset="-128"/>
                <a:ea typeface="BIZ UDPゴシック" panose="020B0400000000000000" pitchFamily="50" charset="-128"/>
              </a:rPr>
              <a:t>一般的な</a:t>
            </a:r>
            <a:r>
              <a:rPr kumimoji="1" lang="en-US" altLang="ja-JP" sz="1400" dirty="0">
                <a:latin typeface="BIZ UDPゴシック" panose="020B0400000000000000" pitchFamily="50" charset="-128"/>
                <a:ea typeface="BIZ UDPゴシック" panose="020B0400000000000000" pitchFamily="50" charset="-128"/>
              </a:rPr>
              <a:t>OCR</a:t>
            </a:r>
            <a:r>
              <a:rPr kumimoji="1" lang="ja-JP" altLang="en-US" sz="1400" dirty="0">
                <a:latin typeface="BIZ UDPゴシック" panose="020B0400000000000000" pitchFamily="50" charset="-128"/>
                <a:ea typeface="BIZ UDPゴシック" panose="020B0400000000000000" pitchFamily="50" charset="-128"/>
              </a:rPr>
              <a:t>業務</a:t>
            </a:r>
            <a:endParaRPr kumimoji="1" lang="en-US" altLang="ja-JP" sz="1400" dirty="0">
              <a:latin typeface="BIZ UDPゴシック" panose="020B0400000000000000" pitchFamily="50" charset="-128"/>
              <a:ea typeface="BIZ UDPゴシック" panose="020B0400000000000000" pitchFamily="50" charset="-128"/>
            </a:endParaRPr>
          </a:p>
          <a:p>
            <a:pPr marL="182563" indent="-182563" algn="l">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対象帳票</a:t>
            </a:r>
            <a:endParaRPr kumimoji="1" lang="ja-JP" altLang="en-US" sz="1400" dirty="0">
              <a:latin typeface="BIZ UDPゴシック" panose="020B0400000000000000" pitchFamily="50" charset="-128"/>
              <a:ea typeface="BIZ UDPゴシック" panose="020B0400000000000000" pitchFamily="50" charset="-128"/>
            </a:endParaRPr>
          </a:p>
        </p:txBody>
      </p:sp>
      <p:sp>
        <p:nvSpPr>
          <p:cNvPr id="20" name="テキスト ボックス 19">
            <a:extLst>
              <a:ext uri="{FF2B5EF4-FFF2-40B4-BE49-F238E27FC236}">
                <a16:creationId xmlns:a16="http://schemas.microsoft.com/office/drawing/2014/main" id="{91472B23-842F-D4B7-8EF9-8DC0C1BBEB2C}"/>
              </a:ext>
            </a:extLst>
          </p:cNvPr>
          <p:cNvSpPr txBox="1"/>
          <p:nvPr/>
        </p:nvSpPr>
        <p:spPr>
          <a:xfrm>
            <a:off x="6278557" y="3563383"/>
            <a:ext cx="2396976" cy="861774"/>
          </a:xfrm>
          <a:prstGeom prst="rect">
            <a:avLst/>
          </a:prstGeom>
          <a:noFill/>
        </p:spPr>
        <p:txBody>
          <a:bodyPr wrap="square" lIns="0" tIns="0" rIns="0" bIns="0" rtlCol="0" anchor="t" anchorCtr="0">
            <a:spAutoFit/>
          </a:bodyPr>
          <a:lstStyle/>
          <a:p>
            <a:pPr marL="182563" indent="-182563" algn="l">
              <a:buFont typeface="Arial" panose="020B0604020202020204" pitchFamily="34" charset="0"/>
              <a:buChar char="•"/>
            </a:pPr>
            <a:r>
              <a:rPr kumimoji="1" lang="ja-JP" altLang="en-US" sz="1400" dirty="0">
                <a:latin typeface="BIZ UDPゴシック" panose="020B0400000000000000" pitchFamily="50" charset="-128"/>
                <a:ea typeface="BIZ UDPゴシック" panose="020B0400000000000000" pitchFamily="50" charset="-128"/>
              </a:rPr>
              <a:t>過去調査における項目・</a:t>
            </a:r>
            <a:r>
              <a:rPr kumimoji="1" lang="en-US" altLang="ja-JP" sz="1400" dirty="0">
                <a:latin typeface="BIZ UDPゴシック" panose="020B0400000000000000" pitchFamily="50" charset="-128"/>
                <a:ea typeface="BIZ UDPゴシック" panose="020B0400000000000000" pitchFamily="50" charset="-128"/>
              </a:rPr>
              <a:t>OCR</a:t>
            </a:r>
            <a:r>
              <a:rPr kumimoji="1" lang="ja-JP" altLang="en-US" sz="1400" dirty="0">
                <a:latin typeface="BIZ UDPゴシック" panose="020B0400000000000000" pitchFamily="50" charset="-128"/>
                <a:ea typeface="BIZ UDPゴシック" panose="020B0400000000000000" pitchFamily="50" charset="-128"/>
              </a:rPr>
              <a:t>業務・対象帳票の特徴をもとに、調査の観点・項目を整理した</a:t>
            </a:r>
          </a:p>
        </p:txBody>
      </p:sp>
      <p:sp>
        <p:nvSpPr>
          <p:cNvPr id="21" name="テキスト ボックス 20">
            <a:extLst>
              <a:ext uri="{FF2B5EF4-FFF2-40B4-BE49-F238E27FC236}">
                <a16:creationId xmlns:a16="http://schemas.microsoft.com/office/drawing/2014/main" id="{05DFC043-46CF-28C9-DFCC-DC56DCD4205B}"/>
              </a:ext>
            </a:extLst>
          </p:cNvPr>
          <p:cNvSpPr txBox="1"/>
          <p:nvPr/>
        </p:nvSpPr>
        <p:spPr>
          <a:xfrm>
            <a:off x="6278557" y="5135391"/>
            <a:ext cx="2396976" cy="215444"/>
          </a:xfrm>
          <a:prstGeom prst="rect">
            <a:avLst/>
          </a:prstGeom>
          <a:noFill/>
        </p:spPr>
        <p:txBody>
          <a:bodyPr wrap="square" lIns="0" tIns="0" rIns="0" bIns="0" rtlCol="0" anchor="t" anchorCtr="0">
            <a:spAutoFit/>
          </a:bodyPr>
          <a:lstStyle/>
          <a:p>
            <a:pPr marL="182563" indent="-182563" algn="l">
              <a:buFont typeface="Arial" panose="020B0604020202020204" pitchFamily="34" charset="0"/>
              <a:buChar char="•"/>
            </a:pPr>
            <a:r>
              <a:rPr kumimoji="1" lang="ja-JP" altLang="en-US" sz="1400" dirty="0">
                <a:latin typeface="BIZ UDPゴシック" panose="020B0400000000000000" pitchFamily="50" charset="-128"/>
                <a:ea typeface="BIZ UDPゴシック" panose="020B0400000000000000" pitchFamily="50" charset="-128"/>
              </a:rPr>
              <a:t>サービス一覧</a:t>
            </a:r>
          </a:p>
        </p:txBody>
      </p:sp>
      <p:sp>
        <p:nvSpPr>
          <p:cNvPr id="22" name="テキスト ボックス 21">
            <a:extLst>
              <a:ext uri="{FF2B5EF4-FFF2-40B4-BE49-F238E27FC236}">
                <a16:creationId xmlns:a16="http://schemas.microsoft.com/office/drawing/2014/main" id="{5B79A834-6B17-AD1E-5928-201D648AC732}"/>
              </a:ext>
            </a:extLst>
          </p:cNvPr>
          <p:cNvSpPr txBox="1"/>
          <p:nvPr/>
        </p:nvSpPr>
        <p:spPr>
          <a:xfrm>
            <a:off x="8889123" y="1991375"/>
            <a:ext cx="2396976" cy="646331"/>
          </a:xfrm>
          <a:prstGeom prst="rect">
            <a:avLst/>
          </a:prstGeom>
          <a:noFill/>
        </p:spPr>
        <p:txBody>
          <a:bodyPr wrap="square" lIns="0" tIns="0" rIns="0" bIns="0" rtlCol="0" anchor="t" anchorCtr="0">
            <a:spAutoFit/>
          </a:bodyPr>
          <a:lstStyle/>
          <a:p>
            <a:pPr marL="182563" indent="-182563" algn="l">
              <a:buFont typeface="Arial" panose="020B0604020202020204" pitchFamily="34" charset="0"/>
              <a:buChar char="•"/>
            </a:pPr>
            <a:r>
              <a:rPr kumimoji="1" lang="ja-JP" altLang="en-US" sz="1400" dirty="0">
                <a:latin typeface="BIZ UDPゴシック" panose="020B0400000000000000" pitchFamily="50" charset="-128"/>
                <a:ea typeface="BIZ UDPゴシック" panose="020B0400000000000000" pitchFamily="50" charset="-128"/>
              </a:rPr>
              <a:t>過去調査の結果</a:t>
            </a:r>
            <a:endParaRPr kumimoji="1" lang="en-US" altLang="ja-JP" sz="1400" dirty="0">
              <a:latin typeface="BIZ UDPゴシック" panose="020B0400000000000000" pitchFamily="50" charset="-128"/>
              <a:ea typeface="BIZ UDPゴシック" panose="020B0400000000000000" pitchFamily="50" charset="-128"/>
            </a:endParaRPr>
          </a:p>
          <a:p>
            <a:pPr marL="182563" indent="-182563" algn="l">
              <a:buFont typeface="Arial" panose="020B0604020202020204" pitchFamily="34" charset="0"/>
              <a:buChar char="•"/>
            </a:pPr>
            <a:r>
              <a:rPr kumimoji="1" lang="ja-JP" altLang="en-US" sz="1400" dirty="0">
                <a:latin typeface="BIZ UDPゴシック" panose="020B0400000000000000" pitchFamily="50" charset="-128"/>
                <a:ea typeface="BIZ UDPゴシック" panose="020B0400000000000000" pitchFamily="50" charset="-128"/>
              </a:rPr>
              <a:t>一般的な</a:t>
            </a:r>
            <a:r>
              <a:rPr kumimoji="1" lang="en-US" altLang="ja-JP" sz="1400" dirty="0">
                <a:latin typeface="BIZ UDPゴシック" panose="020B0400000000000000" pitchFamily="50" charset="-128"/>
                <a:ea typeface="BIZ UDPゴシック" panose="020B0400000000000000" pitchFamily="50" charset="-128"/>
              </a:rPr>
              <a:t>OCR</a:t>
            </a:r>
            <a:r>
              <a:rPr kumimoji="1" lang="ja-JP" altLang="en-US" sz="1400" dirty="0">
                <a:latin typeface="BIZ UDPゴシック" panose="020B0400000000000000" pitchFamily="50" charset="-128"/>
                <a:ea typeface="BIZ UDPゴシック" panose="020B0400000000000000" pitchFamily="50" charset="-128"/>
              </a:rPr>
              <a:t>業務</a:t>
            </a:r>
            <a:endParaRPr kumimoji="1" lang="en-US" altLang="ja-JP" sz="1400" dirty="0">
              <a:latin typeface="BIZ UDPゴシック" panose="020B0400000000000000" pitchFamily="50" charset="-128"/>
              <a:ea typeface="BIZ UDPゴシック" panose="020B0400000000000000" pitchFamily="50" charset="-128"/>
            </a:endParaRPr>
          </a:p>
          <a:p>
            <a:pPr marL="182563" indent="-182563" algn="l">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対象帳票</a:t>
            </a:r>
            <a:endParaRPr kumimoji="1" lang="ja-JP" altLang="en-US" sz="1400" dirty="0">
              <a:latin typeface="BIZ UDPゴシック" panose="020B0400000000000000" pitchFamily="50" charset="-128"/>
              <a:ea typeface="BIZ UDPゴシック" panose="020B0400000000000000" pitchFamily="50" charset="-128"/>
            </a:endParaRPr>
          </a:p>
        </p:txBody>
      </p:sp>
      <p:sp>
        <p:nvSpPr>
          <p:cNvPr id="23" name="テキスト ボックス 22">
            <a:extLst>
              <a:ext uri="{FF2B5EF4-FFF2-40B4-BE49-F238E27FC236}">
                <a16:creationId xmlns:a16="http://schemas.microsoft.com/office/drawing/2014/main" id="{D60648CA-383B-4761-8EC7-797A6B188AC9}"/>
              </a:ext>
            </a:extLst>
          </p:cNvPr>
          <p:cNvSpPr txBox="1"/>
          <p:nvPr/>
        </p:nvSpPr>
        <p:spPr>
          <a:xfrm>
            <a:off x="8889123" y="3563383"/>
            <a:ext cx="2396976" cy="861774"/>
          </a:xfrm>
          <a:prstGeom prst="rect">
            <a:avLst/>
          </a:prstGeom>
          <a:noFill/>
        </p:spPr>
        <p:txBody>
          <a:bodyPr wrap="square" lIns="0" tIns="0" rIns="0" bIns="0" rtlCol="0" anchor="t" anchorCtr="0">
            <a:spAutoFit/>
          </a:bodyPr>
          <a:lstStyle/>
          <a:p>
            <a:pPr marL="182563" indent="-182563" algn="l">
              <a:buFont typeface="Arial" panose="020B0604020202020204" pitchFamily="34" charset="0"/>
              <a:buChar char="•"/>
            </a:pPr>
            <a:r>
              <a:rPr kumimoji="1" lang="ja-JP" altLang="en-US" sz="1400" dirty="0">
                <a:latin typeface="BIZ UDPゴシック" panose="020B0400000000000000" pitchFamily="50" charset="-128"/>
                <a:ea typeface="BIZ UDPゴシック" panose="020B0400000000000000" pitchFamily="50" charset="-128"/>
              </a:rPr>
              <a:t>過去調査における項目・</a:t>
            </a:r>
            <a:r>
              <a:rPr kumimoji="1" lang="en-US" altLang="ja-JP" sz="1400" dirty="0">
                <a:latin typeface="BIZ UDPゴシック" panose="020B0400000000000000" pitchFamily="50" charset="-128"/>
                <a:ea typeface="BIZ UDPゴシック" panose="020B0400000000000000" pitchFamily="50" charset="-128"/>
              </a:rPr>
              <a:t>OCR</a:t>
            </a:r>
            <a:r>
              <a:rPr kumimoji="1" lang="ja-JP" altLang="en-US" sz="1400" dirty="0">
                <a:latin typeface="BIZ UDPゴシック" panose="020B0400000000000000" pitchFamily="50" charset="-128"/>
                <a:ea typeface="BIZ UDPゴシック" panose="020B0400000000000000" pitchFamily="50" charset="-128"/>
              </a:rPr>
              <a:t>業務・対象帳票の特徴をもとに、調査の観点・項目を整理した</a:t>
            </a:r>
          </a:p>
        </p:txBody>
      </p:sp>
      <p:sp>
        <p:nvSpPr>
          <p:cNvPr id="24" name="テキスト ボックス 23">
            <a:extLst>
              <a:ext uri="{FF2B5EF4-FFF2-40B4-BE49-F238E27FC236}">
                <a16:creationId xmlns:a16="http://schemas.microsoft.com/office/drawing/2014/main" id="{719F45F6-53F8-1A14-CD33-CEA8A6736C5D}"/>
              </a:ext>
            </a:extLst>
          </p:cNvPr>
          <p:cNvSpPr txBox="1"/>
          <p:nvPr/>
        </p:nvSpPr>
        <p:spPr>
          <a:xfrm>
            <a:off x="8889123" y="5135391"/>
            <a:ext cx="2396976" cy="215444"/>
          </a:xfrm>
          <a:prstGeom prst="rect">
            <a:avLst/>
          </a:prstGeom>
          <a:noFill/>
        </p:spPr>
        <p:txBody>
          <a:bodyPr wrap="square" lIns="0" tIns="0" rIns="0" bIns="0" rtlCol="0" anchor="t" anchorCtr="0">
            <a:spAutoFit/>
          </a:bodyPr>
          <a:lstStyle/>
          <a:p>
            <a:pPr marL="182563" indent="-182563" algn="l">
              <a:buFont typeface="Arial" panose="020B0604020202020204" pitchFamily="34" charset="0"/>
              <a:buChar char="•"/>
            </a:pPr>
            <a:r>
              <a:rPr kumimoji="1" lang="ja-JP" altLang="en-US" sz="1400" dirty="0">
                <a:latin typeface="BIZ UDPゴシック" panose="020B0400000000000000" pitchFamily="50" charset="-128"/>
                <a:ea typeface="BIZ UDPゴシック" panose="020B0400000000000000" pitchFamily="50" charset="-128"/>
              </a:rPr>
              <a:t>サービス一覧</a:t>
            </a:r>
          </a:p>
        </p:txBody>
      </p:sp>
    </p:spTree>
    <p:extLst>
      <p:ext uri="{BB962C8B-B14F-4D97-AF65-F5344CB8AC3E}">
        <p14:creationId xmlns:p14="http://schemas.microsoft.com/office/powerpoint/2010/main" val="38221060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D3612-1088-DF23-6397-E178AAFB2A4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A9F1A1D-B688-83E8-1C07-031808A7E396}"/>
              </a:ext>
            </a:extLst>
          </p:cNvPr>
          <p:cNvSpPr>
            <a:spLocks noGrp="1"/>
          </p:cNvSpPr>
          <p:nvPr>
            <p:ph type="ctrTitle"/>
          </p:nvPr>
        </p:nvSpPr>
        <p:spPr/>
        <p:txBody>
          <a:bodyPr/>
          <a:lstStyle/>
          <a:p>
            <a:r>
              <a:rPr lang="ja-JP" altLang="en-US" dirty="0"/>
              <a:t>一覧</a:t>
            </a:r>
            <a:endParaRPr kumimoji="1" lang="ja-JP" altLang="en-US" dirty="0"/>
          </a:p>
        </p:txBody>
      </p:sp>
      <p:sp>
        <p:nvSpPr>
          <p:cNvPr id="3" name="字幕 2">
            <a:extLst>
              <a:ext uri="{FF2B5EF4-FFF2-40B4-BE49-F238E27FC236}">
                <a16:creationId xmlns:a16="http://schemas.microsoft.com/office/drawing/2014/main" id="{B833E83D-2AD2-4FF9-7F4B-56B62848895C}"/>
              </a:ext>
            </a:extLst>
          </p:cNvPr>
          <p:cNvSpPr>
            <a:spLocks noGrp="1"/>
          </p:cNvSpPr>
          <p:nvPr>
            <p:ph type="subTitle"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661354A-B3C1-5824-CFC5-C34A31E7DC68}"/>
              </a:ext>
            </a:extLst>
          </p:cNvPr>
          <p:cNvSpPr>
            <a:spLocks noGrp="1"/>
          </p:cNvSpPr>
          <p:nvPr>
            <p:ph type="sldNum" sz="quarter" idx="12"/>
          </p:nvPr>
        </p:nvSpPr>
        <p:spPr>
          <a:xfrm>
            <a:off x="8610604" y="6500553"/>
            <a:ext cx="3173412" cy="220927"/>
          </a:xfrm>
        </p:spPr>
        <p:txBody>
          <a:bodyPr/>
          <a:lstStyle/>
          <a:p>
            <a:fld id="{DCB5AA93-092B-49A1-87A7-3C88D5F38AD7}" type="slidenum">
              <a:rPr lang="ja-JP" altLang="en-US" smtClean="0"/>
              <a:pPr/>
              <a:t>21</a:t>
            </a:fld>
            <a:endParaRPr lang="ja-JP" altLang="en-US"/>
          </a:p>
        </p:txBody>
      </p:sp>
      <p:sp>
        <p:nvSpPr>
          <p:cNvPr id="5" name="フッター プレースホルダー 4">
            <a:extLst>
              <a:ext uri="{FF2B5EF4-FFF2-40B4-BE49-F238E27FC236}">
                <a16:creationId xmlns:a16="http://schemas.microsoft.com/office/drawing/2014/main" id="{807F1A1B-8688-5C9E-555A-89ED30257DF6}"/>
              </a:ext>
            </a:extLst>
          </p:cNvPr>
          <p:cNvSpPr>
            <a:spLocks noGrp="1"/>
          </p:cNvSpPr>
          <p:nvPr>
            <p:ph type="ftr" sz="quarter" idx="11"/>
          </p:nvPr>
        </p:nvSpPr>
        <p:spPr>
          <a:xfrm>
            <a:off x="407990" y="6500553"/>
            <a:ext cx="7745413" cy="220927"/>
          </a:xfrm>
        </p:spPr>
        <p:txBody>
          <a:bodyPr/>
          <a:lstStyle/>
          <a:p>
            <a:r>
              <a:rPr lang="ja-JP" altLang="en-US"/>
              <a:t>プロジェクト</a:t>
            </a:r>
            <a:r>
              <a:rPr lang="en-US" altLang="ja-JP"/>
              <a:t>/</a:t>
            </a:r>
            <a:r>
              <a:rPr lang="ja-JP" altLang="en-US"/>
              <a:t>部署</a:t>
            </a:r>
            <a:r>
              <a:rPr lang="en-US" altLang="ja-JP"/>
              <a:t>/</a:t>
            </a:r>
            <a:r>
              <a:rPr lang="ja-JP" altLang="en-US"/>
              <a:t>書類管理情報</a:t>
            </a:r>
            <a:endParaRPr lang="en-US" altLang="ja-JP" dirty="0"/>
          </a:p>
        </p:txBody>
      </p:sp>
    </p:spTree>
    <p:extLst>
      <p:ext uri="{BB962C8B-B14F-4D97-AF65-F5344CB8AC3E}">
        <p14:creationId xmlns:p14="http://schemas.microsoft.com/office/powerpoint/2010/main" val="36012922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2AD5E6B-F442-80B7-19CB-675B5B19BC51}"/>
              </a:ext>
            </a:extLst>
          </p:cNvPr>
          <p:cNvSpPr>
            <a:spLocks noGrp="1"/>
          </p:cNvSpPr>
          <p:nvPr>
            <p:ph type="title"/>
          </p:nvPr>
        </p:nvSpPr>
        <p:spPr/>
        <p:txBody>
          <a:bodyPr/>
          <a:lstStyle/>
          <a:p>
            <a:r>
              <a:rPr lang="ja-JP" altLang="en-US" dirty="0"/>
              <a:t>心理的安全性を作るリーダーの具体的行動</a:t>
            </a:r>
            <a:endParaRPr kumimoji="1" lang="ja-JP" altLang="en-US" dirty="0"/>
          </a:p>
        </p:txBody>
      </p:sp>
      <p:sp>
        <p:nvSpPr>
          <p:cNvPr id="3" name="フッター プレースホルダー 2">
            <a:extLst>
              <a:ext uri="{FF2B5EF4-FFF2-40B4-BE49-F238E27FC236}">
                <a16:creationId xmlns:a16="http://schemas.microsoft.com/office/drawing/2014/main" id="{0297D8E5-C58E-CE0B-A43E-A7F35095BC5E}"/>
              </a:ext>
            </a:extLst>
          </p:cNvPr>
          <p:cNvSpPr>
            <a:spLocks noGrp="1"/>
          </p:cNvSpPr>
          <p:nvPr>
            <p:ph type="ftr" sz="quarter" idx="11"/>
          </p:nvPr>
        </p:nvSpPr>
        <p:spPr/>
        <p:txBody>
          <a:bodyPr/>
          <a:lstStyle/>
          <a:p>
            <a:r>
              <a:rPr lang="ja-JP" altLang="en-US"/>
              <a:t>出所：</a:t>
            </a:r>
            <a:endParaRPr lang="ja-JP" altLang="en-US" sz="900" dirty="0"/>
          </a:p>
        </p:txBody>
      </p:sp>
      <p:sp>
        <p:nvSpPr>
          <p:cNvPr id="4" name="スライド番号プレースホルダー 3">
            <a:extLst>
              <a:ext uri="{FF2B5EF4-FFF2-40B4-BE49-F238E27FC236}">
                <a16:creationId xmlns:a16="http://schemas.microsoft.com/office/drawing/2014/main" id="{B1BA54C1-23CF-CA3E-905D-5ACA7001F709}"/>
              </a:ext>
            </a:extLst>
          </p:cNvPr>
          <p:cNvSpPr>
            <a:spLocks noGrp="1"/>
          </p:cNvSpPr>
          <p:nvPr>
            <p:ph type="sldNum" sz="quarter" idx="12"/>
          </p:nvPr>
        </p:nvSpPr>
        <p:spPr/>
        <p:txBody>
          <a:bodyPr/>
          <a:lstStyle/>
          <a:p>
            <a:fld id="{DCB5AA93-092B-49A1-87A7-3C88D5F38AD7}" type="slidenum">
              <a:rPr lang="ja-JP" altLang="en-US" smtClean="0"/>
              <a:pPr/>
              <a:t>22</a:t>
            </a:fld>
            <a:endParaRPr lang="ja-JP" altLang="en-US" sz="900" dirty="0"/>
          </a:p>
        </p:txBody>
      </p:sp>
      <p:sp>
        <p:nvSpPr>
          <p:cNvPr id="5" name="テキスト プレースホルダー 4">
            <a:extLst>
              <a:ext uri="{FF2B5EF4-FFF2-40B4-BE49-F238E27FC236}">
                <a16:creationId xmlns:a16="http://schemas.microsoft.com/office/drawing/2014/main" id="{880D355F-2FA1-9C73-C684-AD0F86B98393}"/>
              </a:ext>
            </a:extLst>
          </p:cNvPr>
          <p:cNvSpPr>
            <a:spLocks noGrp="1"/>
          </p:cNvSpPr>
          <p:nvPr>
            <p:ph type="body" sz="quarter" idx="13"/>
          </p:nvPr>
        </p:nvSpPr>
        <p:spPr/>
        <p:txBody>
          <a:bodyPr>
            <a:normAutofit fontScale="92500" lnSpcReduction="20000"/>
          </a:bodyPr>
          <a:lstStyle/>
          <a:p>
            <a:r>
              <a:rPr lang="ja-JP" altLang="en-US" dirty="0"/>
              <a:t>チームのためにリスクある発言や挑戦をしても、責めたりバカにしたりしない」とチームメンバーが信じられる状態のこと</a:t>
            </a:r>
          </a:p>
        </p:txBody>
      </p:sp>
      <p:sp>
        <p:nvSpPr>
          <p:cNvPr id="6" name="正方形/長方形 5">
            <a:extLst>
              <a:ext uri="{FF2B5EF4-FFF2-40B4-BE49-F238E27FC236}">
                <a16:creationId xmlns:a16="http://schemas.microsoft.com/office/drawing/2014/main" id="{E8DFF5D7-9E98-0637-7FDB-0E7B09A1EED0}"/>
              </a:ext>
            </a:extLst>
          </p:cNvPr>
          <p:cNvSpPr/>
          <p:nvPr/>
        </p:nvSpPr>
        <p:spPr>
          <a:xfrm>
            <a:off x="334964" y="1273062"/>
            <a:ext cx="2792410" cy="729366"/>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355600" indent="-355600">
              <a:buFont typeface="+mj-ea"/>
              <a:buAutoNum type="circleNumDbPlain"/>
            </a:pPr>
            <a:r>
              <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完璧な上司をやめる</a:t>
            </a:r>
            <a:endPar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marL="538163" indent="-182563"/>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 </a:t>
            </a: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弱みを開示</a:t>
            </a:r>
            <a:endPar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7" name="正方形/長方形 6">
            <a:extLst>
              <a:ext uri="{FF2B5EF4-FFF2-40B4-BE49-F238E27FC236}">
                <a16:creationId xmlns:a16="http://schemas.microsoft.com/office/drawing/2014/main" id="{D3452B8A-F3DB-8960-848F-DF8972F4F4FF}"/>
              </a:ext>
            </a:extLst>
          </p:cNvPr>
          <p:cNvSpPr/>
          <p:nvPr/>
        </p:nvSpPr>
        <p:spPr>
          <a:xfrm>
            <a:off x="334963" y="2572013"/>
            <a:ext cx="2792410" cy="729366"/>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355600" indent="-355600">
              <a:buFont typeface="+mj-ea"/>
              <a:buAutoNum type="circleNumDbPlain" startAt="2"/>
            </a:pPr>
            <a:r>
              <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問題を「懸念」に変えるだけ</a:t>
            </a:r>
            <a:endPar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marL="538163" indent="-182563">
              <a:buFont typeface="BIZ UDPゴシック" panose="020B0400000000000000" pitchFamily="50" charset="-128"/>
              <a:buChar char="­"/>
            </a:pP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発言ハードルを下げる質問</a:t>
            </a:r>
            <a:endPar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8" name="正方形/長方形 7">
            <a:extLst>
              <a:ext uri="{FF2B5EF4-FFF2-40B4-BE49-F238E27FC236}">
                <a16:creationId xmlns:a16="http://schemas.microsoft.com/office/drawing/2014/main" id="{896DDAFB-B734-4566-DB19-95280BA726BA}"/>
              </a:ext>
            </a:extLst>
          </p:cNvPr>
          <p:cNvSpPr/>
          <p:nvPr/>
        </p:nvSpPr>
        <p:spPr>
          <a:xfrm>
            <a:off x="334963" y="3663346"/>
            <a:ext cx="2792410" cy="729366"/>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268288" indent="-268288">
              <a:buFont typeface="+mj-ea"/>
              <a:buAutoNum type="circleNumDbPlain" startAt="3"/>
            </a:pPr>
            <a:r>
              <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反論は</a:t>
            </a:r>
            <a:r>
              <a:rPr kumimoji="1"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NG</a:t>
            </a:r>
            <a:r>
              <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「なるほど」からはじめる</a:t>
            </a:r>
          </a:p>
        </p:txBody>
      </p:sp>
      <p:sp>
        <p:nvSpPr>
          <p:cNvPr id="9" name="正方形/長方形 8">
            <a:extLst>
              <a:ext uri="{FF2B5EF4-FFF2-40B4-BE49-F238E27FC236}">
                <a16:creationId xmlns:a16="http://schemas.microsoft.com/office/drawing/2014/main" id="{E9AC9064-5020-FC45-12B4-A458C31F5D85}"/>
              </a:ext>
            </a:extLst>
          </p:cNvPr>
          <p:cNvSpPr/>
          <p:nvPr/>
        </p:nvSpPr>
        <p:spPr>
          <a:xfrm>
            <a:off x="334963" y="4829300"/>
            <a:ext cx="2792410" cy="729366"/>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268288" indent="-268288">
              <a:buFont typeface="+mj-ea"/>
              <a:buAutoNum type="circleNumDbPlain" startAt="4"/>
            </a:pP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失敗を責めない．挑戦を称える</a:t>
            </a:r>
            <a:endParaRPr kumimoji="1"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10" name="テキスト ボックス 9">
            <a:extLst>
              <a:ext uri="{FF2B5EF4-FFF2-40B4-BE49-F238E27FC236}">
                <a16:creationId xmlns:a16="http://schemas.microsoft.com/office/drawing/2014/main" id="{C6A1D449-3FA6-F39E-D6B3-5B9997A3D68D}"/>
              </a:ext>
            </a:extLst>
          </p:cNvPr>
          <p:cNvSpPr txBox="1"/>
          <p:nvPr/>
        </p:nvSpPr>
        <p:spPr>
          <a:xfrm>
            <a:off x="3426918" y="1268413"/>
            <a:ext cx="8347842" cy="738664"/>
          </a:xfrm>
          <a:prstGeom prst="rect">
            <a:avLst/>
          </a:prstGeom>
          <a:noFill/>
        </p:spPr>
        <p:txBody>
          <a:bodyPr wrap="square" lIns="0" tIns="0" rIns="0" bIns="0" rtlCol="0">
            <a:spAutoFit/>
          </a:bodyPr>
          <a:lstStyle/>
          <a:p>
            <a:pPr marL="180975" indent="-180975" algn="l">
              <a:buFont typeface="Arial" panose="020B0604020202020204" pitchFamily="34" charset="0"/>
              <a:buChar char="•"/>
            </a:pPr>
            <a:r>
              <a:rPr lang="ja-JP" altLang="en-US" sz="1200" dirty="0">
                <a:latin typeface="BIZ UDPゴシック" panose="020B0400000000000000" pitchFamily="50" charset="-128"/>
                <a:ea typeface="BIZ UDPゴシック" panose="020B0400000000000000" pitchFamily="50" charset="-128"/>
              </a:rPr>
              <a:t>「完璧な上司」の前では、部下は完璧な報告しかしない。ミスを隠し、問題を共有しなくなる。</a:t>
            </a:r>
            <a:endParaRPr lang="en-US" altLang="ja-JP" sz="1200" dirty="0">
              <a:latin typeface="BIZ UDPゴシック" panose="020B0400000000000000" pitchFamily="50" charset="-128"/>
              <a:ea typeface="BIZ UDPゴシック" panose="020B0400000000000000" pitchFamily="50" charset="-128"/>
            </a:endParaRPr>
          </a:p>
          <a:p>
            <a:pPr marL="180975" indent="-180975" algn="l">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まずはリーダーが自ら、自分の失敗談や弱みを具体的に話すことから始める。「先週のプレゼン、あそこで言葉に詰まっちゃってさ」「○○の件、完全に俺の判断ミスだった。申し訳ない」</a:t>
            </a:r>
            <a:endParaRPr kumimoji="1" lang="en-US" altLang="ja-JP" sz="1200" dirty="0">
              <a:latin typeface="BIZ UDPゴシック" panose="020B0400000000000000" pitchFamily="50" charset="-128"/>
              <a:ea typeface="BIZ UDPゴシック" panose="020B0400000000000000" pitchFamily="50" charset="-128"/>
            </a:endParaRPr>
          </a:p>
          <a:p>
            <a:pPr marL="180975" indent="-180975" algn="l">
              <a:buFont typeface="Arial" panose="020B0604020202020204" pitchFamily="34" charset="0"/>
              <a:buChar char="•"/>
            </a:pPr>
            <a:r>
              <a:rPr lang="ja-JP" altLang="en-US" sz="1200" dirty="0">
                <a:latin typeface="BIZ UDPゴシック" panose="020B0400000000000000" pitchFamily="50" charset="-128"/>
                <a:ea typeface="BIZ UDPゴシック" panose="020B0400000000000000" pitchFamily="50" charset="-128"/>
              </a:rPr>
              <a:t>上司が先に腹を見せることで、部下も「この人には本音を話しても大丈夫だ」という安心感を得る。</a:t>
            </a:r>
            <a:endParaRPr kumimoji="1" lang="en-US" altLang="ja-JP" sz="1200" dirty="0">
              <a:latin typeface="BIZ UDPゴシック" panose="020B0400000000000000" pitchFamily="50" charset="-128"/>
              <a:ea typeface="BIZ UDPゴシック" panose="020B0400000000000000" pitchFamily="50" charset="-128"/>
            </a:endParaRPr>
          </a:p>
        </p:txBody>
      </p:sp>
      <p:sp>
        <p:nvSpPr>
          <p:cNvPr id="11" name="テキスト ボックス 10">
            <a:extLst>
              <a:ext uri="{FF2B5EF4-FFF2-40B4-BE49-F238E27FC236}">
                <a16:creationId xmlns:a16="http://schemas.microsoft.com/office/drawing/2014/main" id="{F382BE41-F82A-11BE-4A97-E087BE8FF7DD}"/>
              </a:ext>
            </a:extLst>
          </p:cNvPr>
          <p:cNvSpPr txBox="1"/>
          <p:nvPr/>
        </p:nvSpPr>
        <p:spPr>
          <a:xfrm>
            <a:off x="3426919" y="2475031"/>
            <a:ext cx="8284068" cy="923330"/>
          </a:xfrm>
          <a:prstGeom prst="rect">
            <a:avLst/>
          </a:prstGeom>
          <a:noFill/>
        </p:spPr>
        <p:txBody>
          <a:bodyPr wrap="square" lIns="0" tIns="0" rIns="0" bIns="0" rtlCol="0">
            <a:spAutoFit/>
          </a:bodyPr>
          <a:lstStyle/>
          <a:p>
            <a:pPr marL="180975" indent="-180975" algn="l">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部下は上司が思う以上に「こんな些細な事、言っていいのだろうか</a:t>
            </a:r>
            <a:r>
              <a:rPr kumimoji="1" lang="en-US" altLang="ja-JP" sz="1200" dirty="0">
                <a:latin typeface="BIZ UDPゴシック" panose="020B0400000000000000" pitchFamily="50" charset="-128"/>
                <a:ea typeface="BIZ UDPゴシック" panose="020B0400000000000000" pitchFamily="50" charset="-128"/>
              </a:rPr>
              <a:t>…</a:t>
            </a:r>
            <a:r>
              <a:rPr kumimoji="1" lang="ja-JP" altLang="en-US" sz="1200" dirty="0">
                <a:latin typeface="BIZ UDPゴシック" panose="020B0400000000000000" pitchFamily="50" charset="-128"/>
                <a:ea typeface="BIZ UDPゴシック" panose="020B0400000000000000" pitchFamily="50" charset="-128"/>
              </a:rPr>
              <a:t>」と躊躇している。発言の心理的ハードルを極限まで下げることが重要</a:t>
            </a:r>
            <a:endParaRPr kumimoji="1" lang="en-US" altLang="ja-JP" sz="1200" dirty="0">
              <a:latin typeface="BIZ UDPゴシック" panose="020B0400000000000000" pitchFamily="50" charset="-128"/>
              <a:ea typeface="BIZ UDPゴシック" panose="020B0400000000000000" pitchFamily="50" charset="-128"/>
            </a:endParaRPr>
          </a:p>
          <a:p>
            <a:pPr marL="180975" indent="-180975" algn="l">
              <a:buFont typeface="Arial" panose="020B0604020202020204" pitchFamily="34" charset="0"/>
              <a:buChar char="•"/>
            </a:pPr>
            <a:r>
              <a:rPr lang="en-US" altLang="ja-JP" sz="1200" dirty="0">
                <a:latin typeface="BIZ UDPゴシック" panose="020B0400000000000000" pitchFamily="50" charset="-128"/>
                <a:ea typeface="BIZ UDPゴシック" panose="020B0400000000000000" pitchFamily="50" charset="-128"/>
              </a:rPr>
              <a:t>NG</a:t>
            </a:r>
            <a:r>
              <a:rPr lang="ja-JP" altLang="en-US" sz="1200" dirty="0">
                <a:latin typeface="BIZ UDPゴシック" panose="020B0400000000000000" pitchFamily="50" charset="-128"/>
                <a:ea typeface="BIZ UDPゴシック" panose="020B0400000000000000" pitchFamily="50" charset="-128"/>
              </a:rPr>
              <a:t>ワード：「何か問題ある？」 → おおごとに聞こえ、報告をためらわせてしまう</a:t>
            </a:r>
            <a:endParaRPr lang="en-US" altLang="ja-JP" sz="1200" dirty="0">
              <a:latin typeface="BIZ UDPゴシック" panose="020B0400000000000000" pitchFamily="50" charset="-128"/>
              <a:ea typeface="BIZ UDPゴシック" panose="020B0400000000000000" pitchFamily="50" charset="-128"/>
            </a:endParaRPr>
          </a:p>
          <a:p>
            <a:pPr marL="180975" indent="-180975" algn="l">
              <a:buFont typeface="Arial" panose="020B0604020202020204" pitchFamily="34" charset="0"/>
              <a:buChar char="•"/>
            </a:pPr>
            <a:r>
              <a:rPr kumimoji="1" lang="en-US" altLang="ja-JP" sz="1200" dirty="0">
                <a:latin typeface="BIZ UDPゴシック" panose="020B0400000000000000" pitchFamily="50" charset="-128"/>
                <a:ea typeface="BIZ UDPゴシック" panose="020B0400000000000000" pitchFamily="50" charset="-128"/>
              </a:rPr>
              <a:t>OK</a:t>
            </a:r>
            <a:r>
              <a:rPr kumimoji="1" lang="ja-JP" altLang="en-US" sz="1200" dirty="0">
                <a:latin typeface="BIZ UDPゴシック" panose="020B0400000000000000" pitchFamily="50" charset="-128"/>
                <a:ea typeface="BIZ UDPゴシック" panose="020B0400000000000000" pitchFamily="50" charset="-128"/>
              </a:rPr>
              <a:t>ワード：「何か懸念ある？」「ちょっと気になってることない？」「やってて違和感ある部分とか」 → 些細なことでも話してよいというメッセージになる</a:t>
            </a:r>
          </a:p>
        </p:txBody>
      </p:sp>
      <p:sp>
        <p:nvSpPr>
          <p:cNvPr id="12" name="テキスト ボックス 11">
            <a:extLst>
              <a:ext uri="{FF2B5EF4-FFF2-40B4-BE49-F238E27FC236}">
                <a16:creationId xmlns:a16="http://schemas.microsoft.com/office/drawing/2014/main" id="{CE21D0D4-12A1-7BFF-3387-DCFE41691EB5}"/>
              </a:ext>
            </a:extLst>
          </p:cNvPr>
          <p:cNvSpPr txBox="1"/>
          <p:nvPr/>
        </p:nvSpPr>
        <p:spPr>
          <a:xfrm>
            <a:off x="3426919" y="3751030"/>
            <a:ext cx="8284068" cy="553998"/>
          </a:xfrm>
          <a:prstGeom prst="rect">
            <a:avLst/>
          </a:prstGeom>
          <a:noFill/>
        </p:spPr>
        <p:txBody>
          <a:bodyPr wrap="square" lIns="0" tIns="0" rIns="0" bIns="0" rtlCol="0">
            <a:spAutoFit/>
          </a:bodyPr>
          <a:lstStyle/>
          <a:p>
            <a:pPr marL="180975" indent="-180975" algn="l">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どんな的外れに見える意見でも、頭ごなしに否定するのは最悪。「</a:t>
            </a:r>
            <a:r>
              <a:rPr lang="ja-JP" altLang="en-US" sz="1200" dirty="0">
                <a:latin typeface="BIZ UDPゴシック" panose="020B0400000000000000" pitchFamily="50" charset="-128"/>
                <a:ea typeface="BIZ UDPゴシック" panose="020B0400000000000000" pitchFamily="50" charset="-128"/>
              </a:rPr>
              <a:t>発言すると損をする」と部下に学習させてしまう</a:t>
            </a:r>
            <a:endParaRPr lang="en-US" altLang="ja-JP" sz="1200" dirty="0">
              <a:latin typeface="BIZ UDPゴシック" panose="020B0400000000000000" pitchFamily="50" charset="-128"/>
              <a:ea typeface="BIZ UDPゴシック" panose="020B0400000000000000" pitchFamily="50" charset="-128"/>
            </a:endParaRPr>
          </a:p>
          <a:p>
            <a:pPr marL="180975" indent="-180975" algn="l">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鉄則は、どんな意見もまず「承認」から入ること。「なるほど、視点があるんだね。話してくれてありがとう」「面白い意見だね。もう少し詳しく教えてくれる？」自分の意見を言うのはそのあと。</a:t>
            </a:r>
          </a:p>
        </p:txBody>
      </p:sp>
      <p:sp>
        <p:nvSpPr>
          <p:cNvPr id="13" name="テキスト ボックス 12">
            <a:extLst>
              <a:ext uri="{FF2B5EF4-FFF2-40B4-BE49-F238E27FC236}">
                <a16:creationId xmlns:a16="http://schemas.microsoft.com/office/drawing/2014/main" id="{68D1CF26-30C6-97CE-26CC-C991A77E077A}"/>
              </a:ext>
            </a:extLst>
          </p:cNvPr>
          <p:cNvSpPr txBox="1"/>
          <p:nvPr/>
        </p:nvSpPr>
        <p:spPr>
          <a:xfrm>
            <a:off x="3426918" y="4732318"/>
            <a:ext cx="8284067" cy="923330"/>
          </a:xfrm>
          <a:prstGeom prst="rect">
            <a:avLst/>
          </a:prstGeom>
          <a:noFill/>
        </p:spPr>
        <p:txBody>
          <a:bodyPr wrap="square" lIns="0" tIns="0" rIns="0" bIns="0" rtlCol="0">
            <a:spAutoFit/>
          </a:bodyPr>
          <a:lstStyle/>
          <a:p>
            <a:pPr marL="180975" indent="-180975" algn="l">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心理的安全性の本質は「対人関係リスク</a:t>
            </a:r>
            <a:r>
              <a:rPr kumimoji="1" lang="en-US" altLang="ja-JP" sz="1200" dirty="0">
                <a:latin typeface="BIZ UDPゴシック" panose="020B0400000000000000" pitchFamily="50" charset="-128"/>
                <a:ea typeface="BIZ UDPゴシック" panose="020B0400000000000000" pitchFamily="50" charset="-128"/>
              </a:rPr>
              <a:t>(</a:t>
            </a:r>
            <a:r>
              <a:rPr kumimoji="1" lang="ja-JP" altLang="en-US" sz="1200" dirty="0">
                <a:latin typeface="BIZ UDPゴシック" panose="020B0400000000000000" pitchFamily="50" charset="-128"/>
                <a:ea typeface="BIZ UDPゴシック" panose="020B0400000000000000" pitchFamily="50" charset="-128"/>
              </a:rPr>
              <a:t>無知だと思われる、無能だと思われるなど</a:t>
            </a:r>
            <a:r>
              <a:rPr kumimoji="1" lang="en-US" altLang="ja-JP" sz="1200" dirty="0">
                <a:latin typeface="BIZ UDPゴシック" panose="020B0400000000000000" pitchFamily="50" charset="-128"/>
                <a:ea typeface="BIZ UDPゴシック" panose="020B0400000000000000" pitchFamily="50" charset="-128"/>
              </a:rPr>
              <a:t>)</a:t>
            </a:r>
            <a:r>
              <a:rPr kumimoji="1" lang="ja-JP" altLang="en-US" sz="1200" dirty="0">
                <a:latin typeface="BIZ UDPゴシック" panose="020B0400000000000000" pitchFamily="50" charset="-128"/>
                <a:ea typeface="BIZ UDPゴシック" panose="020B0400000000000000" pitchFamily="50" charset="-128"/>
              </a:rPr>
              <a:t>を取れる」こと。つまり安心して挑戦と失敗ができる状態</a:t>
            </a:r>
            <a:endParaRPr kumimoji="1" lang="en-US" altLang="ja-JP" sz="1200" dirty="0">
              <a:latin typeface="BIZ UDPゴシック" panose="020B0400000000000000" pitchFamily="50" charset="-128"/>
              <a:ea typeface="BIZ UDPゴシック" panose="020B0400000000000000" pitchFamily="50" charset="-128"/>
            </a:endParaRPr>
          </a:p>
          <a:p>
            <a:pPr marL="180975" indent="-180975" algn="l">
              <a:buFont typeface="Arial" panose="020B0604020202020204" pitchFamily="34" charset="0"/>
              <a:buChar char="•"/>
            </a:pPr>
            <a:r>
              <a:rPr lang="ja-JP" altLang="en-US" sz="1200" dirty="0">
                <a:latin typeface="BIZ UDPゴシック" panose="020B0400000000000000" pitchFamily="50" charset="-128"/>
                <a:ea typeface="BIZ UDPゴシック" panose="020B0400000000000000" pitchFamily="50" charset="-128"/>
              </a:rPr>
              <a:t>部下が新しい挑戦をしたら、結果がどうであれ、まず「ナイスチャレンジ」と行動そのものを称賛する。失敗した場合は、犯人探しではなく原因究明と学びの抽出にフォーカスする。「この失敗から、ぼくたちは何を学べるかな？」「次やるとしたら、どうすればもっと上手くできそう？」この問いかけが重要</a:t>
            </a:r>
            <a:endParaRPr kumimoji="1" lang="ja-JP" altLang="en-US" sz="120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754526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図 38">
            <a:extLst>
              <a:ext uri="{FF2B5EF4-FFF2-40B4-BE49-F238E27FC236}">
                <a16:creationId xmlns:a16="http://schemas.microsoft.com/office/drawing/2014/main" id="{1CB85B55-D0BF-F72F-3B03-EFD0C4028796}"/>
              </a:ext>
            </a:extLst>
          </p:cNvPr>
          <p:cNvPicPr>
            <a:picLocks noChangeAspect="1"/>
          </p:cNvPicPr>
          <p:nvPr/>
        </p:nvPicPr>
        <p:blipFill>
          <a:blip r:embed="rId2"/>
          <a:stretch>
            <a:fillRect/>
          </a:stretch>
        </p:blipFill>
        <p:spPr>
          <a:xfrm>
            <a:off x="8200437" y="1979143"/>
            <a:ext cx="563272" cy="351207"/>
          </a:xfrm>
          <a:prstGeom prst="rect">
            <a:avLst/>
          </a:prstGeom>
        </p:spPr>
      </p:pic>
      <p:pic>
        <p:nvPicPr>
          <p:cNvPr id="37" name="図 36">
            <a:extLst>
              <a:ext uri="{FF2B5EF4-FFF2-40B4-BE49-F238E27FC236}">
                <a16:creationId xmlns:a16="http://schemas.microsoft.com/office/drawing/2014/main" id="{10DE2FF7-A7EA-24BA-7F81-6A9BEE1BF75E}"/>
              </a:ext>
            </a:extLst>
          </p:cNvPr>
          <p:cNvPicPr>
            <a:picLocks noChangeAspect="1"/>
          </p:cNvPicPr>
          <p:nvPr/>
        </p:nvPicPr>
        <p:blipFill>
          <a:blip r:embed="rId3"/>
          <a:stretch>
            <a:fillRect/>
          </a:stretch>
        </p:blipFill>
        <p:spPr>
          <a:xfrm>
            <a:off x="5449474" y="2033046"/>
            <a:ext cx="413849" cy="278022"/>
          </a:xfrm>
          <a:prstGeom prst="rect">
            <a:avLst/>
          </a:prstGeom>
        </p:spPr>
      </p:pic>
      <p:sp>
        <p:nvSpPr>
          <p:cNvPr id="2" name="タイトル 1">
            <a:extLst>
              <a:ext uri="{FF2B5EF4-FFF2-40B4-BE49-F238E27FC236}">
                <a16:creationId xmlns:a16="http://schemas.microsoft.com/office/drawing/2014/main" id="{6E6EB87E-D633-DDF0-7726-1ACACF60B8A0}"/>
              </a:ext>
            </a:extLst>
          </p:cNvPr>
          <p:cNvSpPr>
            <a:spLocks noGrp="1"/>
          </p:cNvSpPr>
          <p:nvPr>
            <p:ph type="title"/>
          </p:nvPr>
        </p:nvSpPr>
        <p:spPr/>
        <p:txBody>
          <a:bodyPr/>
          <a:lstStyle/>
          <a:p>
            <a:r>
              <a:rPr lang="ja-JP" altLang="en-US" dirty="0"/>
              <a:t>経歴紹介</a:t>
            </a:r>
            <a:endParaRPr kumimoji="1" lang="ja-JP" altLang="en-US" dirty="0"/>
          </a:p>
        </p:txBody>
      </p:sp>
      <p:sp>
        <p:nvSpPr>
          <p:cNvPr id="3" name="フッター プレースホルダー 2">
            <a:extLst>
              <a:ext uri="{FF2B5EF4-FFF2-40B4-BE49-F238E27FC236}">
                <a16:creationId xmlns:a16="http://schemas.microsoft.com/office/drawing/2014/main" id="{F37686FF-489E-86EF-A554-317354B8C9A9}"/>
              </a:ext>
            </a:extLst>
          </p:cNvPr>
          <p:cNvSpPr>
            <a:spLocks noGrp="1"/>
          </p:cNvSpPr>
          <p:nvPr>
            <p:ph type="ftr" sz="quarter" idx="11"/>
          </p:nvPr>
        </p:nvSpPr>
        <p:spPr/>
        <p:txBody>
          <a:bodyPr/>
          <a:lstStyle/>
          <a:p>
            <a:r>
              <a:rPr lang="ja-JP" altLang="en-US" dirty="0"/>
              <a:t>出所：</a:t>
            </a:r>
            <a:endParaRPr lang="ja-JP" altLang="en-US" sz="900" dirty="0"/>
          </a:p>
        </p:txBody>
      </p:sp>
      <p:sp>
        <p:nvSpPr>
          <p:cNvPr id="4" name="スライド番号プレースホルダー 3">
            <a:extLst>
              <a:ext uri="{FF2B5EF4-FFF2-40B4-BE49-F238E27FC236}">
                <a16:creationId xmlns:a16="http://schemas.microsoft.com/office/drawing/2014/main" id="{0909B018-8D27-0343-4384-C4FD2772E18A}"/>
              </a:ext>
            </a:extLst>
          </p:cNvPr>
          <p:cNvSpPr>
            <a:spLocks noGrp="1"/>
          </p:cNvSpPr>
          <p:nvPr>
            <p:ph type="sldNum" sz="quarter" idx="12"/>
          </p:nvPr>
        </p:nvSpPr>
        <p:spPr>
          <a:xfrm>
            <a:off x="11492327" y="6552000"/>
            <a:ext cx="540000" cy="216000"/>
          </a:xfrm>
        </p:spPr>
        <p:txBody>
          <a:bodyPr/>
          <a:lstStyle/>
          <a:p>
            <a:fld id="{DCB5AA93-092B-49A1-87A7-3C88D5F38AD7}" type="slidenum">
              <a:rPr lang="ja-JP" altLang="en-US" smtClean="0"/>
              <a:pPr/>
              <a:t>23</a:t>
            </a:fld>
            <a:endParaRPr lang="ja-JP" altLang="en-US" sz="900" dirty="0"/>
          </a:p>
        </p:txBody>
      </p:sp>
      <p:sp>
        <p:nvSpPr>
          <p:cNvPr id="6" name="正方形/長方形 5">
            <a:extLst>
              <a:ext uri="{FF2B5EF4-FFF2-40B4-BE49-F238E27FC236}">
                <a16:creationId xmlns:a16="http://schemas.microsoft.com/office/drawing/2014/main" id="{FC9DADE3-4C98-7A40-0821-3B9529466532}"/>
              </a:ext>
            </a:extLst>
          </p:cNvPr>
          <p:cNvSpPr/>
          <p:nvPr/>
        </p:nvSpPr>
        <p:spPr>
          <a:xfrm>
            <a:off x="334963" y="877446"/>
            <a:ext cx="1751532" cy="2160587"/>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l"/>
            <a:r>
              <a:rPr lang="ja-JP" altLang="en-US" sz="1400" dirty="0">
                <a:solidFill>
                  <a:schemeClr val="tx1"/>
                </a:solidFill>
                <a:latin typeface="BIZ UDPゴシック" panose="020B0400000000000000" pitchFamily="50" charset="-128"/>
                <a:ea typeface="BIZ UDPゴシック" panose="020B0400000000000000" pitchFamily="50" charset="-128"/>
              </a:rPr>
              <a:t>写真</a:t>
            </a:r>
            <a:endParaRPr kumimoji="1" lang="ja-JP" altLang="en-US" sz="1400" dirty="0">
              <a:solidFill>
                <a:schemeClr val="tx1"/>
              </a:solidFill>
              <a:latin typeface="BIZ UDPゴシック" panose="020B0400000000000000" pitchFamily="50" charset="-128"/>
              <a:ea typeface="BIZ UDPゴシック" panose="020B0400000000000000" pitchFamily="50" charset="-128"/>
            </a:endParaRPr>
          </a:p>
        </p:txBody>
      </p:sp>
      <p:sp>
        <p:nvSpPr>
          <p:cNvPr id="7" name="テキスト ボックス 6">
            <a:extLst>
              <a:ext uri="{FF2B5EF4-FFF2-40B4-BE49-F238E27FC236}">
                <a16:creationId xmlns:a16="http://schemas.microsoft.com/office/drawing/2014/main" id="{8FB5FB7C-E88F-9798-129E-F57301216631}"/>
              </a:ext>
            </a:extLst>
          </p:cNvPr>
          <p:cNvSpPr txBox="1"/>
          <p:nvPr/>
        </p:nvSpPr>
        <p:spPr>
          <a:xfrm>
            <a:off x="334963" y="3038033"/>
            <a:ext cx="1738464" cy="751328"/>
          </a:xfrm>
          <a:prstGeom prst="rect">
            <a:avLst/>
          </a:prstGeom>
          <a:noFill/>
        </p:spPr>
        <p:txBody>
          <a:bodyPr wrap="none" lIns="0" tIns="0" rIns="0" bIns="0" rtlCol="0" anchor="t" anchorCtr="0">
            <a:noAutofit/>
          </a:bodyPr>
          <a:lstStyle/>
          <a:p>
            <a:pPr marL="87312" algn="ctr">
              <a:lnSpc>
                <a:spcPct val="150000"/>
              </a:lnSpc>
            </a:pPr>
            <a:r>
              <a:rPr lang="ja-JP" altLang="en-US" sz="1400" dirty="0">
                <a:latin typeface="BIZ UDPゴシック" panose="020B0400000000000000" pitchFamily="50" charset="-128"/>
                <a:ea typeface="BIZ UDPゴシック" panose="020B0400000000000000" pitchFamily="50" charset="-128"/>
              </a:rPr>
              <a:t>営業本部 営業一課</a:t>
            </a:r>
            <a:endParaRPr lang="en-US" altLang="ja-JP" sz="1400" dirty="0">
              <a:latin typeface="BIZ UDPゴシック" panose="020B0400000000000000" pitchFamily="50" charset="-128"/>
              <a:ea typeface="BIZ UDPゴシック" panose="020B0400000000000000" pitchFamily="50" charset="-128"/>
            </a:endParaRPr>
          </a:p>
          <a:p>
            <a:pPr marL="87312" algn="ctr">
              <a:lnSpc>
                <a:spcPct val="150000"/>
              </a:lnSpc>
            </a:pPr>
            <a:r>
              <a:rPr lang="ja-JP" altLang="en-US" sz="1400" dirty="0">
                <a:latin typeface="BIZ UDPゴシック" panose="020B0400000000000000" pitchFamily="50" charset="-128"/>
                <a:ea typeface="BIZ UDPゴシック" panose="020B0400000000000000" pitchFamily="50" charset="-128"/>
              </a:rPr>
              <a:t>磯野 カツオ</a:t>
            </a:r>
            <a:endParaRPr lang="en-US" altLang="ja-JP" sz="1400" dirty="0">
              <a:latin typeface="BIZ UDPゴシック" panose="020B0400000000000000" pitchFamily="50" charset="-128"/>
              <a:ea typeface="BIZ UDPゴシック" panose="020B0400000000000000" pitchFamily="50" charset="-128"/>
            </a:endParaRPr>
          </a:p>
        </p:txBody>
      </p:sp>
      <p:sp>
        <p:nvSpPr>
          <p:cNvPr id="8" name="テキスト ボックス 7">
            <a:extLst>
              <a:ext uri="{FF2B5EF4-FFF2-40B4-BE49-F238E27FC236}">
                <a16:creationId xmlns:a16="http://schemas.microsoft.com/office/drawing/2014/main" id="{54E65D3F-5D86-A960-0A52-C27A467D618B}"/>
              </a:ext>
            </a:extLst>
          </p:cNvPr>
          <p:cNvSpPr txBox="1"/>
          <p:nvPr/>
        </p:nvSpPr>
        <p:spPr>
          <a:xfrm>
            <a:off x="334963" y="4061890"/>
            <a:ext cx="1751532" cy="2427810"/>
          </a:xfrm>
          <a:prstGeom prst="rect">
            <a:avLst/>
          </a:prstGeom>
          <a:noFill/>
        </p:spPr>
        <p:txBody>
          <a:bodyPr wrap="none" lIns="0" tIns="0" rIns="0" bIns="0" rtlCol="0" anchor="t" anchorCtr="0">
            <a:noAutofit/>
          </a:bodyPr>
          <a:lstStyle/>
          <a:p>
            <a:pPr marL="87312" algn="ctr">
              <a:lnSpc>
                <a:spcPct val="150000"/>
              </a:lnSpc>
            </a:pPr>
            <a:r>
              <a:rPr lang="ja-JP" altLang="en-US" sz="1400" dirty="0">
                <a:latin typeface="BIZ UDPゴシック" panose="020B0400000000000000" pitchFamily="50" charset="-128"/>
                <a:ea typeface="BIZ UDPゴシック" panose="020B0400000000000000" pitchFamily="50" charset="-128"/>
              </a:rPr>
              <a:t>組込みエンジニア</a:t>
            </a:r>
            <a:endParaRPr kumimoji="1" lang="en-US" altLang="ja-JP" sz="1400" dirty="0">
              <a:latin typeface="BIZ UDPゴシック" panose="020B0400000000000000" pitchFamily="50" charset="-128"/>
              <a:ea typeface="BIZ UDPゴシック" panose="020B0400000000000000" pitchFamily="50" charset="-128"/>
            </a:endParaRPr>
          </a:p>
          <a:p>
            <a:pPr marL="87312" algn="ctr">
              <a:lnSpc>
                <a:spcPct val="150000"/>
              </a:lnSpc>
            </a:pPr>
            <a:r>
              <a:rPr lang="ja-JP" altLang="en-US" sz="1400" dirty="0">
                <a:latin typeface="BIZ UDPゴシック" panose="020B0400000000000000" pitchFamily="50" charset="-128"/>
                <a:ea typeface="BIZ UDPゴシック" panose="020B0400000000000000" pitchFamily="50" charset="-128"/>
              </a:rPr>
              <a:t>神奈川</a:t>
            </a:r>
            <a:r>
              <a:rPr kumimoji="1" lang="ja-JP" altLang="en-US" sz="1400" dirty="0">
                <a:latin typeface="BIZ UDPゴシック" panose="020B0400000000000000" pitchFamily="50" charset="-128"/>
                <a:ea typeface="BIZ UDPゴシック" panose="020B0400000000000000" pitchFamily="50" charset="-128"/>
              </a:rPr>
              <a:t>県 横浜市</a:t>
            </a:r>
            <a:endParaRPr kumimoji="1" lang="en-US" altLang="ja-JP" sz="1400" dirty="0">
              <a:latin typeface="BIZ UDPゴシック" panose="020B0400000000000000" pitchFamily="50" charset="-128"/>
              <a:ea typeface="BIZ UDPゴシック" panose="020B0400000000000000" pitchFamily="50" charset="-128"/>
            </a:endParaRPr>
          </a:p>
          <a:p>
            <a:pPr marL="87312" algn="ctr">
              <a:lnSpc>
                <a:spcPct val="150000"/>
              </a:lnSpc>
            </a:pPr>
            <a:r>
              <a:rPr lang="en-US" altLang="ja-JP" sz="1400" dirty="0">
                <a:latin typeface="BIZ UDPゴシック" panose="020B0400000000000000" pitchFamily="50" charset="-128"/>
                <a:ea typeface="BIZ UDPゴシック" panose="020B0400000000000000" pitchFamily="50" charset="-128"/>
              </a:rPr>
              <a:t>40</a:t>
            </a:r>
            <a:r>
              <a:rPr lang="ja-JP" altLang="en-US" sz="1400" dirty="0">
                <a:latin typeface="BIZ UDPゴシック" panose="020B0400000000000000" pitchFamily="50" charset="-128"/>
                <a:ea typeface="BIZ UDPゴシック" panose="020B0400000000000000" pitchFamily="50" charset="-128"/>
              </a:rPr>
              <a:t>歳</a:t>
            </a:r>
            <a:endParaRPr kumimoji="1" lang="ja-JP" altLang="en-US" sz="1400" dirty="0">
              <a:latin typeface="BIZ UDPゴシック" panose="020B0400000000000000" pitchFamily="50" charset="-128"/>
              <a:ea typeface="BIZ UDPゴシック" panose="020B0400000000000000" pitchFamily="50" charset="-128"/>
            </a:endParaRPr>
          </a:p>
        </p:txBody>
      </p:sp>
      <p:sp>
        <p:nvSpPr>
          <p:cNvPr id="10" name="正方形/長方形 9">
            <a:extLst>
              <a:ext uri="{FF2B5EF4-FFF2-40B4-BE49-F238E27FC236}">
                <a16:creationId xmlns:a16="http://schemas.microsoft.com/office/drawing/2014/main" id="{1423209B-574C-ABE0-F2CC-7ECAB40FCDF8}"/>
              </a:ext>
            </a:extLst>
          </p:cNvPr>
          <p:cNvSpPr/>
          <p:nvPr/>
        </p:nvSpPr>
        <p:spPr>
          <a:xfrm>
            <a:off x="2423459" y="4061890"/>
            <a:ext cx="432000" cy="2438269"/>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ctr"/>
            <a:endParaRPr kumimoji="1" lang="en-US" altLang="ja-JP" sz="1400" dirty="0">
              <a:solidFill>
                <a:srgbClr val="002060"/>
              </a:solidFill>
              <a:latin typeface="BIZ UDPゴシック" panose="020B0400000000000000" pitchFamily="50" charset="-128"/>
              <a:ea typeface="BIZ UDPゴシック" panose="020B0400000000000000" pitchFamily="50" charset="-128"/>
            </a:endParaRPr>
          </a:p>
          <a:p>
            <a:pPr algn="ctr"/>
            <a:endParaRPr lang="en-US" altLang="ja-JP" sz="1400" dirty="0">
              <a:solidFill>
                <a:srgbClr val="002060"/>
              </a:solidFill>
              <a:latin typeface="BIZ UDPゴシック" panose="020B0400000000000000" pitchFamily="50" charset="-128"/>
              <a:ea typeface="BIZ UDPゴシック" panose="020B0400000000000000" pitchFamily="50" charset="-128"/>
            </a:endParaRPr>
          </a:p>
          <a:p>
            <a:pPr algn="ctr"/>
            <a:endParaRPr kumimoji="1" lang="en-US" altLang="ja-JP" sz="1400" dirty="0">
              <a:solidFill>
                <a:srgbClr val="002060"/>
              </a:solidFill>
              <a:latin typeface="BIZ UDPゴシック" panose="020B0400000000000000" pitchFamily="50" charset="-128"/>
              <a:ea typeface="BIZ UDPゴシック" panose="020B0400000000000000" pitchFamily="50" charset="-128"/>
            </a:endParaRPr>
          </a:p>
          <a:p>
            <a:pPr algn="ctr"/>
            <a:endParaRPr lang="en-US" altLang="ja-JP" sz="1400" dirty="0">
              <a:solidFill>
                <a:srgbClr val="002060"/>
              </a:solidFill>
              <a:latin typeface="BIZ UDPゴシック" panose="020B0400000000000000" pitchFamily="50" charset="-128"/>
              <a:ea typeface="BIZ UDPゴシック" panose="020B0400000000000000" pitchFamily="50" charset="-128"/>
            </a:endParaRPr>
          </a:p>
          <a:p>
            <a:pPr algn="ctr"/>
            <a:endParaRPr kumimoji="1" lang="en-US" altLang="ja-JP" sz="1400" dirty="0">
              <a:solidFill>
                <a:srgbClr val="002060"/>
              </a:solidFill>
              <a:latin typeface="BIZ UDPゴシック" panose="020B0400000000000000" pitchFamily="50" charset="-128"/>
              <a:ea typeface="BIZ UDPゴシック" panose="020B0400000000000000" pitchFamily="50" charset="-128"/>
            </a:endParaRPr>
          </a:p>
          <a:p>
            <a:pPr algn="ctr"/>
            <a:endParaRPr kumimoji="1" lang="en-US" altLang="ja-JP" sz="1400" dirty="0">
              <a:solidFill>
                <a:srgbClr val="002060"/>
              </a:solidFill>
              <a:latin typeface="BIZ UDPゴシック" panose="020B0400000000000000" pitchFamily="50" charset="-128"/>
              <a:ea typeface="BIZ UDPゴシック" panose="020B0400000000000000" pitchFamily="50" charset="-128"/>
            </a:endParaRPr>
          </a:p>
          <a:p>
            <a:pPr algn="ctr"/>
            <a:r>
              <a:rPr kumimoji="1" lang="ja-JP" altLang="en-US" sz="1400" dirty="0">
                <a:solidFill>
                  <a:srgbClr val="002060"/>
                </a:solidFill>
                <a:latin typeface="BIZ UDPゴシック" panose="020B0400000000000000" pitchFamily="50" charset="-128"/>
                <a:ea typeface="BIZ UDPゴシック" panose="020B0400000000000000" pitchFamily="50" charset="-128"/>
              </a:rPr>
              <a:t>基本</a:t>
            </a:r>
            <a:endParaRPr kumimoji="1" lang="en-US" altLang="ja-JP" sz="1400" dirty="0">
              <a:solidFill>
                <a:srgbClr val="002060"/>
              </a:solidFill>
              <a:latin typeface="BIZ UDPゴシック" panose="020B0400000000000000" pitchFamily="50" charset="-128"/>
              <a:ea typeface="BIZ UDPゴシック" panose="020B0400000000000000" pitchFamily="50" charset="-128"/>
            </a:endParaRPr>
          </a:p>
          <a:p>
            <a:pPr algn="ctr"/>
            <a:r>
              <a:rPr kumimoji="1" lang="ja-JP" altLang="en-US" sz="1400" dirty="0">
                <a:solidFill>
                  <a:srgbClr val="002060"/>
                </a:solidFill>
                <a:latin typeface="BIZ UDPゴシック" panose="020B0400000000000000" pitchFamily="50" charset="-128"/>
                <a:ea typeface="BIZ UDPゴシック" panose="020B0400000000000000" pitchFamily="50" charset="-128"/>
              </a:rPr>
              <a:t>情報</a:t>
            </a:r>
          </a:p>
        </p:txBody>
      </p:sp>
      <p:sp>
        <p:nvSpPr>
          <p:cNvPr id="11" name="正方形/長方形 10">
            <a:extLst>
              <a:ext uri="{FF2B5EF4-FFF2-40B4-BE49-F238E27FC236}">
                <a16:creationId xmlns:a16="http://schemas.microsoft.com/office/drawing/2014/main" id="{E6F1CB45-71F1-9B61-7BA7-4D45733989E0}"/>
              </a:ext>
            </a:extLst>
          </p:cNvPr>
          <p:cNvSpPr/>
          <p:nvPr/>
        </p:nvSpPr>
        <p:spPr>
          <a:xfrm>
            <a:off x="2423459" y="886486"/>
            <a:ext cx="432000" cy="2752469"/>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ctr"/>
            <a:endParaRPr kumimoji="1" lang="en-US" altLang="ja-JP" sz="1400" dirty="0">
              <a:solidFill>
                <a:srgbClr val="002060"/>
              </a:solidFill>
              <a:latin typeface="BIZ UDPゴシック" panose="020B0400000000000000" pitchFamily="50" charset="-128"/>
              <a:ea typeface="BIZ UDPゴシック" panose="020B0400000000000000" pitchFamily="50" charset="-128"/>
            </a:endParaRPr>
          </a:p>
          <a:p>
            <a:pPr algn="ctr"/>
            <a:endParaRPr lang="en-US" altLang="ja-JP" sz="1400" dirty="0">
              <a:solidFill>
                <a:srgbClr val="002060"/>
              </a:solidFill>
              <a:latin typeface="BIZ UDPゴシック" panose="020B0400000000000000" pitchFamily="50" charset="-128"/>
              <a:ea typeface="BIZ UDPゴシック" panose="020B0400000000000000" pitchFamily="50" charset="-128"/>
            </a:endParaRPr>
          </a:p>
          <a:p>
            <a:pPr algn="ctr"/>
            <a:endParaRPr kumimoji="1" lang="en-US" altLang="ja-JP" sz="1400" dirty="0">
              <a:solidFill>
                <a:srgbClr val="002060"/>
              </a:solidFill>
              <a:latin typeface="BIZ UDPゴシック" panose="020B0400000000000000" pitchFamily="50" charset="-128"/>
              <a:ea typeface="BIZ UDPゴシック" panose="020B0400000000000000" pitchFamily="50" charset="-128"/>
            </a:endParaRPr>
          </a:p>
          <a:p>
            <a:pPr algn="ctr"/>
            <a:endParaRPr lang="en-US" altLang="ja-JP" sz="1400" dirty="0">
              <a:solidFill>
                <a:srgbClr val="002060"/>
              </a:solidFill>
              <a:latin typeface="BIZ UDPゴシック" panose="020B0400000000000000" pitchFamily="50" charset="-128"/>
              <a:ea typeface="BIZ UDPゴシック" panose="020B0400000000000000" pitchFamily="50" charset="-128"/>
            </a:endParaRPr>
          </a:p>
          <a:p>
            <a:pPr algn="ctr"/>
            <a:endParaRPr lang="en-US" altLang="ja-JP" sz="1400" dirty="0">
              <a:solidFill>
                <a:srgbClr val="002060"/>
              </a:solidFill>
              <a:latin typeface="BIZ UDPゴシック" panose="020B0400000000000000" pitchFamily="50" charset="-128"/>
              <a:ea typeface="BIZ UDPゴシック" panose="020B0400000000000000" pitchFamily="50" charset="-128"/>
            </a:endParaRPr>
          </a:p>
          <a:p>
            <a:pPr algn="ctr"/>
            <a:r>
              <a:rPr kumimoji="1" lang="ja-JP" altLang="en-US" sz="1400" dirty="0">
                <a:solidFill>
                  <a:srgbClr val="002060"/>
                </a:solidFill>
                <a:latin typeface="BIZ UDPゴシック" panose="020B0400000000000000" pitchFamily="50" charset="-128"/>
                <a:ea typeface="BIZ UDPゴシック" panose="020B0400000000000000" pitchFamily="50" charset="-128"/>
              </a:rPr>
              <a:t>経歴</a:t>
            </a:r>
          </a:p>
        </p:txBody>
      </p:sp>
      <p:cxnSp>
        <p:nvCxnSpPr>
          <p:cNvPr id="22" name="直線コネクタ 21">
            <a:extLst>
              <a:ext uri="{FF2B5EF4-FFF2-40B4-BE49-F238E27FC236}">
                <a16:creationId xmlns:a16="http://schemas.microsoft.com/office/drawing/2014/main" id="{59C1D379-1C62-2269-2C6E-17CE3CFE7242}"/>
              </a:ext>
            </a:extLst>
          </p:cNvPr>
          <p:cNvCxnSpPr>
            <a:cxnSpLocks/>
          </p:cNvCxnSpPr>
          <p:nvPr/>
        </p:nvCxnSpPr>
        <p:spPr>
          <a:xfrm>
            <a:off x="3192398" y="1259342"/>
            <a:ext cx="8658430" cy="11397"/>
          </a:xfrm>
          <a:prstGeom prst="line">
            <a:avLst/>
          </a:prstGeom>
          <a:ln w="317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sp>
        <p:nvSpPr>
          <p:cNvPr id="25" name="テキスト ボックス 24">
            <a:extLst>
              <a:ext uri="{FF2B5EF4-FFF2-40B4-BE49-F238E27FC236}">
                <a16:creationId xmlns:a16="http://schemas.microsoft.com/office/drawing/2014/main" id="{0433D545-4FA3-4F02-2A65-76D44D7F9B1A}"/>
              </a:ext>
            </a:extLst>
          </p:cNvPr>
          <p:cNvSpPr txBox="1"/>
          <p:nvPr/>
        </p:nvSpPr>
        <p:spPr>
          <a:xfrm>
            <a:off x="3413051" y="1414338"/>
            <a:ext cx="2503562" cy="2224618"/>
          </a:xfrm>
          <a:prstGeom prst="rect">
            <a:avLst/>
          </a:prstGeom>
          <a:noFill/>
          <a:ln w="6350">
            <a:noFill/>
            <a:prstDash val="sysDot"/>
          </a:ln>
        </p:spPr>
        <p:txBody>
          <a:bodyPr wrap="none" lIns="0" tIns="0" rIns="0" bIns="0" rtlCol="0" anchor="t" anchorCtr="0">
            <a:noAutofit/>
          </a:bodyPr>
          <a:lstStyle/>
          <a:p>
            <a:pPr marL="87312" algn="l">
              <a:lnSpc>
                <a:spcPct val="150000"/>
              </a:lnSpc>
            </a:pPr>
            <a:r>
              <a:rPr kumimoji="1" lang="ja-JP" altLang="en-US" sz="1400" b="1" dirty="0">
                <a:solidFill>
                  <a:srgbClr val="002060"/>
                </a:solidFill>
                <a:latin typeface="BIZ UDPゴシック" panose="020B0400000000000000" pitchFamily="50" charset="-128"/>
                <a:ea typeface="BIZ UDPゴシック" panose="020B0400000000000000" pitchFamily="50" charset="-128"/>
              </a:rPr>
              <a:t>半導体メーカー</a:t>
            </a:r>
            <a:endParaRPr kumimoji="1" lang="en-US" altLang="ja-JP" sz="1400" b="1" dirty="0">
              <a:solidFill>
                <a:srgbClr val="002060"/>
              </a:solidFill>
              <a:latin typeface="BIZ UDPゴシック" panose="020B0400000000000000" pitchFamily="50" charset="-128"/>
              <a:ea typeface="BIZ UDPゴシック" panose="020B0400000000000000" pitchFamily="50" charset="-128"/>
            </a:endParaRPr>
          </a:p>
          <a:p>
            <a:pPr marL="269875" indent="-184150" algn="l">
              <a:lnSpc>
                <a:spcPct val="150000"/>
              </a:lnSpc>
              <a:buFont typeface="Arial" panose="020B0604020202020204" pitchFamily="34" charset="0"/>
              <a:buChar char="•"/>
            </a:pPr>
            <a:r>
              <a:rPr lang="en-US" altLang="ja-JP" sz="1400" dirty="0">
                <a:latin typeface="BIZ UDPゴシック" panose="020B0400000000000000" pitchFamily="50" charset="-128"/>
                <a:ea typeface="BIZ UDPゴシック" panose="020B0400000000000000" pitchFamily="50" charset="-128"/>
              </a:rPr>
              <a:t>3</a:t>
            </a:r>
            <a:r>
              <a:rPr lang="ja-JP" altLang="en-US" sz="1400" dirty="0">
                <a:latin typeface="BIZ UDPゴシック" panose="020B0400000000000000" pitchFamily="50" charset="-128"/>
                <a:ea typeface="BIZ UDPゴシック" panose="020B0400000000000000" pitchFamily="50" charset="-128"/>
              </a:rPr>
              <a:t>次元</a:t>
            </a:r>
            <a:r>
              <a:rPr lang="en-US" altLang="ja-JP" sz="1400" dirty="0">
                <a:latin typeface="BIZ UDPゴシック" panose="020B0400000000000000" pitchFamily="50" charset="-128"/>
                <a:ea typeface="BIZ UDPゴシック" panose="020B0400000000000000" pitchFamily="50" charset="-128"/>
              </a:rPr>
              <a:t>NAND</a:t>
            </a:r>
            <a:r>
              <a:rPr lang="ja-JP" altLang="en-US" sz="1400" dirty="0">
                <a:latin typeface="BIZ UDPゴシック" panose="020B0400000000000000" pitchFamily="50" charset="-128"/>
                <a:ea typeface="BIZ UDPゴシック" panose="020B0400000000000000" pitchFamily="50" charset="-128"/>
              </a:rPr>
              <a:t> </a:t>
            </a:r>
            <a:r>
              <a:rPr lang="en-US" altLang="ja-JP" sz="1400" dirty="0">
                <a:latin typeface="BIZ UDPゴシック" panose="020B0400000000000000" pitchFamily="50" charset="-128"/>
                <a:ea typeface="BIZ UDPゴシック" panose="020B0400000000000000" pitchFamily="50" charset="-128"/>
              </a:rPr>
              <a:t>SSD</a:t>
            </a:r>
            <a:r>
              <a:rPr lang="ja-JP" altLang="en-US" sz="1400" dirty="0">
                <a:latin typeface="BIZ UDPゴシック" panose="020B0400000000000000" pitchFamily="50" charset="-128"/>
                <a:ea typeface="BIZ UDPゴシック" panose="020B0400000000000000" pitchFamily="50" charset="-128"/>
              </a:rPr>
              <a:t>開発</a:t>
            </a:r>
            <a:endParaRPr lang="en-US" altLang="ja-JP" sz="1400" dirty="0">
              <a:latin typeface="BIZ UDPゴシック" panose="020B0400000000000000" pitchFamily="50" charset="-128"/>
              <a:ea typeface="BIZ UDPゴシック" panose="020B0400000000000000" pitchFamily="50" charset="-128"/>
            </a:endParaRPr>
          </a:p>
          <a:p>
            <a:pPr marL="555625" lvl="1" indent="-285750">
              <a:lnSpc>
                <a:spcPct val="150000"/>
              </a:lnSpc>
              <a:buFont typeface="BIZ UDPゴシック" panose="020B0400000000000000" pitchFamily="50" charset="-128"/>
              <a:buChar char="•"/>
            </a:pPr>
            <a:endParaRPr lang="en-US" altLang="ja-JP" sz="1400" dirty="0">
              <a:latin typeface="BIZ UDPゴシック" panose="020B0400000000000000" pitchFamily="50" charset="-128"/>
              <a:ea typeface="BIZ UDPゴシック" panose="020B0400000000000000" pitchFamily="50" charset="-128"/>
            </a:endParaRPr>
          </a:p>
          <a:p>
            <a:pPr marL="285750" indent="-192088">
              <a:lnSpc>
                <a:spcPct val="150000"/>
              </a:lnSpc>
              <a:buFont typeface="Arial" panose="020B0604020202020204" pitchFamily="34" charset="0"/>
              <a:buChar char="•"/>
            </a:pPr>
            <a:r>
              <a:rPr lang="en-US" altLang="ja-JP" sz="1400" dirty="0">
                <a:latin typeface="BIZ UDPゴシック" panose="020B0400000000000000" pitchFamily="50" charset="-128"/>
                <a:ea typeface="BIZ UDPゴシック" panose="020B0400000000000000" pitchFamily="50" charset="-128"/>
              </a:rPr>
              <a:t>PL, </a:t>
            </a:r>
            <a:r>
              <a:rPr lang="ja-JP" altLang="en-US" sz="1400" dirty="0">
                <a:latin typeface="BIZ UDPゴシック" panose="020B0400000000000000" pitchFamily="50" charset="-128"/>
                <a:ea typeface="BIZ UDPゴシック" panose="020B0400000000000000" pitchFamily="50" charset="-128"/>
              </a:rPr>
              <a:t>アーキテクト</a:t>
            </a:r>
            <a:endParaRPr lang="en-US" altLang="ja-JP" sz="1400" dirty="0">
              <a:latin typeface="BIZ UDPゴシック" panose="020B0400000000000000" pitchFamily="50" charset="-128"/>
              <a:ea typeface="BIZ UDPゴシック" panose="020B0400000000000000" pitchFamily="50" charset="-128"/>
            </a:endParaRPr>
          </a:p>
          <a:p>
            <a:pPr marL="446088" lvl="1" indent="-176213">
              <a:lnSpc>
                <a:spcPct val="150000"/>
              </a:lnSpc>
              <a:buFont typeface="BIZ UDPゴシック" panose="020B0400000000000000" pitchFamily="50" charset="-128"/>
              <a:buChar char="‐"/>
            </a:pPr>
            <a:r>
              <a:rPr lang="ja-JP" altLang="en-US" sz="1400" dirty="0">
                <a:latin typeface="BIZ UDPゴシック" panose="020B0400000000000000" pitchFamily="50" charset="-128"/>
                <a:ea typeface="BIZ UDPゴシック" panose="020B0400000000000000" pitchFamily="50" charset="-128"/>
              </a:rPr>
              <a:t>ガーベッジコレクション</a:t>
            </a:r>
            <a:endParaRPr lang="en-US" altLang="ja-JP" sz="1400" dirty="0">
              <a:latin typeface="BIZ UDPゴシック" panose="020B0400000000000000" pitchFamily="50" charset="-128"/>
              <a:ea typeface="BIZ UDPゴシック" panose="020B0400000000000000" pitchFamily="50" charset="-128"/>
            </a:endParaRPr>
          </a:p>
          <a:p>
            <a:pPr marL="446088" lvl="1" indent="-176213">
              <a:lnSpc>
                <a:spcPct val="150000"/>
              </a:lnSpc>
              <a:buFont typeface="BIZ UDPゴシック" panose="020B0400000000000000" pitchFamily="50" charset="-128"/>
              <a:buChar char="‐"/>
            </a:pPr>
            <a:r>
              <a:rPr lang="ja-JP" altLang="en-US" sz="1400" dirty="0">
                <a:latin typeface="BIZ UDPゴシック" panose="020B0400000000000000" pitchFamily="50" charset="-128"/>
                <a:ea typeface="BIZ UDPゴシック" panose="020B0400000000000000" pitchFamily="50" charset="-128"/>
              </a:rPr>
              <a:t>誤り訂正、暗号器、熱管理</a:t>
            </a:r>
            <a:endParaRPr lang="en-US" altLang="ja-JP" sz="1400" dirty="0">
              <a:latin typeface="BIZ UDPゴシック" panose="020B0400000000000000" pitchFamily="50" charset="-128"/>
              <a:ea typeface="BIZ UDPゴシック" panose="020B0400000000000000" pitchFamily="50" charset="-128"/>
            </a:endParaRPr>
          </a:p>
          <a:p>
            <a:pPr marL="446088" lvl="1" indent="-176213">
              <a:lnSpc>
                <a:spcPct val="150000"/>
              </a:lnSpc>
              <a:buFont typeface="BIZ UDPゴシック" panose="020B0400000000000000" pitchFamily="50" charset="-128"/>
              <a:buChar char="‐"/>
            </a:pPr>
            <a:r>
              <a:rPr lang="ja-JP" altLang="en-US" sz="1400" dirty="0">
                <a:latin typeface="BIZ UDPゴシック" panose="020B0400000000000000" pitchFamily="50" charset="-128"/>
                <a:ea typeface="BIZ UDPゴシック" panose="020B0400000000000000" pitchFamily="50" charset="-128"/>
              </a:rPr>
              <a:t>超高速転送 </a:t>
            </a:r>
            <a:r>
              <a:rPr lang="en-US" altLang="ja-JP" sz="1400" dirty="0">
                <a:latin typeface="BIZ UDPゴシック" panose="020B0400000000000000" pitchFamily="50" charset="-128"/>
                <a:ea typeface="BIZ UDPゴシック" panose="020B0400000000000000" pitchFamily="50" charset="-128"/>
              </a:rPr>
              <a:t>(6GB/sec)</a:t>
            </a:r>
          </a:p>
          <a:p>
            <a:pPr marL="87312" algn="l">
              <a:lnSpc>
                <a:spcPct val="150000"/>
              </a:lnSpc>
            </a:pPr>
            <a:endParaRPr kumimoji="1" lang="ja-JP" altLang="en-US" sz="1400" dirty="0">
              <a:latin typeface="BIZ UDPゴシック" panose="020B0400000000000000" pitchFamily="50" charset="-128"/>
              <a:ea typeface="BIZ UDPゴシック" panose="020B0400000000000000" pitchFamily="50" charset="-128"/>
            </a:endParaRPr>
          </a:p>
        </p:txBody>
      </p:sp>
      <p:sp>
        <p:nvSpPr>
          <p:cNvPr id="19" name="楕円 18">
            <a:extLst>
              <a:ext uri="{FF2B5EF4-FFF2-40B4-BE49-F238E27FC236}">
                <a16:creationId xmlns:a16="http://schemas.microsoft.com/office/drawing/2014/main" id="{FBEA77CB-57FC-8AFC-8B9D-6ABA5C6269AC}"/>
              </a:ext>
            </a:extLst>
          </p:cNvPr>
          <p:cNvSpPr/>
          <p:nvPr/>
        </p:nvSpPr>
        <p:spPr>
          <a:xfrm>
            <a:off x="3358786" y="1208622"/>
            <a:ext cx="108530" cy="106151"/>
          </a:xfrm>
          <a:prstGeom prst="ellipse">
            <a:avLst/>
          </a:prstGeom>
          <a:solidFill>
            <a:schemeClr val="bg1"/>
          </a:solid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l"/>
            <a:endParaRPr kumimoji="1" lang="ja-JP" altLang="en-US" sz="1400" dirty="0">
              <a:solidFill>
                <a:schemeClr val="tx1"/>
              </a:solidFill>
              <a:latin typeface="BIZ UDPゴシック" panose="020B0400000000000000" pitchFamily="50" charset="-128"/>
              <a:ea typeface="BIZ UDPゴシック" panose="020B0400000000000000" pitchFamily="50" charset="-128"/>
            </a:endParaRPr>
          </a:p>
        </p:txBody>
      </p:sp>
      <p:sp>
        <p:nvSpPr>
          <p:cNvPr id="26" name="テキスト ボックス 25">
            <a:extLst>
              <a:ext uri="{FF2B5EF4-FFF2-40B4-BE49-F238E27FC236}">
                <a16:creationId xmlns:a16="http://schemas.microsoft.com/office/drawing/2014/main" id="{4F33DF8A-BBAF-A175-DE38-115D3A9AA029}"/>
              </a:ext>
            </a:extLst>
          </p:cNvPr>
          <p:cNvSpPr txBox="1"/>
          <p:nvPr/>
        </p:nvSpPr>
        <p:spPr>
          <a:xfrm>
            <a:off x="3065855" y="948802"/>
            <a:ext cx="694392" cy="252884"/>
          </a:xfrm>
          <a:prstGeom prst="rect">
            <a:avLst/>
          </a:prstGeom>
          <a:noFill/>
        </p:spPr>
        <p:txBody>
          <a:bodyPr wrap="none" lIns="0" tIns="0" rIns="0" bIns="0" rtlCol="0" anchor="t" anchorCtr="0">
            <a:noAutofit/>
          </a:bodyPr>
          <a:lstStyle/>
          <a:p>
            <a:pPr marL="87312" algn="l"/>
            <a:r>
              <a:rPr kumimoji="1" lang="en-US" altLang="ja-JP" sz="1400" b="1" dirty="0">
                <a:solidFill>
                  <a:srgbClr val="002060"/>
                </a:solidFill>
                <a:latin typeface="BIZ UDPゴシック" panose="020B0400000000000000" pitchFamily="50" charset="-128"/>
                <a:ea typeface="BIZ UDPゴシック" panose="020B0400000000000000" pitchFamily="50" charset="-128"/>
              </a:rPr>
              <a:t>2014</a:t>
            </a:r>
            <a:endParaRPr kumimoji="1" lang="ja-JP" altLang="en-US" sz="1400" b="1" dirty="0">
              <a:solidFill>
                <a:srgbClr val="002060"/>
              </a:solidFill>
              <a:latin typeface="BIZ UDPゴシック" panose="020B0400000000000000" pitchFamily="50" charset="-128"/>
              <a:ea typeface="BIZ UDPゴシック" panose="020B0400000000000000" pitchFamily="50" charset="-128"/>
            </a:endParaRPr>
          </a:p>
        </p:txBody>
      </p:sp>
      <p:sp>
        <p:nvSpPr>
          <p:cNvPr id="27" name="テキスト ボックス 26">
            <a:extLst>
              <a:ext uri="{FF2B5EF4-FFF2-40B4-BE49-F238E27FC236}">
                <a16:creationId xmlns:a16="http://schemas.microsoft.com/office/drawing/2014/main" id="{BAF60161-3C7A-9026-334F-9F8CF3E7DA01}"/>
              </a:ext>
            </a:extLst>
          </p:cNvPr>
          <p:cNvSpPr txBox="1"/>
          <p:nvPr/>
        </p:nvSpPr>
        <p:spPr>
          <a:xfrm>
            <a:off x="6279837" y="1421272"/>
            <a:ext cx="2540029" cy="2217683"/>
          </a:xfrm>
          <a:prstGeom prst="rect">
            <a:avLst/>
          </a:prstGeom>
          <a:noFill/>
          <a:ln>
            <a:noFill/>
            <a:prstDash val="sysDot"/>
          </a:ln>
        </p:spPr>
        <p:txBody>
          <a:bodyPr wrap="none" lIns="0" tIns="0" rIns="0" bIns="0" rtlCol="0" anchor="t" anchorCtr="0">
            <a:noAutofit/>
          </a:bodyPr>
          <a:lstStyle/>
          <a:p>
            <a:pPr marL="87312" algn="l">
              <a:lnSpc>
                <a:spcPct val="150000"/>
              </a:lnSpc>
            </a:pPr>
            <a:r>
              <a:rPr kumimoji="1" lang="ja-JP" altLang="en-US" sz="1400" b="1" dirty="0">
                <a:solidFill>
                  <a:srgbClr val="002060"/>
                </a:solidFill>
                <a:latin typeface="BIZ UDPゴシック" panose="020B0400000000000000" pitchFamily="50" charset="-128"/>
                <a:ea typeface="BIZ UDPゴシック" panose="020B0400000000000000" pitchFamily="50" charset="-128"/>
              </a:rPr>
              <a:t>電子部品メーカー</a:t>
            </a:r>
            <a:endParaRPr kumimoji="1" lang="en-US" altLang="ja-JP" sz="1400" b="1" dirty="0">
              <a:solidFill>
                <a:srgbClr val="002060"/>
              </a:solidFill>
              <a:latin typeface="BIZ UDPゴシック" panose="020B0400000000000000" pitchFamily="50" charset="-128"/>
              <a:ea typeface="BIZ UDPゴシック" panose="020B0400000000000000" pitchFamily="50" charset="-128"/>
            </a:endParaRPr>
          </a:p>
          <a:p>
            <a:pPr marL="269875" indent="-184150" algn="l">
              <a:lnSpc>
                <a:spcPct val="150000"/>
              </a:lnSpc>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エッジ</a:t>
            </a:r>
            <a:r>
              <a:rPr lang="en-US" altLang="ja-JP" sz="1400" dirty="0">
                <a:latin typeface="BIZ UDPゴシック" panose="020B0400000000000000" pitchFamily="50" charset="-128"/>
                <a:ea typeface="BIZ UDPゴシック" panose="020B0400000000000000" pitchFamily="50" charset="-128"/>
              </a:rPr>
              <a:t>AI</a:t>
            </a:r>
            <a:r>
              <a:rPr lang="ja-JP" altLang="en-US" sz="1400" dirty="0">
                <a:latin typeface="BIZ UDPゴシック" panose="020B0400000000000000" pitchFamily="50" charset="-128"/>
                <a:ea typeface="BIZ UDPゴシック" panose="020B0400000000000000" pitchFamily="50" charset="-128"/>
              </a:rPr>
              <a:t>搭載センサー開発</a:t>
            </a:r>
            <a:endParaRPr lang="en-US" altLang="ja-JP" sz="1400" dirty="0">
              <a:latin typeface="BIZ UDPゴシック" panose="020B0400000000000000" pitchFamily="50" charset="-128"/>
              <a:ea typeface="BIZ UDPゴシック" panose="020B0400000000000000" pitchFamily="50" charset="-128"/>
            </a:endParaRPr>
          </a:p>
          <a:p>
            <a:pPr marL="269875" lvl="1">
              <a:lnSpc>
                <a:spcPct val="150000"/>
              </a:lnSpc>
            </a:pPr>
            <a:endParaRPr lang="en-US" altLang="ja-JP" sz="1400" dirty="0">
              <a:latin typeface="BIZ UDPゴシック" panose="020B0400000000000000" pitchFamily="50" charset="-128"/>
              <a:ea typeface="BIZ UDPゴシック" panose="020B0400000000000000" pitchFamily="50" charset="-128"/>
            </a:endParaRPr>
          </a:p>
          <a:p>
            <a:pPr marL="285750" indent="-192088">
              <a:lnSpc>
                <a:spcPct val="150000"/>
              </a:lnSpc>
              <a:buFont typeface="Arial" panose="020B0604020202020204" pitchFamily="34" charset="0"/>
              <a:buChar char="•"/>
            </a:pPr>
            <a:r>
              <a:rPr lang="en-US" altLang="ja-JP" sz="1400" dirty="0">
                <a:latin typeface="BIZ UDPゴシック" panose="020B0400000000000000" pitchFamily="50" charset="-128"/>
                <a:ea typeface="BIZ UDPゴシック" panose="020B0400000000000000" pitchFamily="50" charset="-128"/>
              </a:rPr>
              <a:t>PM, PL, </a:t>
            </a:r>
            <a:r>
              <a:rPr lang="ja-JP" altLang="en-US" sz="1400" dirty="0">
                <a:latin typeface="BIZ UDPゴシック" panose="020B0400000000000000" pitchFamily="50" charset="-128"/>
                <a:ea typeface="BIZ UDPゴシック" panose="020B0400000000000000" pitchFamily="50" charset="-128"/>
              </a:rPr>
              <a:t>アーキテクト</a:t>
            </a:r>
            <a:endParaRPr lang="en-US" altLang="ja-JP" sz="1400" dirty="0">
              <a:latin typeface="BIZ UDPゴシック" panose="020B0400000000000000" pitchFamily="50" charset="-128"/>
              <a:ea typeface="BIZ UDPゴシック" panose="020B0400000000000000" pitchFamily="50" charset="-128"/>
            </a:endParaRPr>
          </a:p>
          <a:p>
            <a:pPr marL="446088" lvl="1" indent="-176213">
              <a:lnSpc>
                <a:spcPct val="150000"/>
              </a:lnSpc>
              <a:buFont typeface="BIZ UDPゴシック" panose="020B0400000000000000" pitchFamily="50" charset="-128"/>
              <a:buChar char="‐"/>
            </a:pPr>
            <a:r>
              <a:rPr lang="en-US" altLang="ja-JP" sz="1400" dirty="0">
                <a:latin typeface="BIZ UDPゴシック" panose="020B0400000000000000" pitchFamily="50" charset="-128"/>
                <a:ea typeface="BIZ UDPゴシック" panose="020B0400000000000000" pitchFamily="50" charset="-128"/>
              </a:rPr>
              <a:t>MEMS</a:t>
            </a:r>
            <a:r>
              <a:rPr lang="ja-JP" altLang="en-US" sz="1400" dirty="0">
                <a:latin typeface="BIZ UDPゴシック" panose="020B0400000000000000" pitchFamily="50" charset="-128"/>
                <a:ea typeface="BIZ UDPゴシック" panose="020B0400000000000000" pitchFamily="50" charset="-128"/>
              </a:rPr>
              <a:t>、</a:t>
            </a:r>
            <a:r>
              <a:rPr lang="en-US" altLang="ja-JP" sz="1400" dirty="0">
                <a:latin typeface="BIZ UDPゴシック" panose="020B0400000000000000" pitchFamily="50" charset="-128"/>
                <a:ea typeface="BIZ UDPゴシック" panose="020B0400000000000000" pitchFamily="50" charset="-128"/>
              </a:rPr>
              <a:t>ToF</a:t>
            </a:r>
            <a:r>
              <a:rPr lang="ja-JP" altLang="en-US" sz="1400" dirty="0">
                <a:latin typeface="BIZ UDPゴシック" panose="020B0400000000000000" pitchFamily="50" charset="-128"/>
                <a:ea typeface="BIZ UDPゴシック" panose="020B0400000000000000" pitchFamily="50" charset="-128"/>
              </a:rPr>
              <a:t>センサー</a:t>
            </a:r>
            <a:endParaRPr lang="en-US" altLang="ja-JP" sz="1400" dirty="0">
              <a:latin typeface="BIZ UDPゴシック" panose="020B0400000000000000" pitchFamily="50" charset="-128"/>
              <a:ea typeface="BIZ UDPゴシック" panose="020B0400000000000000" pitchFamily="50" charset="-128"/>
            </a:endParaRPr>
          </a:p>
          <a:p>
            <a:pPr marL="446088" lvl="1" indent="-176213">
              <a:lnSpc>
                <a:spcPct val="150000"/>
              </a:lnSpc>
              <a:buFont typeface="BIZ UDPゴシック" panose="020B0400000000000000" pitchFamily="50" charset="-128"/>
              <a:buChar char="‐"/>
            </a:pPr>
            <a:r>
              <a:rPr lang="ja-JP" altLang="en-US" sz="1400" dirty="0">
                <a:latin typeface="BIZ UDPゴシック" panose="020B0400000000000000" pitchFamily="50" charset="-128"/>
                <a:ea typeface="BIZ UDPゴシック" panose="020B0400000000000000" pitchFamily="50" charset="-128"/>
              </a:rPr>
              <a:t>無線プロトコル、</a:t>
            </a:r>
            <a:r>
              <a:rPr lang="en-US" altLang="ja-JP" sz="1400" dirty="0">
                <a:latin typeface="BIZ UDPゴシック" panose="020B0400000000000000" pitchFamily="50" charset="-128"/>
                <a:ea typeface="BIZ UDPゴシック" panose="020B0400000000000000" pitchFamily="50" charset="-128"/>
              </a:rPr>
              <a:t>FOTA</a:t>
            </a:r>
          </a:p>
          <a:p>
            <a:pPr marL="446088" lvl="1" indent="-176213">
              <a:lnSpc>
                <a:spcPct val="150000"/>
              </a:lnSpc>
              <a:buFont typeface="BIZ UDPゴシック" panose="020B0400000000000000" pitchFamily="50" charset="-128"/>
              <a:buChar char="‐"/>
            </a:pPr>
            <a:r>
              <a:rPr lang="ja-JP" altLang="en-US" sz="1400" dirty="0">
                <a:latin typeface="BIZ UDPゴシック" panose="020B0400000000000000" pitchFamily="50" charset="-128"/>
                <a:ea typeface="BIZ UDPゴシック" panose="020B0400000000000000" pitchFamily="50" charset="-128"/>
              </a:rPr>
              <a:t>超省電力、</a:t>
            </a:r>
            <a:r>
              <a:rPr lang="en-US" altLang="ja-JP" sz="1400" dirty="0">
                <a:latin typeface="BIZ UDPゴシック" panose="020B0400000000000000" pitchFamily="50" charset="-128"/>
                <a:ea typeface="BIZ UDPゴシック" panose="020B0400000000000000" pitchFamily="50" charset="-128"/>
              </a:rPr>
              <a:t>Secure Boot</a:t>
            </a:r>
          </a:p>
          <a:p>
            <a:pPr marL="87312" algn="l">
              <a:lnSpc>
                <a:spcPct val="150000"/>
              </a:lnSpc>
            </a:pPr>
            <a:endParaRPr kumimoji="1" lang="ja-JP" altLang="en-US" sz="1400" dirty="0">
              <a:latin typeface="BIZ UDPゴシック" panose="020B0400000000000000" pitchFamily="50" charset="-128"/>
              <a:ea typeface="BIZ UDPゴシック" panose="020B0400000000000000" pitchFamily="50" charset="-128"/>
            </a:endParaRPr>
          </a:p>
        </p:txBody>
      </p:sp>
      <p:sp>
        <p:nvSpPr>
          <p:cNvPr id="28" name="楕円 27">
            <a:extLst>
              <a:ext uri="{FF2B5EF4-FFF2-40B4-BE49-F238E27FC236}">
                <a16:creationId xmlns:a16="http://schemas.microsoft.com/office/drawing/2014/main" id="{A8B0CF68-E29B-27BB-C4BC-D30A49CCFB53}"/>
              </a:ext>
            </a:extLst>
          </p:cNvPr>
          <p:cNvSpPr/>
          <p:nvPr/>
        </p:nvSpPr>
        <p:spPr>
          <a:xfrm>
            <a:off x="6066895" y="1208622"/>
            <a:ext cx="108530" cy="106151"/>
          </a:xfrm>
          <a:prstGeom prst="ellipse">
            <a:avLst/>
          </a:prstGeom>
          <a:solidFill>
            <a:schemeClr val="bg1"/>
          </a:solid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l"/>
            <a:endParaRPr kumimoji="1" lang="ja-JP" altLang="en-US" sz="1400" dirty="0">
              <a:solidFill>
                <a:schemeClr val="tx1"/>
              </a:solidFill>
              <a:latin typeface="BIZ UDPゴシック" panose="020B0400000000000000" pitchFamily="50" charset="-128"/>
              <a:ea typeface="BIZ UDPゴシック" panose="020B0400000000000000" pitchFamily="50" charset="-128"/>
            </a:endParaRPr>
          </a:p>
        </p:txBody>
      </p:sp>
      <p:sp>
        <p:nvSpPr>
          <p:cNvPr id="29" name="テキスト ボックス 28">
            <a:extLst>
              <a:ext uri="{FF2B5EF4-FFF2-40B4-BE49-F238E27FC236}">
                <a16:creationId xmlns:a16="http://schemas.microsoft.com/office/drawing/2014/main" id="{066C3F9E-E598-24BC-EEE6-7E9EE3E8E579}"/>
              </a:ext>
            </a:extLst>
          </p:cNvPr>
          <p:cNvSpPr txBox="1"/>
          <p:nvPr/>
        </p:nvSpPr>
        <p:spPr>
          <a:xfrm>
            <a:off x="5773964" y="955738"/>
            <a:ext cx="694392" cy="252884"/>
          </a:xfrm>
          <a:prstGeom prst="rect">
            <a:avLst/>
          </a:prstGeom>
          <a:noFill/>
        </p:spPr>
        <p:txBody>
          <a:bodyPr wrap="none" lIns="0" tIns="0" rIns="0" bIns="0" rtlCol="0" anchor="t" anchorCtr="0">
            <a:noAutofit/>
          </a:bodyPr>
          <a:lstStyle/>
          <a:p>
            <a:pPr marL="87312" algn="l"/>
            <a:r>
              <a:rPr kumimoji="1" lang="en-US" altLang="ja-JP" sz="1400" b="1" dirty="0">
                <a:solidFill>
                  <a:srgbClr val="002060"/>
                </a:solidFill>
                <a:latin typeface="BIZ UDPゴシック" panose="020B0400000000000000" pitchFamily="50" charset="-128"/>
                <a:ea typeface="BIZ UDPゴシック" panose="020B0400000000000000" pitchFamily="50" charset="-128"/>
              </a:rPr>
              <a:t>2019</a:t>
            </a:r>
            <a:endParaRPr kumimoji="1" lang="ja-JP" altLang="en-US" sz="1400" b="1" dirty="0">
              <a:solidFill>
                <a:srgbClr val="002060"/>
              </a:solidFill>
              <a:latin typeface="BIZ UDPゴシック" panose="020B0400000000000000" pitchFamily="50" charset="-128"/>
              <a:ea typeface="BIZ UDPゴシック" panose="020B0400000000000000" pitchFamily="50" charset="-128"/>
            </a:endParaRPr>
          </a:p>
        </p:txBody>
      </p:sp>
      <p:sp>
        <p:nvSpPr>
          <p:cNvPr id="30" name="テキスト ボックス 29">
            <a:extLst>
              <a:ext uri="{FF2B5EF4-FFF2-40B4-BE49-F238E27FC236}">
                <a16:creationId xmlns:a16="http://schemas.microsoft.com/office/drawing/2014/main" id="{4D8A3740-E709-3EB8-DE6D-AC97D9E699C6}"/>
              </a:ext>
            </a:extLst>
          </p:cNvPr>
          <p:cNvSpPr txBox="1"/>
          <p:nvPr/>
        </p:nvSpPr>
        <p:spPr>
          <a:xfrm>
            <a:off x="9147789" y="1431749"/>
            <a:ext cx="2623033" cy="2207207"/>
          </a:xfrm>
          <a:prstGeom prst="rect">
            <a:avLst/>
          </a:prstGeom>
          <a:noFill/>
          <a:ln>
            <a:noFill/>
            <a:prstDash val="sysDot"/>
          </a:ln>
        </p:spPr>
        <p:txBody>
          <a:bodyPr wrap="square" lIns="0" tIns="0" rIns="0" bIns="0" rtlCol="0" anchor="t" anchorCtr="0">
            <a:spAutoFit/>
          </a:bodyPr>
          <a:lstStyle/>
          <a:p>
            <a:pPr marL="87312" algn="l">
              <a:lnSpc>
                <a:spcPct val="150000"/>
              </a:lnSpc>
            </a:pPr>
            <a:r>
              <a:rPr lang="ja-JP" altLang="en-US" sz="1400" b="1" dirty="0">
                <a:solidFill>
                  <a:srgbClr val="002060"/>
                </a:solidFill>
                <a:latin typeface="BIZ UDPゴシック" panose="020B0400000000000000" pitchFamily="50" charset="-128"/>
                <a:ea typeface="BIZ UDPゴシック" panose="020B0400000000000000" pitchFamily="50" charset="-128"/>
              </a:rPr>
              <a:t>某社</a:t>
            </a:r>
            <a:endParaRPr kumimoji="1" lang="en-US" altLang="ja-JP" sz="1400" b="1" dirty="0">
              <a:solidFill>
                <a:srgbClr val="002060"/>
              </a:solidFill>
              <a:latin typeface="BIZ UDPゴシック" panose="020B0400000000000000" pitchFamily="50" charset="-128"/>
              <a:ea typeface="BIZ UDPゴシック" panose="020B0400000000000000" pitchFamily="50" charset="-128"/>
            </a:endParaRPr>
          </a:p>
          <a:p>
            <a:pPr marL="268288" indent="-179388" algn="l">
              <a:lnSpc>
                <a:spcPct val="150000"/>
              </a:lnSpc>
              <a:buFont typeface="Arial" panose="020B0604020202020204" pitchFamily="34" charset="0"/>
              <a:buChar char="•"/>
            </a:pPr>
            <a:r>
              <a:rPr lang="en-US" altLang="ja-JP" sz="1400" dirty="0">
                <a:latin typeface="BIZ UDPゴシック" panose="020B0400000000000000" pitchFamily="50" charset="-128"/>
                <a:ea typeface="BIZ UDPゴシック" panose="020B0400000000000000" pitchFamily="50" charset="-128"/>
              </a:rPr>
              <a:t>E&amp;E</a:t>
            </a:r>
            <a:r>
              <a:rPr lang="ja-JP" altLang="en-US" sz="1400" dirty="0">
                <a:latin typeface="BIZ UDPゴシック" panose="020B0400000000000000" pitchFamily="50" charset="-128"/>
                <a:ea typeface="BIZ UDPゴシック" panose="020B0400000000000000" pitchFamily="50" charset="-128"/>
              </a:rPr>
              <a:t>アーキ領域</a:t>
            </a:r>
            <a:endParaRPr lang="en-US" altLang="ja-JP" sz="1400" dirty="0">
              <a:latin typeface="BIZ UDPゴシック" panose="020B0400000000000000" pitchFamily="50" charset="-128"/>
              <a:ea typeface="BIZ UDPゴシック" panose="020B0400000000000000" pitchFamily="50" charset="-128"/>
            </a:endParaRPr>
          </a:p>
          <a:p>
            <a:pPr marL="285750" indent="-192088">
              <a:lnSpc>
                <a:spcPct val="150000"/>
              </a:lnSpc>
              <a:buFont typeface="Arial" panose="020B0604020202020204" pitchFamily="34" charset="0"/>
              <a:buChar char="•"/>
            </a:pPr>
            <a:endParaRPr lang="en-US" altLang="ja-JP" sz="1400" dirty="0">
              <a:latin typeface="BIZ UDPゴシック" panose="020B0400000000000000" pitchFamily="50" charset="-128"/>
              <a:ea typeface="BIZ UDPゴシック" panose="020B0400000000000000" pitchFamily="50" charset="-128"/>
            </a:endParaRPr>
          </a:p>
          <a:p>
            <a:pPr marL="285750" indent="-192088">
              <a:lnSpc>
                <a:spcPct val="150000"/>
              </a:lnSpc>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中長期的なテーマ</a:t>
            </a:r>
            <a:endParaRPr lang="en-US" altLang="ja-JP" sz="1400" dirty="0">
              <a:latin typeface="BIZ UDPゴシック" panose="020B0400000000000000" pitchFamily="50" charset="-128"/>
              <a:ea typeface="BIZ UDPゴシック" panose="020B0400000000000000" pitchFamily="50" charset="-128"/>
            </a:endParaRPr>
          </a:p>
          <a:p>
            <a:pPr marL="446088" lvl="1" indent="-176213">
              <a:lnSpc>
                <a:spcPct val="150000"/>
              </a:lnSpc>
              <a:buFont typeface="BIZ UDPゴシック" panose="020B0400000000000000" pitchFamily="50" charset="-128"/>
              <a:buChar char="‐"/>
            </a:pPr>
            <a:r>
              <a:rPr lang="ja-JP" altLang="en-US" sz="1400" dirty="0">
                <a:latin typeface="BIZ UDPゴシック" panose="020B0400000000000000" pitchFamily="50" charset="-128"/>
                <a:ea typeface="BIZ UDPゴシック" panose="020B0400000000000000" pitchFamily="50" charset="-128"/>
              </a:rPr>
              <a:t>組織設計、制度設計</a:t>
            </a:r>
            <a:endParaRPr lang="en-US" altLang="ja-JP" sz="1400" dirty="0">
              <a:latin typeface="BIZ UDPゴシック" panose="020B0400000000000000" pitchFamily="50" charset="-128"/>
              <a:ea typeface="BIZ UDPゴシック" panose="020B0400000000000000" pitchFamily="50" charset="-128"/>
            </a:endParaRPr>
          </a:p>
          <a:p>
            <a:pPr marL="446088" lvl="1" indent="-176213">
              <a:lnSpc>
                <a:spcPct val="150000"/>
              </a:lnSpc>
              <a:buFont typeface="BIZ UDPゴシック" panose="020B0400000000000000" pitchFamily="50" charset="-128"/>
              <a:buChar char="‐"/>
            </a:pPr>
            <a:r>
              <a:rPr lang="ja-JP" altLang="en-US" sz="1400" dirty="0">
                <a:latin typeface="BIZ UDPゴシック" panose="020B0400000000000000" pitchFamily="50" charset="-128"/>
                <a:ea typeface="BIZ UDPゴシック" panose="020B0400000000000000" pitchFamily="50" charset="-128"/>
              </a:rPr>
              <a:t>エンジニア経験を活かした開発支援</a:t>
            </a:r>
            <a:endParaRPr lang="en-US" altLang="ja-JP" sz="1400" dirty="0">
              <a:latin typeface="BIZ UDPゴシック" panose="020B0400000000000000" pitchFamily="50" charset="-128"/>
              <a:ea typeface="BIZ UDPゴシック" panose="020B0400000000000000" pitchFamily="50" charset="-128"/>
            </a:endParaRPr>
          </a:p>
        </p:txBody>
      </p:sp>
      <p:sp>
        <p:nvSpPr>
          <p:cNvPr id="31" name="楕円 30">
            <a:extLst>
              <a:ext uri="{FF2B5EF4-FFF2-40B4-BE49-F238E27FC236}">
                <a16:creationId xmlns:a16="http://schemas.microsoft.com/office/drawing/2014/main" id="{67086906-4498-B6FE-064C-8206E87CCA73}"/>
              </a:ext>
            </a:extLst>
          </p:cNvPr>
          <p:cNvSpPr/>
          <p:nvPr/>
        </p:nvSpPr>
        <p:spPr>
          <a:xfrm>
            <a:off x="8775004" y="1208622"/>
            <a:ext cx="108530" cy="106151"/>
          </a:xfrm>
          <a:prstGeom prst="ellipse">
            <a:avLst/>
          </a:prstGeom>
          <a:solidFill>
            <a:schemeClr val="bg1"/>
          </a:solid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l"/>
            <a:endParaRPr kumimoji="1" lang="ja-JP" altLang="en-US" sz="1400" dirty="0">
              <a:solidFill>
                <a:schemeClr val="tx1"/>
              </a:solidFill>
              <a:latin typeface="BIZ UDPゴシック" panose="020B0400000000000000" pitchFamily="50" charset="-128"/>
              <a:ea typeface="BIZ UDPゴシック" panose="020B0400000000000000" pitchFamily="50" charset="-128"/>
            </a:endParaRPr>
          </a:p>
        </p:txBody>
      </p:sp>
      <p:sp>
        <p:nvSpPr>
          <p:cNvPr id="32" name="テキスト ボックス 31">
            <a:extLst>
              <a:ext uri="{FF2B5EF4-FFF2-40B4-BE49-F238E27FC236}">
                <a16:creationId xmlns:a16="http://schemas.microsoft.com/office/drawing/2014/main" id="{277D9BCA-D5CB-1315-62D9-B1298549933D}"/>
              </a:ext>
            </a:extLst>
          </p:cNvPr>
          <p:cNvSpPr txBox="1"/>
          <p:nvPr/>
        </p:nvSpPr>
        <p:spPr>
          <a:xfrm>
            <a:off x="8482073" y="966214"/>
            <a:ext cx="694392" cy="252884"/>
          </a:xfrm>
          <a:prstGeom prst="rect">
            <a:avLst/>
          </a:prstGeom>
          <a:noFill/>
        </p:spPr>
        <p:txBody>
          <a:bodyPr wrap="none" lIns="0" tIns="0" rIns="0" bIns="0" rtlCol="0" anchor="t" anchorCtr="0">
            <a:noAutofit/>
          </a:bodyPr>
          <a:lstStyle/>
          <a:p>
            <a:pPr marL="87312" algn="l"/>
            <a:r>
              <a:rPr kumimoji="1" lang="en-US" altLang="ja-JP" sz="1400" b="1" dirty="0">
                <a:solidFill>
                  <a:srgbClr val="002060"/>
                </a:solidFill>
                <a:latin typeface="BIZ UDPゴシック" panose="020B0400000000000000" pitchFamily="50" charset="-128"/>
                <a:ea typeface="BIZ UDPゴシック" panose="020B0400000000000000" pitchFamily="50" charset="-128"/>
              </a:rPr>
              <a:t>2025</a:t>
            </a:r>
            <a:endParaRPr kumimoji="1" lang="ja-JP" altLang="en-US" sz="1400" b="1" dirty="0">
              <a:solidFill>
                <a:srgbClr val="002060"/>
              </a:solidFill>
              <a:latin typeface="BIZ UDPゴシック" panose="020B0400000000000000" pitchFamily="50" charset="-128"/>
              <a:ea typeface="BIZ UDPゴシック" panose="020B0400000000000000" pitchFamily="50" charset="-128"/>
            </a:endParaRPr>
          </a:p>
        </p:txBody>
      </p:sp>
      <p:sp>
        <p:nvSpPr>
          <p:cNvPr id="34" name="正方形/長方形 33">
            <a:extLst>
              <a:ext uri="{FF2B5EF4-FFF2-40B4-BE49-F238E27FC236}">
                <a16:creationId xmlns:a16="http://schemas.microsoft.com/office/drawing/2014/main" id="{333228C1-1E35-1517-EB53-6A73E937D3CB}"/>
              </a:ext>
            </a:extLst>
          </p:cNvPr>
          <p:cNvSpPr/>
          <p:nvPr/>
        </p:nvSpPr>
        <p:spPr>
          <a:xfrm>
            <a:off x="3413051" y="4061890"/>
            <a:ext cx="3960000" cy="432000"/>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lang="ja-JP" altLang="en-US" sz="1400" dirty="0">
                <a:solidFill>
                  <a:schemeClr val="bg1"/>
                </a:solidFill>
                <a:latin typeface="BIZ UDPゴシック" panose="020B0400000000000000" pitchFamily="50" charset="-128"/>
                <a:ea typeface="BIZ UDPゴシック" panose="020B0400000000000000" pitchFamily="50" charset="-128"/>
              </a:rPr>
              <a:t>ソフトエンジニアとしての</a:t>
            </a:r>
            <a:endParaRPr lang="en-US" altLang="ja-JP" sz="1400" dirty="0">
              <a:solidFill>
                <a:schemeClr val="bg1"/>
              </a:solidFill>
              <a:latin typeface="BIZ UDPゴシック" panose="020B0400000000000000" pitchFamily="50" charset="-128"/>
              <a:ea typeface="BIZ UDPゴシック" panose="020B0400000000000000" pitchFamily="50" charset="-128"/>
            </a:endParaRPr>
          </a:p>
          <a:p>
            <a:pPr algn="ctr"/>
            <a:r>
              <a:rPr lang="ja-JP" altLang="en-US" sz="1400" dirty="0">
                <a:solidFill>
                  <a:schemeClr val="bg1"/>
                </a:solidFill>
              </a:rPr>
              <a:t>ツール嗜好</a:t>
            </a:r>
            <a:endParaRPr kumimoji="1" lang="ja-JP" altLang="en-US" sz="1400" dirty="0">
              <a:solidFill>
                <a:schemeClr val="bg1"/>
              </a:solidFill>
              <a:latin typeface="BIZ UDPゴシック" panose="020B0400000000000000" pitchFamily="50" charset="-128"/>
              <a:ea typeface="BIZ UDPゴシック" panose="020B0400000000000000" pitchFamily="50" charset="-128"/>
            </a:endParaRPr>
          </a:p>
        </p:txBody>
      </p:sp>
      <p:sp>
        <p:nvSpPr>
          <p:cNvPr id="35" name="テキスト ボックス 34">
            <a:extLst>
              <a:ext uri="{FF2B5EF4-FFF2-40B4-BE49-F238E27FC236}">
                <a16:creationId xmlns:a16="http://schemas.microsoft.com/office/drawing/2014/main" id="{6E2D01F8-DCAE-A2F3-D2EE-921E60FBF299}"/>
              </a:ext>
            </a:extLst>
          </p:cNvPr>
          <p:cNvSpPr txBox="1"/>
          <p:nvPr/>
        </p:nvSpPr>
        <p:spPr>
          <a:xfrm>
            <a:off x="3413051" y="4677435"/>
            <a:ext cx="4140000" cy="1691020"/>
          </a:xfrm>
          <a:prstGeom prst="rect">
            <a:avLst/>
          </a:prstGeom>
          <a:noFill/>
        </p:spPr>
        <p:txBody>
          <a:bodyPr wrap="none" lIns="0" tIns="0" rIns="0" bIns="0" rtlCol="0" anchor="t" anchorCtr="0">
            <a:noAutofit/>
          </a:bodyPr>
          <a:lstStyle/>
          <a:p>
            <a:pPr marL="371475" indent="-285750" defTabSz="717550">
              <a:lnSpc>
                <a:spcPct val="150000"/>
              </a:lnSpc>
              <a:buFont typeface="Arial" panose="020B0604020202020204" pitchFamily="34" charset="0"/>
              <a:buChar char="•"/>
              <a:tabLst>
                <a:tab pos="1612900" algn="l"/>
              </a:tabLst>
            </a:pPr>
            <a:r>
              <a:rPr kumimoji="1" lang="ja-JP" altLang="en-US" sz="1400" dirty="0">
                <a:latin typeface="BIZ UDPゴシック" panose="020B0400000000000000" pitchFamily="50" charset="-128"/>
                <a:ea typeface="BIZ UDPゴシック" panose="020B0400000000000000" pitchFamily="50" charset="-128"/>
              </a:rPr>
              <a:t>エディタ</a:t>
            </a:r>
            <a:r>
              <a:rPr kumimoji="1" lang="en-US" altLang="ja-JP" sz="1400" dirty="0">
                <a:latin typeface="BIZ UDPゴシック" panose="020B0400000000000000" pitchFamily="50" charset="-128"/>
                <a:ea typeface="BIZ UDPゴシック" panose="020B0400000000000000" pitchFamily="50" charset="-128"/>
              </a:rPr>
              <a:t>	Vim, </a:t>
            </a:r>
            <a:r>
              <a:rPr lang="en-US" altLang="ja-JP" sz="1400" dirty="0" err="1">
                <a:latin typeface="BIZ UDPゴシック" panose="020B0400000000000000" pitchFamily="50" charset="-128"/>
                <a:ea typeface="BIZ UDPゴシック" panose="020B0400000000000000" pitchFamily="50" charset="-128"/>
              </a:rPr>
              <a:t>N</a:t>
            </a:r>
            <a:r>
              <a:rPr kumimoji="1" lang="en-US" altLang="ja-JP" sz="1400" dirty="0" err="1">
                <a:latin typeface="BIZ UDPゴシック" panose="020B0400000000000000" pitchFamily="50" charset="-128"/>
                <a:ea typeface="BIZ UDPゴシック" panose="020B0400000000000000" pitchFamily="50" charset="-128"/>
              </a:rPr>
              <a:t>eovim</a:t>
            </a:r>
            <a:r>
              <a:rPr kumimoji="1" lang="en-US" altLang="ja-JP" sz="1400" dirty="0">
                <a:latin typeface="BIZ UDPゴシック" panose="020B0400000000000000" pitchFamily="50" charset="-128"/>
                <a:ea typeface="BIZ UDPゴシック" panose="020B0400000000000000" pitchFamily="50" charset="-128"/>
              </a:rPr>
              <a:t>, obsidian</a:t>
            </a:r>
          </a:p>
          <a:p>
            <a:pPr marL="371475" indent="-285750" defTabSz="655638">
              <a:lnSpc>
                <a:spcPct val="150000"/>
              </a:lnSpc>
              <a:buFont typeface="Arial" panose="020B0604020202020204" pitchFamily="34" charset="0"/>
              <a:buChar char="•"/>
              <a:tabLst>
                <a:tab pos="717550" algn="l"/>
                <a:tab pos="1255713" algn="l"/>
                <a:tab pos="1612900" algn="l"/>
                <a:tab pos="1881188" algn="l"/>
              </a:tabLst>
            </a:pPr>
            <a:r>
              <a:rPr lang="ja-JP" altLang="en-US" sz="1400" dirty="0">
                <a:latin typeface="BIZ UDPゴシック" panose="020B0400000000000000" pitchFamily="50" charset="-128"/>
                <a:ea typeface="BIZ UDPゴシック" panose="020B0400000000000000" pitchFamily="50" charset="-128"/>
              </a:rPr>
              <a:t>シェル</a:t>
            </a:r>
            <a:r>
              <a:rPr lang="en-US" altLang="ja-JP" sz="1400" dirty="0">
                <a:latin typeface="BIZ UDPゴシック" panose="020B0400000000000000" pitchFamily="50" charset="-128"/>
                <a:ea typeface="BIZ UDPゴシック" panose="020B0400000000000000" pitchFamily="50" charset="-128"/>
              </a:rPr>
              <a:t>		</a:t>
            </a:r>
            <a:r>
              <a:rPr lang="en-US" altLang="ja-JP" sz="1400" dirty="0" err="1">
                <a:latin typeface="BIZ UDPゴシック" panose="020B0400000000000000" pitchFamily="50" charset="-128"/>
                <a:ea typeface="BIZ UDPゴシック" panose="020B0400000000000000" pitchFamily="50" charset="-128"/>
              </a:rPr>
              <a:t>zsh</a:t>
            </a:r>
            <a:r>
              <a:rPr lang="en-US" altLang="ja-JP" sz="1400" dirty="0">
                <a:latin typeface="BIZ UDPゴシック" panose="020B0400000000000000" pitchFamily="50" charset="-128"/>
                <a:ea typeface="BIZ UDPゴシック" panose="020B0400000000000000" pitchFamily="50" charset="-128"/>
              </a:rPr>
              <a:t>, </a:t>
            </a:r>
            <a:r>
              <a:rPr lang="en-US" altLang="ja-JP" sz="1400" dirty="0" err="1">
                <a:latin typeface="BIZ UDPゴシック" panose="020B0400000000000000" pitchFamily="50" charset="-128"/>
                <a:ea typeface="BIZ UDPゴシック" panose="020B0400000000000000" pitchFamily="50" charset="-128"/>
              </a:rPr>
              <a:t>Powershell</a:t>
            </a:r>
            <a:endParaRPr lang="en-US" altLang="ja-JP" sz="1400" dirty="0">
              <a:latin typeface="BIZ UDPゴシック" panose="020B0400000000000000" pitchFamily="50" charset="-128"/>
              <a:ea typeface="BIZ UDPゴシック" panose="020B0400000000000000" pitchFamily="50" charset="-128"/>
            </a:endParaRPr>
          </a:p>
          <a:p>
            <a:pPr marL="371475" indent="-285750" defTabSz="717550">
              <a:lnSpc>
                <a:spcPct val="150000"/>
              </a:lnSpc>
              <a:buFont typeface="Arial" panose="020B0604020202020204" pitchFamily="34" charset="0"/>
              <a:buChar char="•"/>
              <a:tabLst>
                <a:tab pos="717550" algn="l"/>
                <a:tab pos="1612900" algn="l"/>
              </a:tabLst>
            </a:pPr>
            <a:r>
              <a:rPr lang="ja-JP" altLang="en-US" sz="1400" dirty="0">
                <a:latin typeface="BIZ UDPゴシック" panose="020B0400000000000000" pitchFamily="50" charset="-128"/>
                <a:ea typeface="BIZ UDPゴシック" panose="020B0400000000000000" pitchFamily="50" charset="-128"/>
              </a:rPr>
              <a:t>ターミナル</a:t>
            </a:r>
            <a:r>
              <a:rPr lang="en-US" altLang="ja-JP" sz="1400" dirty="0">
                <a:latin typeface="BIZ UDPゴシック" panose="020B0400000000000000" pitchFamily="50" charset="-128"/>
                <a:ea typeface="BIZ UDPゴシック" panose="020B0400000000000000" pitchFamily="50" charset="-128"/>
              </a:rPr>
              <a:t>	</a:t>
            </a:r>
            <a:r>
              <a:rPr lang="en-US" altLang="ja-JP" sz="1400" dirty="0" err="1">
                <a:latin typeface="BIZ UDPゴシック" panose="020B0400000000000000" pitchFamily="50" charset="-128"/>
                <a:ea typeface="BIZ UDPゴシック" panose="020B0400000000000000" pitchFamily="50" charset="-128"/>
              </a:rPr>
              <a:t>Alacritty</a:t>
            </a:r>
            <a:r>
              <a:rPr lang="en-US" altLang="ja-JP" sz="1400" dirty="0">
                <a:latin typeface="BIZ UDPゴシック" panose="020B0400000000000000" pitchFamily="50" charset="-128"/>
                <a:ea typeface="BIZ UDPゴシック" panose="020B0400000000000000" pitchFamily="50" charset="-128"/>
              </a:rPr>
              <a:t>, win terminal</a:t>
            </a:r>
          </a:p>
          <a:p>
            <a:pPr marL="371475" indent="-285750" defTabSz="538163">
              <a:lnSpc>
                <a:spcPct val="150000"/>
              </a:lnSpc>
              <a:buFont typeface="Arial" panose="020B0604020202020204" pitchFamily="34" charset="0"/>
              <a:buChar char="•"/>
              <a:tabLst>
                <a:tab pos="717550" algn="l"/>
                <a:tab pos="1435100" algn="l"/>
              </a:tabLst>
            </a:pPr>
            <a:r>
              <a:rPr lang="ja-JP" altLang="en-US" sz="1400" dirty="0">
                <a:latin typeface="BIZ UDPゴシック" panose="020B0400000000000000" pitchFamily="50" charset="-128"/>
                <a:ea typeface="BIZ UDPゴシック" panose="020B0400000000000000" pitchFamily="50" charset="-128"/>
              </a:rPr>
              <a:t>言語</a:t>
            </a:r>
            <a:r>
              <a:rPr kumimoji="1" lang="en-US" altLang="ja-JP" sz="1400" dirty="0">
                <a:latin typeface="BIZ UDPゴシック" panose="020B0400000000000000" pitchFamily="50" charset="-128"/>
                <a:ea typeface="BIZ UDPゴシック" panose="020B0400000000000000" pitchFamily="50" charset="-128"/>
              </a:rPr>
              <a:t>		C</a:t>
            </a:r>
            <a:r>
              <a:rPr kumimoji="1" lang="ja-JP" altLang="en-US" sz="1400" dirty="0">
                <a:latin typeface="BIZ UDPゴシック" panose="020B0400000000000000" pitchFamily="50" charset="-128"/>
                <a:ea typeface="BIZ UDPゴシック" panose="020B0400000000000000" pitchFamily="50" charset="-128"/>
              </a:rPr>
              <a:t> </a:t>
            </a:r>
            <a:r>
              <a:rPr kumimoji="1" lang="en-US" altLang="ja-JP" sz="1400" dirty="0">
                <a:latin typeface="BIZ UDPゴシック" panose="020B0400000000000000" pitchFamily="50" charset="-128"/>
                <a:ea typeface="BIZ UDPゴシック" panose="020B0400000000000000" pitchFamily="50" charset="-128"/>
              </a:rPr>
              <a:t>,C++,</a:t>
            </a:r>
            <a:r>
              <a:rPr kumimoji="1" lang="ja-JP" altLang="en-US" sz="1400" dirty="0">
                <a:latin typeface="BIZ UDPゴシック" panose="020B0400000000000000" pitchFamily="50" charset="-128"/>
                <a:ea typeface="BIZ UDPゴシック" panose="020B0400000000000000" pitchFamily="50" charset="-128"/>
              </a:rPr>
              <a:t> </a:t>
            </a:r>
            <a:r>
              <a:rPr kumimoji="1" lang="en-US" altLang="ja-JP" sz="1400" dirty="0">
                <a:latin typeface="BIZ UDPゴシック" panose="020B0400000000000000" pitchFamily="50" charset="-128"/>
                <a:ea typeface="BIZ UDPゴシック" panose="020B0400000000000000" pitchFamily="50" charset="-128"/>
              </a:rPr>
              <a:t>Python,</a:t>
            </a:r>
            <a:r>
              <a:rPr kumimoji="1" lang="ja-JP" altLang="en-US" sz="1400" dirty="0">
                <a:latin typeface="BIZ UDPゴシック" panose="020B0400000000000000" pitchFamily="50" charset="-128"/>
                <a:ea typeface="BIZ UDPゴシック" panose="020B0400000000000000" pitchFamily="50" charset="-128"/>
              </a:rPr>
              <a:t> </a:t>
            </a:r>
            <a:r>
              <a:rPr kumimoji="1" lang="en-US" altLang="ja-JP" sz="1400" dirty="0">
                <a:latin typeface="BIZ UDPゴシック" panose="020B0400000000000000" pitchFamily="50" charset="-128"/>
                <a:ea typeface="BIZ UDPゴシック" panose="020B0400000000000000" pitchFamily="50" charset="-128"/>
              </a:rPr>
              <a:t>Rust</a:t>
            </a:r>
          </a:p>
          <a:p>
            <a:pPr marL="371475" indent="-285750" defTabSz="538163">
              <a:lnSpc>
                <a:spcPct val="150000"/>
              </a:lnSpc>
              <a:buFont typeface="Arial" panose="020B0604020202020204" pitchFamily="34" charset="0"/>
              <a:buChar char="•"/>
              <a:tabLst>
                <a:tab pos="717550" algn="l"/>
                <a:tab pos="1435100" algn="l"/>
              </a:tabLst>
            </a:pPr>
            <a:r>
              <a:rPr lang="ja-JP" altLang="en-US" sz="1400" dirty="0">
                <a:latin typeface="BIZ UDPゴシック" panose="020B0400000000000000" pitchFamily="50" charset="-128"/>
                <a:ea typeface="BIZ UDPゴシック" panose="020B0400000000000000" pitchFamily="50" charset="-128"/>
              </a:rPr>
              <a:t>回路</a:t>
            </a:r>
            <a:r>
              <a:rPr lang="en-US" altLang="ja-JP" sz="1400" dirty="0">
                <a:latin typeface="BIZ UDPゴシック" panose="020B0400000000000000" pitchFamily="50" charset="-128"/>
                <a:ea typeface="BIZ UDPゴシック" panose="020B0400000000000000" pitchFamily="50" charset="-128"/>
              </a:rPr>
              <a:t>		</a:t>
            </a:r>
            <a:r>
              <a:rPr lang="ja-JP" altLang="en-US" sz="1400" dirty="0">
                <a:latin typeface="BIZ UDPゴシック" panose="020B0400000000000000" pitchFamily="50" charset="-128"/>
                <a:ea typeface="BIZ UDPゴシック" panose="020B0400000000000000" pitchFamily="50" charset="-128"/>
              </a:rPr>
              <a:t>計装アンプ、電源系、</a:t>
            </a:r>
            <a:r>
              <a:rPr lang="en-US" altLang="ja-JP" sz="1400" dirty="0">
                <a:latin typeface="BIZ UDPゴシック" panose="020B0400000000000000" pitchFamily="50" charset="-128"/>
                <a:ea typeface="BIZ UDPゴシック" panose="020B0400000000000000" pitchFamily="50" charset="-128"/>
              </a:rPr>
              <a:t>FPGA</a:t>
            </a:r>
          </a:p>
        </p:txBody>
      </p:sp>
      <p:sp>
        <p:nvSpPr>
          <p:cNvPr id="52" name="正方形/長方形 51">
            <a:extLst>
              <a:ext uri="{FF2B5EF4-FFF2-40B4-BE49-F238E27FC236}">
                <a16:creationId xmlns:a16="http://schemas.microsoft.com/office/drawing/2014/main" id="{00D7CF26-5205-53EE-52B7-4000124D57A2}"/>
              </a:ext>
            </a:extLst>
          </p:cNvPr>
          <p:cNvSpPr/>
          <p:nvPr/>
        </p:nvSpPr>
        <p:spPr>
          <a:xfrm>
            <a:off x="7897038" y="4061890"/>
            <a:ext cx="3960000" cy="432000"/>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lang="ja-JP" altLang="en-US" sz="1400" dirty="0">
                <a:solidFill>
                  <a:schemeClr val="bg1"/>
                </a:solidFill>
                <a:latin typeface="BIZ UDPゴシック" panose="020B0400000000000000" pitchFamily="50" charset="-128"/>
                <a:ea typeface="BIZ UDPゴシック" panose="020B0400000000000000" pitchFamily="50" charset="-128"/>
              </a:rPr>
              <a:t>特に成長を実感した</a:t>
            </a:r>
            <a:endParaRPr lang="en-US" altLang="ja-JP" sz="1400" dirty="0">
              <a:solidFill>
                <a:schemeClr val="bg1"/>
              </a:solidFill>
              <a:latin typeface="BIZ UDPゴシック" panose="020B0400000000000000" pitchFamily="50" charset="-128"/>
              <a:ea typeface="BIZ UDPゴシック" panose="020B0400000000000000" pitchFamily="50" charset="-128"/>
            </a:endParaRPr>
          </a:p>
          <a:p>
            <a:pPr algn="ctr"/>
            <a:r>
              <a:rPr lang="ja-JP" altLang="en-US" sz="1400" dirty="0">
                <a:solidFill>
                  <a:schemeClr val="bg1"/>
                </a:solidFill>
                <a:latin typeface="BIZ UDPゴシック" panose="020B0400000000000000" pitchFamily="50" charset="-128"/>
                <a:ea typeface="BIZ UDPゴシック" panose="020B0400000000000000" pitchFamily="50" charset="-128"/>
              </a:rPr>
              <a:t>業務</a:t>
            </a:r>
            <a:endParaRPr kumimoji="1" lang="ja-JP" altLang="en-US" sz="1400" dirty="0">
              <a:solidFill>
                <a:schemeClr val="bg1"/>
              </a:solidFill>
              <a:latin typeface="BIZ UDPゴシック" panose="020B0400000000000000" pitchFamily="50" charset="-128"/>
              <a:ea typeface="BIZ UDPゴシック" panose="020B0400000000000000" pitchFamily="50" charset="-128"/>
            </a:endParaRPr>
          </a:p>
        </p:txBody>
      </p:sp>
      <p:sp>
        <p:nvSpPr>
          <p:cNvPr id="54" name="テキスト ボックス 53">
            <a:extLst>
              <a:ext uri="{FF2B5EF4-FFF2-40B4-BE49-F238E27FC236}">
                <a16:creationId xmlns:a16="http://schemas.microsoft.com/office/drawing/2014/main" id="{29D7446C-866B-7883-1B81-0B1E1C64DA67}"/>
              </a:ext>
            </a:extLst>
          </p:cNvPr>
          <p:cNvSpPr txBox="1"/>
          <p:nvPr/>
        </p:nvSpPr>
        <p:spPr>
          <a:xfrm>
            <a:off x="7897039" y="4654004"/>
            <a:ext cx="3959999" cy="1560877"/>
          </a:xfrm>
          <a:prstGeom prst="rect">
            <a:avLst/>
          </a:prstGeom>
          <a:noFill/>
        </p:spPr>
        <p:txBody>
          <a:bodyPr wrap="square" lIns="0" tIns="0" rIns="0" bIns="0" rtlCol="0" anchor="t" anchorCtr="0">
            <a:spAutoFit/>
          </a:bodyPr>
          <a:lstStyle/>
          <a:p>
            <a:pPr marL="266700" indent="-180975" defTabSz="669925">
              <a:lnSpc>
                <a:spcPct val="150000"/>
              </a:lnSpc>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発生まで丸</a:t>
            </a:r>
            <a:r>
              <a:rPr lang="en-US" altLang="ja-JP" sz="1400" dirty="0">
                <a:latin typeface="BIZ UDPゴシック" panose="020B0400000000000000" pitchFamily="50" charset="-128"/>
                <a:ea typeface="BIZ UDPゴシック" panose="020B0400000000000000" pitchFamily="50" charset="-128"/>
              </a:rPr>
              <a:t>30</a:t>
            </a:r>
            <a:r>
              <a:rPr lang="ja-JP" altLang="en-US" sz="1400" dirty="0">
                <a:latin typeface="BIZ UDPゴシック" panose="020B0400000000000000" pitchFamily="50" charset="-128"/>
                <a:ea typeface="BIZ UDPゴシック" panose="020B0400000000000000" pitchFamily="50" charset="-128"/>
              </a:rPr>
              <a:t>日掛かる不具合調査</a:t>
            </a:r>
            <a:endParaRPr lang="en-US" altLang="ja-JP" sz="1400" dirty="0">
              <a:latin typeface="BIZ UDPゴシック" panose="020B0400000000000000" pitchFamily="50" charset="-128"/>
              <a:ea typeface="BIZ UDPゴシック" panose="020B0400000000000000" pitchFamily="50" charset="-128"/>
            </a:endParaRPr>
          </a:p>
          <a:p>
            <a:pPr marL="266700" indent="-180975" defTabSz="669925">
              <a:lnSpc>
                <a:spcPct val="150000"/>
              </a:lnSpc>
              <a:buFont typeface="Arial" panose="020B0604020202020204" pitchFamily="34" charset="0"/>
              <a:buChar char="•"/>
            </a:pPr>
            <a:r>
              <a:rPr lang="en-US" altLang="ja-JP" sz="1400" dirty="0">
                <a:latin typeface="BIZ UDPゴシック" panose="020B0400000000000000" pitchFamily="50" charset="-128"/>
                <a:ea typeface="BIZ UDPゴシック" panose="020B0400000000000000" pitchFamily="50" charset="-128"/>
              </a:rPr>
              <a:t>SoC</a:t>
            </a:r>
            <a:r>
              <a:rPr lang="ja-JP" altLang="en-US" sz="1400" dirty="0">
                <a:latin typeface="BIZ UDPゴシック" panose="020B0400000000000000" pitchFamily="50" charset="-128"/>
                <a:ea typeface="BIZ UDPゴシック" panose="020B0400000000000000" pitchFamily="50" charset="-128"/>
              </a:rPr>
              <a:t>やカスタムマイコンの設計</a:t>
            </a:r>
            <a:endParaRPr lang="en-US" altLang="ja-JP" sz="1400" dirty="0">
              <a:latin typeface="BIZ UDPゴシック" panose="020B0400000000000000" pitchFamily="50" charset="-128"/>
              <a:ea typeface="BIZ UDPゴシック" panose="020B0400000000000000" pitchFamily="50" charset="-128"/>
            </a:endParaRPr>
          </a:p>
          <a:p>
            <a:pPr marL="266700" indent="-180975" defTabSz="669925">
              <a:lnSpc>
                <a:spcPct val="150000"/>
              </a:lnSpc>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国内外の展示会・</a:t>
            </a:r>
            <a:r>
              <a:rPr lang="en-US" altLang="ja-JP" sz="1400" dirty="0">
                <a:latin typeface="BIZ UDPゴシック" panose="020B0400000000000000" pitchFamily="50" charset="-128"/>
                <a:ea typeface="BIZ UDPゴシック" panose="020B0400000000000000" pitchFamily="50" charset="-128"/>
              </a:rPr>
              <a:t>PoC</a:t>
            </a:r>
            <a:r>
              <a:rPr lang="ja-JP" altLang="en-US" sz="1400" dirty="0">
                <a:latin typeface="BIZ UDPゴシック" panose="020B0400000000000000" pitchFamily="50" charset="-128"/>
                <a:ea typeface="BIZ UDPゴシック" panose="020B0400000000000000" pitchFamily="50" charset="-128"/>
              </a:rPr>
              <a:t>作成</a:t>
            </a:r>
            <a:endParaRPr lang="en-US" altLang="ja-JP" sz="1400" dirty="0">
              <a:latin typeface="BIZ UDPゴシック" panose="020B0400000000000000" pitchFamily="50" charset="-128"/>
              <a:ea typeface="BIZ UDPゴシック" panose="020B0400000000000000" pitchFamily="50" charset="-128"/>
            </a:endParaRPr>
          </a:p>
          <a:p>
            <a:pPr marL="266700" indent="-180975" defTabSz="669925">
              <a:lnSpc>
                <a:spcPct val="150000"/>
              </a:lnSpc>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米国ローカライズ設計部門への</a:t>
            </a:r>
            <a:r>
              <a:rPr lang="en-US" altLang="ja-JP" sz="1400" dirty="0">
                <a:latin typeface="BIZ UDPゴシック" panose="020B0400000000000000" pitchFamily="50" charset="-128"/>
                <a:ea typeface="BIZ UDPゴシック" panose="020B0400000000000000" pitchFamily="50" charset="-128"/>
              </a:rPr>
              <a:t>T.T.</a:t>
            </a:r>
          </a:p>
          <a:p>
            <a:pPr marL="266700" indent="-180975" defTabSz="669925">
              <a:lnSpc>
                <a:spcPct val="150000"/>
              </a:lnSpc>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机をガンガン蹴っている怒り人との協業</a:t>
            </a:r>
            <a:endParaRPr lang="en-US" altLang="ja-JP" sz="1400" dirty="0">
              <a:latin typeface="BIZ UDPゴシック" panose="020B0400000000000000" pitchFamily="50" charset="-128"/>
              <a:ea typeface="BIZ UDPゴシック" panose="020B0400000000000000" pitchFamily="50" charset="-128"/>
            </a:endParaRPr>
          </a:p>
        </p:txBody>
      </p:sp>
      <p:pic>
        <p:nvPicPr>
          <p:cNvPr id="15" name="グラフィックス 14" descr="クリップボード 枠線">
            <a:extLst>
              <a:ext uri="{FF2B5EF4-FFF2-40B4-BE49-F238E27FC236}">
                <a16:creationId xmlns:a16="http://schemas.microsoft.com/office/drawing/2014/main" id="{5C61A042-E890-9261-9AFD-67A50ADA8F8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459837" y="4581932"/>
            <a:ext cx="412511" cy="412511"/>
          </a:xfrm>
          <a:prstGeom prst="rect">
            <a:avLst/>
          </a:prstGeom>
        </p:spPr>
      </p:pic>
      <p:pic>
        <p:nvPicPr>
          <p:cNvPr id="17" name="グラフィックス 16" descr="将来 枠線">
            <a:extLst>
              <a:ext uri="{FF2B5EF4-FFF2-40B4-BE49-F238E27FC236}">
                <a16:creationId xmlns:a16="http://schemas.microsoft.com/office/drawing/2014/main" id="{79A4EB13-7931-3A9B-7F00-237A65F2229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459837" y="1350913"/>
            <a:ext cx="412511" cy="412511"/>
          </a:xfrm>
          <a:prstGeom prst="rect">
            <a:avLst/>
          </a:prstGeom>
        </p:spPr>
      </p:pic>
    </p:spTree>
    <p:extLst>
      <p:ext uri="{BB962C8B-B14F-4D97-AF65-F5344CB8AC3E}">
        <p14:creationId xmlns:p14="http://schemas.microsoft.com/office/powerpoint/2010/main" val="16166664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F4120-69D4-E2BD-01DE-7BF3DB85ED0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40DEE42-F32B-2CB9-07A4-D1DEA133982C}"/>
              </a:ext>
            </a:extLst>
          </p:cNvPr>
          <p:cNvSpPr>
            <a:spLocks noGrp="1"/>
          </p:cNvSpPr>
          <p:nvPr>
            <p:ph type="ctrTitle"/>
          </p:nvPr>
        </p:nvSpPr>
        <p:spPr/>
        <p:txBody>
          <a:bodyPr/>
          <a:lstStyle/>
          <a:p>
            <a:r>
              <a:rPr lang="ja-JP" altLang="en-US" dirty="0"/>
              <a:t>背景目的</a:t>
            </a:r>
            <a:endParaRPr kumimoji="1" lang="ja-JP" altLang="en-US" dirty="0"/>
          </a:p>
        </p:txBody>
      </p:sp>
      <p:sp>
        <p:nvSpPr>
          <p:cNvPr id="3" name="字幕 2">
            <a:extLst>
              <a:ext uri="{FF2B5EF4-FFF2-40B4-BE49-F238E27FC236}">
                <a16:creationId xmlns:a16="http://schemas.microsoft.com/office/drawing/2014/main" id="{4C8A9912-A245-6C03-01A4-B39A20BB9693}"/>
              </a:ext>
            </a:extLst>
          </p:cNvPr>
          <p:cNvSpPr>
            <a:spLocks noGrp="1"/>
          </p:cNvSpPr>
          <p:nvPr>
            <p:ph type="subTitle"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3C608D11-AB5E-B4A7-892F-180EC5E862DD}"/>
              </a:ext>
            </a:extLst>
          </p:cNvPr>
          <p:cNvSpPr>
            <a:spLocks noGrp="1"/>
          </p:cNvSpPr>
          <p:nvPr>
            <p:ph type="sldNum" sz="quarter" idx="12"/>
          </p:nvPr>
        </p:nvSpPr>
        <p:spPr>
          <a:xfrm>
            <a:off x="8610604" y="6500553"/>
            <a:ext cx="3173412" cy="220927"/>
          </a:xfrm>
        </p:spPr>
        <p:txBody>
          <a:bodyPr/>
          <a:lstStyle/>
          <a:p>
            <a:fld id="{DCB5AA93-092B-49A1-87A7-3C88D5F38AD7}" type="slidenum">
              <a:rPr lang="ja-JP" altLang="en-US" smtClean="0"/>
              <a:pPr/>
              <a:t>24</a:t>
            </a:fld>
            <a:endParaRPr lang="ja-JP" altLang="en-US"/>
          </a:p>
        </p:txBody>
      </p:sp>
      <p:sp>
        <p:nvSpPr>
          <p:cNvPr id="5" name="フッター プレースホルダー 4">
            <a:extLst>
              <a:ext uri="{FF2B5EF4-FFF2-40B4-BE49-F238E27FC236}">
                <a16:creationId xmlns:a16="http://schemas.microsoft.com/office/drawing/2014/main" id="{C97F4403-2A6F-9870-3C3F-66C354D2F2E1}"/>
              </a:ext>
            </a:extLst>
          </p:cNvPr>
          <p:cNvSpPr>
            <a:spLocks noGrp="1"/>
          </p:cNvSpPr>
          <p:nvPr>
            <p:ph type="ftr" sz="quarter" idx="11"/>
          </p:nvPr>
        </p:nvSpPr>
        <p:spPr>
          <a:xfrm>
            <a:off x="407990" y="6500553"/>
            <a:ext cx="7745413" cy="220927"/>
          </a:xfrm>
        </p:spPr>
        <p:txBody>
          <a:bodyPr/>
          <a:lstStyle/>
          <a:p>
            <a:r>
              <a:rPr lang="ja-JP" altLang="en-US"/>
              <a:t>プロジェクト</a:t>
            </a:r>
            <a:r>
              <a:rPr lang="en-US" altLang="ja-JP"/>
              <a:t>/</a:t>
            </a:r>
            <a:r>
              <a:rPr lang="ja-JP" altLang="en-US"/>
              <a:t>部署</a:t>
            </a:r>
            <a:r>
              <a:rPr lang="en-US" altLang="ja-JP"/>
              <a:t>/</a:t>
            </a:r>
            <a:r>
              <a:rPr lang="ja-JP" altLang="en-US"/>
              <a:t>書類管理情報</a:t>
            </a:r>
            <a:endParaRPr lang="en-US" altLang="ja-JP" dirty="0"/>
          </a:p>
        </p:txBody>
      </p:sp>
    </p:spTree>
    <p:extLst>
      <p:ext uri="{BB962C8B-B14F-4D97-AF65-F5344CB8AC3E}">
        <p14:creationId xmlns:p14="http://schemas.microsoft.com/office/powerpoint/2010/main" val="16573460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F35E099-A581-0F29-AD89-CDC0D41C34EC}"/>
              </a:ext>
            </a:extLst>
          </p:cNvPr>
          <p:cNvSpPr>
            <a:spLocks noGrp="1"/>
          </p:cNvSpPr>
          <p:nvPr>
            <p:ph type="title"/>
          </p:nvPr>
        </p:nvSpPr>
        <p:spPr/>
        <p:txBody>
          <a:bodyPr/>
          <a:lstStyle/>
          <a:p>
            <a:r>
              <a:rPr kumimoji="1" lang="ja-JP" altLang="en-US" dirty="0"/>
              <a:t>背景</a:t>
            </a:r>
            <a:r>
              <a:rPr kumimoji="1" lang="en-US" altLang="ja-JP" dirty="0"/>
              <a:t>/</a:t>
            </a:r>
            <a:r>
              <a:rPr kumimoji="1" lang="ja-JP" altLang="en-US" dirty="0"/>
              <a:t>目的</a:t>
            </a:r>
          </a:p>
        </p:txBody>
      </p:sp>
      <p:sp>
        <p:nvSpPr>
          <p:cNvPr id="3" name="フッター プレースホルダー 2">
            <a:extLst>
              <a:ext uri="{FF2B5EF4-FFF2-40B4-BE49-F238E27FC236}">
                <a16:creationId xmlns:a16="http://schemas.microsoft.com/office/drawing/2014/main" id="{B46BF406-616E-FA6B-BFCA-90E9D6CA0DA0}"/>
              </a:ext>
            </a:extLst>
          </p:cNvPr>
          <p:cNvSpPr>
            <a:spLocks noGrp="1"/>
          </p:cNvSpPr>
          <p:nvPr>
            <p:ph type="ftr" sz="quarter" idx="11"/>
          </p:nvPr>
        </p:nvSpPr>
        <p:spPr/>
        <p:txBody>
          <a:bodyPr/>
          <a:lstStyle/>
          <a:p>
            <a:r>
              <a:rPr lang="ja-JP" altLang="en-US"/>
              <a:t>出所：</a:t>
            </a:r>
            <a:endParaRPr lang="ja-JP" altLang="en-US" sz="900" dirty="0"/>
          </a:p>
        </p:txBody>
      </p:sp>
      <p:sp>
        <p:nvSpPr>
          <p:cNvPr id="4" name="スライド番号プレースホルダー 3">
            <a:extLst>
              <a:ext uri="{FF2B5EF4-FFF2-40B4-BE49-F238E27FC236}">
                <a16:creationId xmlns:a16="http://schemas.microsoft.com/office/drawing/2014/main" id="{DFDCA35E-5410-C1C9-A927-1CECA83EA57D}"/>
              </a:ext>
            </a:extLst>
          </p:cNvPr>
          <p:cNvSpPr>
            <a:spLocks noGrp="1"/>
          </p:cNvSpPr>
          <p:nvPr>
            <p:ph type="sldNum" sz="quarter" idx="12"/>
          </p:nvPr>
        </p:nvSpPr>
        <p:spPr/>
        <p:txBody>
          <a:bodyPr/>
          <a:lstStyle/>
          <a:p>
            <a:fld id="{DCB5AA93-092B-49A1-87A7-3C88D5F38AD7}" type="slidenum">
              <a:rPr lang="ja-JP" altLang="en-US" smtClean="0"/>
              <a:pPr/>
              <a:t>25</a:t>
            </a:fld>
            <a:endParaRPr lang="ja-JP" altLang="en-US" sz="900" dirty="0"/>
          </a:p>
        </p:txBody>
      </p:sp>
      <p:sp>
        <p:nvSpPr>
          <p:cNvPr id="5" name="テキスト プレースホルダー 4">
            <a:extLst>
              <a:ext uri="{FF2B5EF4-FFF2-40B4-BE49-F238E27FC236}">
                <a16:creationId xmlns:a16="http://schemas.microsoft.com/office/drawing/2014/main" id="{9544D340-135F-3D39-7068-7AD2C67932EC}"/>
              </a:ext>
            </a:extLst>
          </p:cNvPr>
          <p:cNvSpPr>
            <a:spLocks noGrp="1"/>
          </p:cNvSpPr>
          <p:nvPr>
            <p:ph type="body" sz="quarter" idx="13"/>
          </p:nvPr>
        </p:nvSpPr>
        <p:spPr/>
        <p:txBody>
          <a:bodyPr/>
          <a:lstStyle/>
          <a:p>
            <a:r>
              <a:rPr lang="ja-JP" altLang="en-US" dirty="0"/>
              <a:t>浜通り地域の産業集積状況の把握を目的に、福島県の産業実態調査を実施した</a:t>
            </a:r>
            <a:endParaRPr kumimoji="1" lang="ja-JP" altLang="en-US" dirty="0"/>
          </a:p>
        </p:txBody>
      </p:sp>
      <p:sp>
        <p:nvSpPr>
          <p:cNvPr id="6" name="テキスト ボックス 5">
            <a:extLst>
              <a:ext uri="{FF2B5EF4-FFF2-40B4-BE49-F238E27FC236}">
                <a16:creationId xmlns:a16="http://schemas.microsoft.com/office/drawing/2014/main" id="{9D400A6D-4EEB-8EDD-224F-1B153CFBA0CC}"/>
              </a:ext>
            </a:extLst>
          </p:cNvPr>
          <p:cNvSpPr txBox="1"/>
          <p:nvPr/>
        </p:nvSpPr>
        <p:spPr>
          <a:xfrm>
            <a:off x="334963" y="1268415"/>
            <a:ext cx="5581649" cy="3608386"/>
          </a:xfrm>
          <a:prstGeom prst="rect">
            <a:avLst/>
          </a:prstGeom>
          <a:noFill/>
          <a:ln w="19050">
            <a:noFill/>
          </a:ln>
        </p:spPr>
        <p:txBody>
          <a:bodyPr wrap="square" lIns="0" tIns="0" rIns="0" bIns="0" rtlCol="0" anchor="t" anchorCtr="0">
            <a:noAutofit/>
          </a:bodyPr>
          <a:lstStyle/>
          <a:p>
            <a:r>
              <a:rPr lang="ja-JP" altLang="en-US" sz="1400" b="1" dirty="0">
                <a:solidFill>
                  <a:schemeClr val="tx2">
                    <a:lumMod val="75000"/>
                    <a:lumOff val="25000"/>
                  </a:schemeClr>
                </a:solidFill>
                <a:latin typeface="BIZ UDPゴシック" panose="020B0400000000000000" pitchFamily="50" charset="-128"/>
                <a:ea typeface="BIZ UDPゴシック" panose="020B0400000000000000" pitchFamily="50" charset="-128"/>
              </a:rPr>
              <a:t>背景</a:t>
            </a:r>
            <a:endParaRPr lang="en-US" altLang="ja-JP" sz="1400" b="1" dirty="0">
              <a:solidFill>
                <a:schemeClr val="tx2">
                  <a:lumMod val="75000"/>
                  <a:lumOff val="25000"/>
                </a:schemeClr>
              </a:solidFill>
              <a:latin typeface="BIZ UDPゴシック" panose="020B0400000000000000" pitchFamily="50" charset="-128"/>
              <a:ea typeface="BIZ UDPゴシック" panose="020B0400000000000000" pitchFamily="50" charset="-128"/>
            </a:endParaRPr>
          </a:p>
          <a:p>
            <a:pPr marL="182563" indent="-182563" algn="l" defTabSz="1260475">
              <a:buFont typeface="BIZ UDPゴシック" panose="020B0400000000000000" pitchFamily="50" charset="-128"/>
              <a:buChar char="•"/>
              <a:tabLst>
                <a:tab pos="1076325" algn="l"/>
              </a:tabLst>
            </a:pPr>
            <a:r>
              <a:rPr lang="ja-JP" altLang="en-US" sz="1400" dirty="0">
                <a:latin typeface="BIZ UDPゴシック" panose="020B0400000000000000" pitchFamily="50" charset="-128"/>
                <a:ea typeface="BIZ UDPゴシック" panose="020B0400000000000000" pitchFamily="50" charset="-128"/>
              </a:rPr>
              <a:t>デジタル時代において、データは付加価値の源泉であり、企業活動にとって、データの流通・活用により、その価値を引き出すことの重要性が増している。</a:t>
            </a:r>
            <a:endParaRPr lang="en-US" altLang="ja-JP" sz="1400" dirty="0">
              <a:latin typeface="BIZ UDPゴシック" panose="020B0400000000000000" pitchFamily="50" charset="-128"/>
              <a:ea typeface="BIZ UDPゴシック" panose="020B0400000000000000" pitchFamily="50" charset="-128"/>
            </a:endParaRPr>
          </a:p>
          <a:p>
            <a:pPr marL="182563" indent="-182563" algn="l">
              <a:buFont typeface="BIZ UDPゴシック" panose="020B0400000000000000" pitchFamily="50" charset="-128"/>
              <a:buChar char="•"/>
            </a:pPr>
            <a:endParaRPr lang="en-US" altLang="ja-JP" sz="1400" dirty="0">
              <a:latin typeface="BIZ UDPゴシック" panose="020B0400000000000000" pitchFamily="50" charset="-128"/>
              <a:ea typeface="BIZ UDPゴシック" panose="020B0400000000000000" pitchFamily="50" charset="-128"/>
            </a:endParaRPr>
          </a:p>
          <a:p>
            <a:pPr marL="182563" indent="-182563" algn="l">
              <a:buFont typeface="BIZ UDPゴシック" panose="020B0400000000000000" pitchFamily="50" charset="-128"/>
              <a:buChar char="•"/>
            </a:pPr>
            <a:r>
              <a:rPr lang="ja-JP" altLang="en-US" sz="1400" dirty="0">
                <a:latin typeface="BIZ UDPゴシック" panose="020B0400000000000000" pitchFamily="50" charset="-128"/>
                <a:ea typeface="BIZ UDPゴシック" panose="020B0400000000000000" pitchFamily="50" charset="-128"/>
              </a:rPr>
              <a:t>データの流通や越境移転を促進するための手段として、企業認証制度が存在する。</a:t>
            </a:r>
            <a:endParaRPr lang="en-US" altLang="ja-JP" sz="1400" dirty="0">
              <a:latin typeface="BIZ UDPゴシック" panose="020B0400000000000000" pitchFamily="50" charset="-128"/>
              <a:ea typeface="BIZ UDPゴシック" panose="020B0400000000000000" pitchFamily="50" charset="-128"/>
            </a:endParaRPr>
          </a:p>
          <a:p>
            <a:pPr marL="182563" indent="-182563" algn="l">
              <a:buFont typeface="BIZ UDPゴシック" panose="020B0400000000000000" pitchFamily="50" charset="-128"/>
              <a:buChar char="•"/>
            </a:pPr>
            <a:endParaRPr lang="en-US" altLang="ja-JP" sz="1400" dirty="0">
              <a:latin typeface="BIZ UDPゴシック" panose="020B0400000000000000" pitchFamily="50" charset="-128"/>
              <a:ea typeface="BIZ UDPゴシック" panose="020B0400000000000000" pitchFamily="50" charset="-128"/>
            </a:endParaRPr>
          </a:p>
          <a:p>
            <a:pPr marL="182563" indent="-182563" algn="l">
              <a:buFont typeface="BIZ UDPゴシック" panose="020B0400000000000000" pitchFamily="50" charset="-128"/>
              <a:buChar char="•"/>
            </a:pPr>
            <a:r>
              <a:rPr lang="en-US" altLang="ja-JP" sz="1400" dirty="0">
                <a:latin typeface="BIZ UDPゴシック" panose="020B0400000000000000" pitchFamily="50" charset="-128"/>
                <a:ea typeface="BIZ UDPゴシック" panose="020B0400000000000000" pitchFamily="50" charset="-128"/>
              </a:rPr>
              <a:t>APEC</a:t>
            </a:r>
            <a:r>
              <a:rPr lang="ja-JP" altLang="en-US" sz="1400" dirty="0">
                <a:latin typeface="BIZ UDPゴシック" panose="020B0400000000000000" pitchFamily="50" charset="-128"/>
                <a:ea typeface="BIZ UDPゴシック" panose="020B0400000000000000" pitchFamily="50" charset="-128"/>
              </a:rPr>
              <a:t>において企業等の越境個人データの保護に関するプライバシー原則への適合性を認証するシステムである</a:t>
            </a:r>
            <a:r>
              <a:rPr lang="en-US" altLang="ja-JP" sz="1400" dirty="0">
                <a:latin typeface="BIZ UDPゴシック" panose="020B0400000000000000" pitchFamily="50" charset="-128"/>
                <a:ea typeface="BIZ UDPゴシック" panose="020B0400000000000000" pitchFamily="50" charset="-128"/>
              </a:rPr>
              <a:t>CBPR</a:t>
            </a:r>
            <a:r>
              <a:rPr lang="ja-JP" altLang="en-US" sz="1400" dirty="0">
                <a:latin typeface="BIZ UDPゴシック" panose="020B0400000000000000" pitchFamily="50" charset="-128"/>
                <a:ea typeface="BIZ UDPゴシック" panose="020B0400000000000000" pitchFamily="50" charset="-128"/>
              </a:rPr>
              <a:t>は、</a:t>
            </a:r>
            <a:r>
              <a:rPr lang="en-US" altLang="ja-JP" sz="1400" dirty="0">
                <a:latin typeface="BIZ UDPゴシック" panose="020B0400000000000000" pitchFamily="50" charset="-128"/>
                <a:ea typeface="BIZ UDPゴシック" panose="020B0400000000000000" pitchFamily="50" charset="-128"/>
              </a:rPr>
              <a:t>2022</a:t>
            </a:r>
            <a:r>
              <a:rPr lang="ja-JP" altLang="en-US" sz="1400" dirty="0">
                <a:latin typeface="BIZ UDPゴシック" panose="020B0400000000000000" pitchFamily="50" charset="-128"/>
                <a:ea typeface="BIZ UDPゴシック" panose="020B0400000000000000" pitchFamily="50" charset="-128"/>
              </a:rPr>
              <a:t>年</a:t>
            </a:r>
            <a:r>
              <a:rPr lang="en-US" altLang="ja-JP" sz="1400" dirty="0">
                <a:latin typeface="BIZ UDPゴシック" panose="020B0400000000000000" pitchFamily="50" charset="-128"/>
                <a:ea typeface="BIZ UDPゴシック" panose="020B0400000000000000" pitchFamily="50" charset="-128"/>
              </a:rPr>
              <a:t>4</a:t>
            </a:r>
            <a:r>
              <a:rPr lang="ja-JP" altLang="en-US" sz="1400" dirty="0">
                <a:latin typeface="BIZ UDPゴシック" panose="020B0400000000000000" pitchFamily="50" charset="-128"/>
                <a:ea typeface="BIZ UDPゴシック" panose="020B0400000000000000" pitchFamily="50" charset="-128"/>
              </a:rPr>
              <a:t>月 </a:t>
            </a:r>
            <a:r>
              <a:rPr lang="en-US" altLang="ja-JP" sz="1400" dirty="0">
                <a:latin typeface="BIZ UDPゴシック" panose="020B0400000000000000" pitchFamily="50" charset="-128"/>
                <a:ea typeface="BIZ UDPゴシック" panose="020B0400000000000000" pitchFamily="50" charset="-128"/>
              </a:rPr>
              <a:t>APEC</a:t>
            </a:r>
            <a:r>
              <a:rPr lang="ja-JP" altLang="en-US" sz="1400" dirty="0">
                <a:latin typeface="BIZ UDPゴシック" panose="020B0400000000000000" pitchFamily="50" charset="-128"/>
                <a:ea typeface="BIZ UDPゴシック" panose="020B0400000000000000" pitchFamily="50" charset="-128"/>
              </a:rPr>
              <a:t>の枠にとらわれないより視野の広い国家間での自由なデータ流通圏を構築するための独立した新フォーラムとして立ち上げられることが宣言された。</a:t>
            </a:r>
            <a:endParaRPr kumimoji="1" lang="en-US" altLang="ja-JP" sz="1400" dirty="0">
              <a:latin typeface="BIZ UDPゴシック" panose="020B0400000000000000" pitchFamily="50" charset="-128"/>
              <a:ea typeface="BIZ UDPゴシック" panose="020B0400000000000000" pitchFamily="50" charset="-128"/>
            </a:endParaRPr>
          </a:p>
        </p:txBody>
      </p:sp>
      <p:cxnSp>
        <p:nvCxnSpPr>
          <p:cNvPr id="7" name="直線コネクタ 6">
            <a:extLst>
              <a:ext uri="{FF2B5EF4-FFF2-40B4-BE49-F238E27FC236}">
                <a16:creationId xmlns:a16="http://schemas.microsoft.com/office/drawing/2014/main" id="{57F344B4-6399-14F6-C313-2355E7DB3D7B}"/>
              </a:ext>
            </a:extLst>
          </p:cNvPr>
          <p:cNvCxnSpPr>
            <a:cxnSpLocks/>
          </p:cNvCxnSpPr>
          <p:nvPr/>
        </p:nvCxnSpPr>
        <p:spPr>
          <a:xfrm flipV="1">
            <a:off x="6096000" y="1268414"/>
            <a:ext cx="0" cy="5232139"/>
          </a:xfrm>
          <a:prstGeom prst="line">
            <a:avLst/>
          </a:prstGeom>
          <a:ln>
            <a:solidFill>
              <a:schemeClr val="bg1">
                <a:lumMod val="75000"/>
              </a:schemeClr>
            </a:solidFill>
            <a:prstDash val="sysDot"/>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8" name="テキスト ボックス 7">
            <a:extLst>
              <a:ext uri="{FF2B5EF4-FFF2-40B4-BE49-F238E27FC236}">
                <a16:creationId xmlns:a16="http://schemas.microsoft.com/office/drawing/2014/main" id="{8BF81229-CD1D-3F92-E5B4-F7BCDD7067F5}"/>
              </a:ext>
            </a:extLst>
          </p:cNvPr>
          <p:cNvSpPr txBox="1"/>
          <p:nvPr/>
        </p:nvSpPr>
        <p:spPr>
          <a:xfrm>
            <a:off x="6275388" y="1268414"/>
            <a:ext cx="5581650" cy="3608386"/>
          </a:xfrm>
          <a:prstGeom prst="rect">
            <a:avLst/>
          </a:prstGeom>
          <a:noFill/>
          <a:ln w="19050">
            <a:noFill/>
          </a:ln>
        </p:spPr>
        <p:txBody>
          <a:bodyPr wrap="square" lIns="0" tIns="0" rIns="0" bIns="0" rtlCol="0" anchor="t" anchorCtr="0">
            <a:noAutofit/>
          </a:bodyPr>
          <a:lstStyle/>
          <a:p>
            <a:r>
              <a:rPr lang="ja-JP" altLang="en-US" sz="1400" b="1" dirty="0">
                <a:solidFill>
                  <a:schemeClr val="tx2">
                    <a:lumMod val="75000"/>
                    <a:lumOff val="25000"/>
                  </a:schemeClr>
                </a:solidFill>
                <a:latin typeface="BIZ UDPゴシック" panose="020B0400000000000000" pitchFamily="50" charset="-128"/>
                <a:ea typeface="BIZ UDPゴシック" panose="020B0400000000000000" pitchFamily="50" charset="-128"/>
              </a:rPr>
              <a:t>目的</a:t>
            </a:r>
            <a:endParaRPr lang="en-US" altLang="ja-JP" sz="1400" b="1" dirty="0">
              <a:solidFill>
                <a:schemeClr val="tx2">
                  <a:lumMod val="75000"/>
                  <a:lumOff val="25000"/>
                </a:schemeClr>
              </a:solidFill>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本事業では、この新しいフォーラムが効果的なデータプライバシーの保護や各国</a:t>
            </a:r>
            <a:r>
              <a:rPr lang="en-US" altLang="ja-JP" sz="1400" dirty="0">
                <a:latin typeface="BIZ UDPゴシック" panose="020B0400000000000000" pitchFamily="50" charset="-128"/>
                <a:ea typeface="BIZ UDPゴシック" panose="020B0400000000000000" pitchFamily="50" charset="-128"/>
              </a:rPr>
              <a:t>/</a:t>
            </a:r>
            <a:r>
              <a:rPr lang="ja-JP" altLang="en-US" sz="1400" dirty="0">
                <a:latin typeface="BIZ UDPゴシック" panose="020B0400000000000000" pitchFamily="50" charset="-128"/>
                <a:ea typeface="BIZ UDPゴシック" panose="020B0400000000000000" pitchFamily="50" charset="-128"/>
              </a:rPr>
              <a:t>地域におけるデータ保護関連の規律の相互運用性の促進を実現できるものとして構築されていくための設計の前提となる情報の収集・分析を行うべく、各国</a:t>
            </a:r>
            <a:r>
              <a:rPr lang="en-US" altLang="ja-JP" sz="1400" dirty="0">
                <a:latin typeface="BIZ UDPゴシック" panose="020B0400000000000000" pitchFamily="50" charset="-128"/>
                <a:ea typeface="BIZ UDPゴシック" panose="020B0400000000000000" pitchFamily="50" charset="-128"/>
              </a:rPr>
              <a:t>/</a:t>
            </a:r>
            <a:r>
              <a:rPr lang="ja-JP" altLang="en-US" sz="1400" dirty="0">
                <a:latin typeface="BIZ UDPゴシック" panose="020B0400000000000000" pitchFamily="50" charset="-128"/>
                <a:ea typeface="BIZ UDPゴシック" panose="020B0400000000000000" pitchFamily="50" charset="-128"/>
              </a:rPr>
              <a:t>各地域で検討・導入されているデータの越境移転に関する認証制度等の内容を詳細に調査する</a:t>
            </a:r>
            <a:endParaRPr lang="en-US" altLang="ja-JP" sz="140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4226919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E09F5C9-4AE5-6B21-98B4-A73A096F98E5}"/>
              </a:ext>
            </a:extLst>
          </p:cNvPr>
          <p:cNvSpPr>
            <a:spLocks noGrp="1"/>
          </p:cNvSpPr>
          <p:nvPr>
            <p:ph type="title"/>
          </p:nvPr>
        </p:nvSpPr>
        <p:spPr/>
        <p:txBody>
          <a:bodyPr>
            <a:normAutofit/>
          </a:bodyPr>
          <a:lstStyle/>
          <a:p>
            <a:r>
              <a:rPr lang="ja-JP" altLang="en-US" dirty="0"/>
              <a:t>本事業の背景</a:t>
            </a:r>
            <a:r>
              <a:rPr lang="en-US" altLang="ja-JP" dirty="0"/>
              <a:t>/</a:t>
            </a:r>
            <a:r>
              <a:rPr lang="ja-JP" altLang="en-US" dirty="0"/>
              <a:t>目的 と 基本方針</a:t>
            </a:r>
            <a:endParaRPr kumimoji="1" lang="ja-JP" altLang="en-US" dirty="0"/>
          </a:p>
        </p:txBody>
      </p:sp>
      <p:sp>
        <p:nvSpPr>
          <p:cNvPr id="3" name="フッター プレースホルダー 2">
            <a:extLst>
              <a:ext uri="{FF2B5EF4-FFF2-40B4-BE49-F238E27FC236}">
                <a16:creationId xmlns:a16="http://schemas.microsoft.com/office/drawing/2014/main" id="{72E1369B-3821-20C4-AEA6-C9397B1E10B4}"/>
              </a:ext>
            </a:extLst>
          </p:cNvPr>
          <p:cNvSpPr>
            <a:spLocks noGrp="1"/>
          </p:cNvSpPr>
          <p:nvPr>
            <p:ph type="ftr" sz="quarter" idx="11"/>
          </p:nvPr>
        </p:nvSpPr>
        <p:spPr/>
        <p:txBody>
          <a:bodyPr/>
          <a:lstStyle/>
          <a:p>
            <a:r>
              <a:rPr lang="ja-JP" altLang="en-US"/>
              <a:t>出所：</a:t>
            </a:r>
            <a:endParaRPr lang="ja-JP" altLang="en-US" sz="900" dirty="0"/>
          </a:p>
        </p:txBody>
      </p:sp>
      <p:sp>
        <p:nvSpPr>
          <p:cNvPr id="4" name="スライド番号プレースホルダー 3">
            <a:extLst>
              <a:ext uri="{FF2B5EF4-FFF2-40B4-BE49-F238E27FC236}">
                <a16:creationId xmlns:a16="http://schemas.microsoft.com/office/drawing/2014/main" id="{F7504E9C-BB93-9DA9-2B7F-0F0F761BB2CA}"/>
              </a:ext>
            </a:extLst>
          </p:cNvPr>
          <p:cNvSpPr>
            <a:spLocks noGrp="1"/>
          </p:cNvSpPr>
          <p:nvPr>
            <p:ph type="sldNum" sz="quarter" idx="12"/>
          </p:nvPr>
        </p:nvSpPr>
        <p:spPr/>
        <p:txBody>
          <a:bodyPr/>
          <a:lstStyle/>
          <a:p>
            <a:fld id="{DCB5AA93-092B-49A1-87A7-3C88D5F38AD7}" type="slidenum">
              <a:rPr lang="ja-JP" altLang="en-US" smtClean="0"/>
              <a:pPr/>
              <a:t>26</a:t>
            </a:fld>
            <a:endParaRPr lang="ja-JP" altLang="en-US" sz="900" dirty="0"/>
          </a:p>
        </p:txBody>
      </p:sp>
      <p:sp>
        <p:nvSpPr>
          <p:cNvPr id="5" name="テキスト プレースホルダー 4">
            <a:extLst>
              <a:ext uri="{FF2B5EF4-FFF2-40B4-BE49-F238E27FC236}">
                <a16:creationId xmlns:a16="http://schemas.microsoft.com/office/drawing/2014/main" id="{C0F588DB-47C9-F1D9-A597-1A5B4184935C}"/>
              </a:ext>
            </a:extLst>
          </p:cNvPr>
          <p:cNvSpPr>
            <a:spLocks noGrp="1"/>
          </p:cNvSpPr>
          <p:nvPr>
            <p:ph type="body" sz="quarter" idx="13"/>
          </p:nvPr>
        </p:nvSpPr>
        <p:spPr/>
        <p:txBody>
          <a:bodyPr/>
          <a:lstStyle/>
          <a:p>
            <a:endParaRPr kumimoji="1" lang="ja-JP" altLang="en-US" dirty="0"/>
          </a:p>
        </p:txBody>
      </p:sp>
      <p:sp>
        <p:nvSpPr>
          <p:cNvPr id="7" name="テキスト ボックス 6">
            <a:extLst>
              <a:ext uri="{FF2B5EF4-FFF2-40B4-BE49-F238E27FC236}">
                <a16:creationId xmlns:a16="http://schemas.microsoft.com/office/drawing/2014/main" id="{EF420EBC-2323-0CD2-6EBB-116365AE598A}"/>
              </a:ext>
            </a:extLst>
          </p:cNvPr>
          <p:cNvSpPr txBox="1"/>
          <p:nvPr/>
        </p:nvSpPr>
        <p:spPr>
          <a:xfrm>
            <a:off x="334963" y="1268414"/>
            <a:ext cx="5581649" cy="2520950"/>
          </a:xfrm>
          <a:prstGeom prst="rect">
            <a:avLst/>
          </a:prstGeom>
          <a:noFill/>
          <a:ln w="19050">
            <a:noFill/>
          </a:ln>
        </p:spPr>
        <p:txBody>
          <a:bodyPr wrap="square" lIns="0" tIns="0" rIns="0" bIns="0" rtlCol="0" anchor="t" anchorCtr="0">
            <a:noAutofit/>
          </a:bodyPr>
          <a:lstStyle/>
          <a:p>
            <a:pPr algn="l"/>
            <a:r>
              <a:rPr lang="ja-JP" altLang="en-US" sz="1400" b="1" dirty="0">
                <a:solidFill>
                  <a:schemeClr val="tx2">
                    <a:lumMod val="75000"/>
                    <a:lumOff val="25000"/>
                  </a:schemeClr>
                </a:solidFill>
                <a:latin typeface="BIZ UDPゴシック" panose="020B0400000000000000" pitchFamily="50" charset="-128"/>
                <a:ea typeface="BIZ UDPゴシック" panose="020B0400000000000000" pitchFamily="50" charset="-128"/>
              </a:rPr>
              <a:t>本事業の背景：</a:t>
            </a:r>
            <a:endParaRPr lang="en-US" altLang="ja-JP" sz="1400" b="1" dirty="0">
              <a:solidFill>
                <a:schemeClr val="tx2">
                  <a:lumMod val="75000"/>
                  <a:lumOff val="25000"/>
                </a:schemeClr>
              </a:solidFill>
              <a:latin typeface="BIZ UDPゴシック" panose="020B0400000000000000" pitchFamily="50" charset="-128"/>
              <a:ea typeface="BIZ UDPゴシック" panose="020B0400000000000000" pitchFamily="50" charset="-128"/>
            </a:endParaRPr>
          </a:p>
          <a:p>
            <a:pPr algn="l"/>
            <a:r>
              <a:rPr lang="ja-JP" altLang="en-US" sz="1400" dirty="0">
                <a:latin typeface="BIZ UDPゴシック" panose="020B0400000000000000" pitchFamily="50" charset="-128"/>
                <a:ea typeface="BIZ UDPゴシック" panose="020B0400000000000000" pitchFamily="50" charset="-128"/>
              </a:rPr>
              <a:t>デジタル時代において、データは付加価値の源泉であり、企業活動にとって、データの流通・活用により、その価値を引き出すことの重要性が増している。</a:t>
            </a:r>
            <a:endParaRPr lang="en-US" altLang="ja-JP" sz="1400" dirty="0">
              <a:latin typeface="BIZ UDPゴシック" panose="020B0400000000000000" pitchFamily="50" charset="-128"/>
              <a:ea typeface="BIZ UDPゴシック" panose="020B0400000000000000" pitchFamily="50" charset="-128"/>
            </a:endParaRPr>
          </a:p>
          <a:p>
            <a:pPr algn="l"/>
            <a:endParaRPr kumimoji="1" lang="en-US" altLang="ja-JP" sz="1400" dirty="0">
              <a:latin typeface="BIZ UDPゴシック" panose="020B0400000000000000" pitchFamily="50" charset="-128"/>
              <a:ea typeface="BIZ UDPゴシック" panose="020B0400000000000000" pitchFamily="50" charset="-128"/>
            </a:endParaRPr>
          </a:p>
          <a:p>
            <a:pPr algn="l"/>
            <a:r>
              <a:rPr lang="ja-JP" altLang="en-US" sz="1400" dirty="0">
                <a:latin typeface="BIZ UDPゴシック" panose="020B0400000000000000" pitchFamily="50" charset="-128"/>
                <a:ea typeface="BIZ UDPゴシック" panose="020B0400000000000000" pitchFamily="50" charset="-128"/>
              </a:rPr>
              <a:t>データの流通や越境移転を促進するための手段として、企業認証制度が存在する。</a:t>
            </a:r>
            <a:r>
              <a:rPr lang="en-US" altLang="ja-JP" sz="1400" dirty="0">
                <a:latin typeface="BIZ UDPゴシック" panose="020B0400000000000000" pitchFamily="50" charset="-128"/>
                <a:ea typeface="BIZ UDPゴシック" panose="020B0400000000000000" pitchFamily="50" charset="-128"/>
              </a:rPr>
              <a:t>APEC</a:t>
            </a:r>
            <a:r>
              <a:rPr lang="ja-JP" altLang="en-US" sz="1400" dirty="0">
                <a:latin typeface="BIZ UDPゴシック" panose="020B0400000000000000" pitchFamily="50" charset="-128"/>
                <a:ea typeface="BIZ UDPゴシック" panose="020B0400000000000000" pitchFamily="50" charset="-128"/>
              </a:rPr>
              <a:t>において企業等の越境個人データの保護に関するプライバシー原則への適合性を認証するシステムである</a:t>
            </a:r>
            <a:r>
              <a:rPr lang="en-US" altLang="ja-JP" sz="1400" dirty="0">
                <a:latin typeface="BIZ UDPゴシック" panose="020B0400000000000000" pitchFamily="50" charset="-128"/>
                <a:ea typeface="BIZ UDPゴシック" panose="020B0400000000000000" pitchFamily="50" charset="-128"/>
              </a:rPr>
              <a:t>CBPR</a:t>
            </a:r>
            <a:r>
              <a:rPr lang="ja-JP" altLang="en-US" sz="1400" dirty="0">
                <a:latin typeface="BIZ UDPゴシック" panose="020B0400000000000000" pitchFamily="50" charset="-128"/>
                <a:ea typeface="BIZ UDPゴシック" panose="020B0400000000000000" pitchFamily="50" charset="-128"/>
              </a:rPr>
              <a:t>は、</a:t>
            </a:r>
            <a:r>
              <a:rPr lang="en-US" altLang="ja-JP" sz="1400" dirty="0">
                <a:latin typeface="BIZ UDPゴシック" panose="020B0400000000000000" pitchFamily="50" charset="-128"/>
                <a:ea typeface="BIZ UDPゴシック" panose="020B0400000000000000" pitchFamily="50" charset="-128"/>
              </a:rPr>
              <a:t>2022</a:t>
            </a:r>
            <a:r>
              <a:rPr lang="ja-JP" altLang="en-US" sz="1400" dirty="0">
                <a:latin typeface="BIZ UDPゴシック" panose="020B0400000000000000" pitchFamily="50" charset="-128"/>
                <a:ea typeface="BIZ UDPゴシック" panose="020B0400000000000000" pitchFamily="50" charset="-128"/>
              </a:rPr>
              <a:t>年</a:t>
            </a:r>
            <a:r>
              <a:rPr lang="en-US" altLang="ja-JP" sz="1400" dirty="0">
                <a:latin typeface="BIZ UDPゴシック" panose="020B0400000000000000" pitchFamily="50" charset="-128"/>
                <a:ea typeface="BIZ UDPゴシック" panose="020B0400000000000000" pitchFamily="50" charset="-128"/>
              </a:rPr>
              <a:t>4</a:t>
            </a:r>
            <a:r>
              <a:rPr lang="ja-JP" altLang="en-US" sz="1400" dirty="0">
                <a:latin typeface="BIZ UDPゴシック" panose="020B0400000000000000" pitchFamily="50" charset="-128"/>
                <a:ea typeface="BIZ UDPゴシック" panose="020B0400000000000000" pitchFamily="50" charset="-128"/>
              </a:rPr>
              <a:t>月 </a:t>
            </a:r>
            <a:r>
              <a:rPr lang="en-US" altLang="ja-JP" sz="1400" dirty="0">
                <a:latin typeface="BIZ UDPゴシック" panose="020B0400000000000000" pitchFamily="50" charset="-128"/>
                <a:ea typeface="BIZ UDPゴシック" panose="020B0400000000000000" pitchFamily="50" charset="-128"/>
              </a:rPr>
              <a:t>APEC</a:t>
            </a:r>
            <a:r>
              <a:rPr lang="ja-JP" altLang="en-US" sz="1400" dirty="0">
                <a:latin typeface="BIZ UDPゴシック" panose="020B0400000000000000" pitchFamily="50" charset="-128"/>
                <a:ea typeface="BIZ UDPゴシック" panose="020B0400000000000000" pitchFamily="50" charset="-128"/>
              </a:rPr>
              <a:t>の枠にとらわれないより視野の広い国家間での自由なデータ流通圏を構築するための独立した新フォーラムとして立ち上げられることが宣言された。</a:t>
            </a:r>
            <a:endParaRPr kumimoji="1" lang="en-US" altLang="ja-JP" sz="1400" dirty="0">
              <a:latin typeface="BIZ UDPゴシック" panose="020B0400000000000000" pitchFamily="50" charset="-128"/>
              <a:ea typeface="BIZ UDPゴシック" panose="020B0400000000000000" pitchFamily="50" charset="-128"/>
            </a:endParaRPr>
          </a:p>
        </p:txBody>
      </p:sp>
      <p:sp>
        <p:nvSpPr>
          <p:cNvPr id="9" name="テキスト ボックス 8">
            <a:extLst>
              <a:ext uri="{FF2B5EF4-FFF2-40B4-BE49-F238E27FC236}">
                <a16:creationId xmlns:a16="http://schemas.microsoft.com/office/drawing/2014/main" id="{869787ED-802E-8CF0-C415-C6197C945BE4}"/>
              </a:ext>
            </a:extLst>
          </p:cNvPr>
          <p:cNvSpPr txBox="1"/>
          <p:nvPr/>
        </p:nvSpPr>
        <p:spPr>
          <a:xfrm>
            <a:off x="334963" y="3968747"/>
            <a:ext cx="5581649" cy="1715455"/>
          </a:xfrm>
          <a:prstGeom prst="rect">
            <a:avLst/>
          </a:prstGeom>
          <a:noFill/>
          <a:ln w="19050">
            <a:noFill/>
          </a:ln>
        </p:spPr>
        <p:txBody>
          <a:bodyPr wrap="square" lIns="0" tIns="0" rIns="0" bIns="0" rtlCol="0" anchor="t" anchorCtr="0">
            <a:noAutofit/>
          </a:bodyPr>
          <a:lstStyle/>
          <a:p>
            <a:pPr algn="l"/>
            <a:r>
              <a:rPr lang="ja-JP" altLang="en-US" sz="1400" b="1" dirty="0">
                <a:solidFill>
                  <a:schemeClr val="tx2">
                    <a:lumMod val="75000"/>
                    <a:lumOff val="25000"/>
                  </a:schemeClr>
                </a:solidFill>
                <a:latin typeface="BIZ UDPゴシック" panose="020B0400000000000000" pitchFamily="50" charset="-128"/>
                <a:ea typeface="BIZ UDPゴシック" panose="020B0400000000000000" pitchFamily="50" charset="-128"/>
              </a:rPr>
              <a:t>本事業の目的：</a:t>
            </a:r>
            <a:endParaRPr lang="en-US" altLang="ja-JP" sz="1400" b="1" dirty="0">
              <a:solidFill>
                <a:schemeClr val="tx2">
                  <a:lumMod val="75000"/>
                  <a:lumOff val="25000"/>
                </a:schemeClr>
              </a:solidFill>
              <a:latin typeface="BIZ UDPゴシック" panose="020B0400000000000000" pitchFamily="50" charset="-128"/>
              <a:ea typeface="BIZ UDPゴシック" panose="020B0400000000000000" pitchFamily="50" charset="-128"/>
            </a:endParaRPr>
          </a:p>
          <a:p>
            <a:pPr algn="l"/>
            <a:r>
              <a:rPr lang="ja-JP" altLang="en-US" sz="1400" dirty="0">
                <a:latin typeface="BIZ UDPゴシック" panose="020B0400000000000000" pitchFamily="50" charset="-128"/>
                <a:ea typeface="BIZ UDPゴシック" panose="020B0400000000000000" pitchFamily="50" charset="-128"/>
              </a:rPr>
              <a:t>本事業では、この新しいフォーラムが効果的なデータプライバシーの保護や各国</a:t>
            </a:r>
            <a:r>
              <a:rPr lang="en-US" altLang="ja-JP" sz="1400" dirty="0">
                <a:latin typeface="BIZ UDPゴシック" panose="020B0400000000000000" pitchFamily="50" charset="-128"/>
                <a:ea typeface="BIZ UDPゴシック" panose="020B0400000000000000" pitchFamily="50" charset="-128"/>
              </a:rPr>
              <a:t>/</a:t>
            </a:r>
            <a:r>
              <a:rPr lang="ja-JP" altLang="en-US" sz="1400" dirty="0">
                <a:latin typeface="BIZ UDPゴシック" panose="020B0400000000000000" pitchFamily="50" charset="-128"/>
                <a:ea typeface="BIZ UDPゴシック" panose="020B0400000000000000" pitchFamily="50" charset="-128"/>
              </a:rPr>
              <a:t>地域におけるデータ保護関連の規律の相互運用性の促進を実現できるものとして構築されていくための設計の前提となる情報の収集・分析を行うべく、各国</a:t>
            </a:r>
            <a:r>
              <a:rPr lang="en-US" altLang="ja-JP" sz="1400" dirty="0">
                <a:latin typeface="BIZ UDPゴシック" panose="020B0400000000000000" pitchFamily="50" charset="-128"/>
                <a:ea typeface="BIZ UDPゴシック" panose="020B0400000000000000" pitchFamily="50" charset="-128"/>
              </a:rPr>
              <a:t>/</a:t>
            </a:r>
            <a:r>
              <a:rPr lang="ja-JP" altLang="en-US" sz="1400" dirty="0">
                <a:latin typeface="BIZ UDPゴシック" panose="020B0400000000000000" pitchFamily="50" charset="-128"/>
                <a:ea typeface="BIZ UDPゴシック" panose="020B0400000000000000" pitchFamily="50" charset="-128"/>
              </a:rPr>
              <a:t>各地域で検討・導入されているデータの越境移転に関する認証制度等の内容を詳細に調査する</a:t>
            </a:r>
            <a:endParaRPr lang="en-US" altLang="ja-JP" sz="1400" dirty="0">
              <a:latin typeface="BIZ UDPゴシック" panose="020B0400000000000000" pitchFamily="50" charset="-128"/>
              <a:ea typeface="BIZ UDPゴシック" panose="020B0400000000000000" pitchFamily="50" charset="-128"/>
            </a:endParaRPr>
          </a:p>
        </p:txBody>
      </p:sp>
      <p:sp>
        <p:nvSpPr>
          <p:cNvPr id="11" name="テキスト ボックス 10">
            <a:extLst>
              <a:ext uri="{FF2B5EF4-FFF2-40B4-BE49-F238E27FC236}">
                <a16:creationId xmlns:a16="http://schemas.microsoft.com/office/drawing/2014/main" id="{BDC57C12-9C11-63F3-E712-4FE6952C0352}"/>
              </a:ext>
            </a:extLst>
          </p:cNvPr>
          <p:cNvSpPr txBox="1"/>
          <p:nvPr/>
        </p:nvSpPr>
        <p:spPr>
          <a:xfrm>
            <a:off x="6275388" y="1268415"/>
            <a:ext cx="5581649" cy="2700332"/>
          </a:xfrm>
          <a:prstGeom prst="rect">
            <a:avLst/>
          </a:prstGeom>
          <a:noFill/>
          <a:ln w="19050">
            <a:noFill/>
          </a:ln>
        </p:spPr>
        <p:txBody>
          <a:bodyPr wrap="square" lIns="0" tIns="0" rIns="0" bIns="0" rtlCol="0" anchor="t" anchorCtr="0">
            <a:noAutofit/>
          </a:bodyPr>
          <a:lstStyle/>
          <a:p>
            <a:pPr algn="l"/>
            <a:r>
              <a:rPr lang="ja-JP" altLang="en-US" sz="1400" b="1" dirty="0">
                <a:solidFill>
                  <a:schemeClr val="tx2">
                    <a:lumMod val="75000"/>
                    <a:lumOff val="25000"/>
                  </a:schemeClr>
                </a:solidFill>
                <a:latin typeface="BIZ UDPゴシック" panose="020B0400000000000000" pitchFamily="50" charset="-128"/>
                <a:ea typeface="BIZ UDPゴシック" panose="020B0400000000000000" pitchFamily="50" charset="-128"/>
              </a:rPr>
              <a:t>昨年度までの検討を踏まえて、以下を実施する</a:t>
            </a:r>
            <a:endParaRPr lang="en-US" altLang="ja-JP" sz="1400" b="1" dirty="0">
              <a:solidFill>
                <a:schemeClr val="tx2">
                  <a:lumMod val="75000"/>
                  <a:lumOff val="25000"/>
                </a:schemeClr>
              </a:solidFill>
              <a:latin typeface="BIZ UDPゴシック" panose="020B0400000000000000" pitchFamily="50" charset="-128"/>
              <a:ea typeface="BIZ UDPゴシック" panose="020B0400000000000000" pitchFamily="50" charset="-128"/>
            </a:endParaRPr>
          </a:p>
          <a:p>
            <a:pPr algn="l"/>
            <a:endParaRPr lang="en-US" altLang="ja-JP" sz="1400" b="1" dirty="0">
              <a:latin typeface="BIZ UDPゴシック" panose="020B0400000000000000" pitchFamily="50" charset="-128"/>
              <a:ea typeface="BIZ UDPゴシック" panose="020B0400000000000000" pitchFamily="50" charset="-128"/>
            </a:endParaRPr>
          </a:p>
          <a:p>
            <a:pPr marL="182563" indent="-182563" algn="l">
              <a:buFont typeface="Arial" panose="020B0604020202020204" pitchFamily="34" charset="0"/>
              <a:buChar char="•"/>
              <a:tabLst>
                <a:tab pos="266700" algn="l"/>
              </a:tabLst>
            </a:pPr>
            <a:r>
              <a:rPr lang="ja-JP" altLang="en-US" sz="1400" dirty="0">
                <a:latin typeface="BIZ UDPゴシック" panose="020B0400000000000000" pitchFamily="50" charset="-128"/>
                <a:ea typeface="BIZ UDPゴシック" panose="020B0400000000000000" pitchFamily="50" charset="-128"/>
              </a:rPr>
              <a:t>各国</a:t>
            </a:r>
            <a:r>
              <a:rPr lang="en-US" altLang="ja-JP" sz="1400" dirty="0">
                <a:latin typeface="BIZ UDPゴシック" panose="020B0400000000000000" pitchFamily="50" charset="-128"/>
                <a:ea typeface="BIZ UDPゴシック" panose="020B0400000000000000" pitchFamily="50" charset="-128"/>
              </a:rPr>
              <a:t>/</a:t>
            </a:r>
            <a:r>
              <a:rPr lang="ja-JP" altLang="en-US" sz="1400" dirty="0">
                <a:latin typeface="BIZ UDPゴシック" panose="020B0400000000000000" pitchFamily="50" charset="-128"/>
                <a:ea typeface="BIZ UDPゴシック" panose="020B0400000000000000" pitchFamily="50" charset="-128"/>
              </a:rPr>
              <a:t>地域での検討、導入されているデータの越境移転に関する規制</a:t>
            </a:r>
            <a:r>
              <a:rPr lang="en-US" altLang="ja-JP" sz="1400" dirty="0">
                <a:latin typeface="BIZ UDPゴシック" panose="020B0400000000000000" pitchFamily="50" charset="-128"/>
                <a:ea typeface="BIZ UDPゴシック" panose="020B0400000000000000" pitchFamily="50" charset="-128"/>
              </a:rPr>
              <a:t>/</a:t>
            </a:r>
            <a:r>
              <a:rPr lang="ja-JP" altLang="en-US" sz="1400" dirty="0">
                <a:latin typeface="BIZ UDPゴシック" panose="020B0400000000000000" pitchFamily="50" charset="-128"/>
                <a:ea typeface="BIZ UDPゴシック" panose="020B0400000000000000" pitchFamily="50" charset="-128"/>
              </a:rPr>
              <a:t>ツールの概念整理</a:t>
            </a:r>
            <a:endParaRPr lang="en-US" altLang="ja-JP" sz="1400" dirty="0">
              <a:latin typeface="BIZ UDPゴシック" panose="020B0400000000000000" pitchFamily="50" charset="-128"/>
              <a:ea typeface="BIZ UDPゴシック" panose="020B0400000000000000" pitchFamily="50" charset="-128"/>
            </a:endParaRPr>
          </a:p>
          <a:p>
            <a:pPr marL="182563" indent="-182563" algn="l">
              <a:buFont typeface="Arial" panose="020B0604020202020204" pitchFamily="34" charset="0"/>
              <a:buChar char="•"/>
              <a:tabLst>
                <a:tab pos="266700" algn="l"/>
              </a:tabLst>
            </a:pPr>
            <a:r>
              <a:rPr lang="ja-JP" altLang="en-US" sz="1400" dirty="0">
                <a:latin typeface="BIZ UDPゴシック" panose="020B0400000000000000" pitchFamily="50" charset="-128"/>
                <a:ea typeface="BIZ UDPゴシック" panose="020B0400000000000000" pitchFamily="50" charset="-128"/>
              </a:rPr>
              <a:t>規制</a:t>
            </a:r>
            <a:r>
              <a:rPr lang="en-US" altLang="ja-JP" sz="1400" dirty="0">
                <a:latin typeface="BIZ UDPゴシック" panose="020B0400000000000000" pitchFamily="50" charset="-128"/>
                <a:ea typeface="BIZ UDPゴシック" panose="020B0400000000000000" pitchFamily="50" charset="-128"/>
              </a:rPr>
              <a:t>/</a:t>
            </a:r>
            <a:r>
              <a:rPr lang="ja-JP" altLang="en-US" sz="1400" dirty="0">
                <a:latin typeface="BIZ UDPゴシック" panose="020B0400000000000000" pitchFamily="50" charset="-128"/>
                <a:ea typeface="BIZ UDPゴシック" panose="020B0400000000000000" pitchFamily="50" charset="-128"/>
              </a:rPr>
              <a:t>ツールの内容の詳細な整理・分析</a:t>
            </a:r>
            <a:endParaRPr lang="en-US" altLang="ja-JP" sz="1400" dirty="0">
              <a:latin typeface="BIZ UDPゴシック" panose="020B0400000000000000" pitchFamily="50" charset="-128"/>
              <a:ea typeface="BIZ UDPゴシック" panose="020B0400000000000000" pitchFamily="50" charset="-128"/>
            </a:endParaRPr>
          </a:p>
          <a:p>
            <a:pPr marL="182563" indent="-182563" algn="l">
              <a:buFont typeface="Arial" panose="020B0604020202020204" pitchFamily="34" charset="0"/>
              <a:buChar char="•"/>
              <a:tabLst>
                <a:tab pos="266700" algn="l"/>
              </a:tabLst>
            </a:pPr>
            <a:r>
              <a:rPr lang="ja-JP" altLang="en-US" sz="1400" dirty="0">
                <a:latin typeface="BIZ UDPゴシック" panose="020B0400000000000000" pitchFamily="50" charset="-128"/>
                <a:ea typeface="BIZ UDPゴシック" panose="020B0400000000000000" pitchFamily="50" charset="-128"/>
              </a:rPr>
              <a:t>国内外の事業者インタビューを通じた既存ツールの課題、越境移転に関する事業者ニーズの洗い出し</a:t>
            </a:r>
            <a:endParaRPr lang="en-US" altLang="ja-JP" sz="1400" dirty="0">
              <a:latin typeface="BIZ UDPゴシック" panose="020B0400000000000000" pitchFamily="50" charset="-128"/>
              <a:ea typeface="BIZ UDPゴシック" panose="020B0400000000000000" pitchFamily="50" charset="-128"/>
            </a:endParaRPr>
          </a:p>
        </p:txBody>
      </p:sp>
      <p:cxnSp>
        <p:nvCxnSpPr>
          <p:cNvPr id="13" name="直線コネクタ 12">
            <a:extLst>
              <a:ext uri="{FF2B5EF4-FFF2-40B4-BE49-F238E27FC236}">
                <a16:creationId xmlns:a16="http://schemas.microsoft.com/office/drawing/2014/main" id="{26660BC3-EF13-FF29-A027-D130FC30FE40}"/>
              </a:ext>
            </a:extLst>
          </p:cNvPr>
          <p:cNvCxnSpPr>
            <a:cxnSpLocks/>
          </p:cNvCxnSpPr>
          <p:nvPr/>
        </p:nvCxnSpPr>
        <p:spPr>
          <a:xfrm flipV="1">
            <a:off x="6096000" y="1268414"/>
            <a:ext cx="0" cy="5232139"/>
          </a:xfrm>
          <a:prstGeom prst="line">
            <a:avLst/>
          </a:prstGeom>
          <a:ln>
            <a:solidFill>
              <a:schemeClr val="bg1">
                <a:lumMod val="75000"/>
              </a:schemeClr>
            </a:solidFill>
            <a:prstDash val="sysDot"/>
            <a:headEnd type="none" w="med" len="med"/>
            <a:tailEnd type="none"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511468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71E20CB-3002-6357-4E11-2E806C095719}"/>
              </a:ext>
            </a:extLst>
          </p:cNvPr>
          <p:cNvSpPr>
            <a:spLocks noGrp="1"/>
          </p:cNvSpPr>
          <p:nvPr>
            <p:ph type="title"/>
          </p:nvPr>
        </p:nvSpPr>
        <p:spPr/>
        <p:txBody>
          <a:bodyPr/>
          <a:lstStyle/>
          <a:p>
            <a:r>
              <a:rPr kumimoji="1" lang="ja-JP" altLang="en-US" dirty="0"/>
              <a:t>背景・プロジェクト目的</a:t>
            </a:r>
          </a:p>
        </p:txBody>
      </p:sp>
      <p:sp>
        <p:nvSpPr>
          <p:cNvPr id="3" name="フッター プレースホルダー 2">
            <a:extLst>
              <a:ext uri="{FF2B5EF4-FFF2-40B4-BE49-F238E27FC236}">
                <a16:creationId xmlns:a16="http://schemas.microsoft.com/office/drawing/2014/main" id="{E85BD320-F657-5049-EE5E-48A3592BFF89}"/>
              </a:ext>
            </a:extLst>
          </p:cNvPr>
          <p:cNvSpPr>
            <a:spLocks noGrp="1"/>
          </p:cNvSpPr>
          <p:nvPr>
            <p:ph type="ftr" sz="quarter" idx="11"/>
          </p:nvPr>
        </p:nvSpPr>
        <p:spPr/>
        <p:txBody>
          <a:bodyPr/>
          <a:lstStyle/>
          <a:p>
            <a:r>
              <a:rPr lang="ja-JP" altLang="en-US"/>
              <a:t>出所：</a:t>
            </a:r>
            <a:endParaRPr lang="ja-JP" altLang="en-US" dirty="0"/>
          </a:p>
        </p:txBody>
      </p:sp>
      <p:sp>
        <p:nvSpPr>
          <p:cNvPr id="4" name="スライド番号プレースホルダー 3">
            <a:extLst>
              <a:ext uri="{FF2B5EF4-FFF2-40B4-BE49-F238E27FC236}">
                <a16:creationId xmlns:a16="http://schemas.microsoft.com/office/drawing/2014/main" id="{71AC5BA5-D234-FED3-D4CF-56994C2462C0}"/>
              </a:ext>
            </a:extLst>
          </p:cNvPr>
          <p:cNvSpPr>
            <a:spLocks noGrp="1"/>
          </p:cNvSpPr>
          <p:nvPr>
            <p:ph type="sldNum" sz="quarter" idx="12"/>
          </p:nvPr>
        </p:nvSpPr>
        <p:spPr/>
        <p:txBody>
          <a:bodyPr/>
          <a:lstStyle/>
          <a:p>
            <a:fld id="{DCB5AA93-092B-49A1-87A7-3C88D5F38AD7}" type="slidenum">
              <a:rPr lang="ja-JP" altLang="en-US" smtClean="0"/>
              <a:pPr/>
              <a:t>27</a:t>
            </a:fld>
            <a:endParaRPr lang="ja-JP" altLang="en-US"/>
          </a:p>
        </p:txBody>
      </p:sp>
      <p:sp>
        <p:nvSpPr>
          <p:cNvPr id="5" name="テキスト プレースホルダー 4">
            <a:extLst>
              <a:ext uri="{FF2B5EF4-FFF2-40B4-BE49-F238E27FC236}">
                <a16:creationId xmlns:a16="http://schemas.microsoft.com/office/drawing/2014/main" id="{4651F455-8C30-3A62-6EDC-F6EBEAA6A48A}"/>
              </a:ext>
            </a:extLst>
          </p:cNvPr>
          <p:cNvSpPr>
            <a:spLocks noGrp="1"/>
          </p:cNvSpPr>
          <p:nvPr>
            <p:ph type="body" sz="quarter" idx="4294967295"/>
          </p:nvPr>
        </p:nvSpPr>
        <p:spPr>
          <a:xfrm>
            <a:off x="0" y="540327"/>
            <a:ext cx="12186000" cy="540000"/>
          </a:xfrm>
        </p:spPr>
        <p:txBody>
          <a:bodyPr>
            <a:noAutofit/>
          </a:bodyPr>
          <a:lstStyle/>
          <a:p>
            <a:pPr marL="0" indent="0">
              <a:buNone/>
            </a:pPr>
            <a:r>
              <a:rPr kumimoji="1" lang="ja-JP" altLang="en-US" sz="1800" dirty="0"/>
              <a:t>世界的に</a:t>
            </a:r>
            <a:r>
              <a:rPr kumimoji="1" lang="en-US" altLang="ja-JP" sz="1800" dirty="0"/>
              <a:t>SC</a:t>
            </a:r>
            <a:r>
              <a:rPr kumimoji="1" lang="ja-JP" altLang="en-US" sz="1800" dirty="0"/>
              <a:t>全体での</a:t>
            </a:r>
            <a:r>
              <a:rPr kumimoji="1" lang="en-US" altLang="ja-JP" sz="1800" dirty="0"/>
              <a:t>CN</a:t>
            </a:r>
            <a:r>
              <a:rPr kumimoji="1" lang="ja-JP" altLang="en-US" sz="1800" dirty="0"/>
              <a:t>対応が求められる中、中堅・中小企業の</a:t>
            </a:r>
            <a:r>
              <a:rPr kumimoji="1" lang="en-US" altLang="ja-JP" sz="1800" dirty="0"/>
              <a:t>CN</a:t>
            </a:r>
            <a:r>
              <a:rPr kumimoji="1" lang="ja-JP" altLang="en-US" sz="1800" dirty="0"/>
              <a:t>対応が不十分な実態がある。中部地域における産業界の</a:t>
            </a:r>
            <a:r>
              <a:rPr kumimoji="1" lang="en-US" altLang="ja-JP" sz="1800" dirty="0"/>
              <a:t>CN</a:t>
            </a:r>
            <a:r>
              <a:rPr kumimoji="1" lang="ja-JP" altLang="en-US" sz="1800" dirty="0"/>
              <a:t>対応上の課題と支援ニーズを明らかにし、行政として効果的な支援策の検討を行う</a:t>
            </a:r>
          </a:p>
        </p:txBody>
      </p:sp>
      <p:sp>
        <p:nvSpPr>
          <p:cNvPr id="6" name="正方形/長方形 5">
            <a:extLst>
              <a:ext uri="{FF2B5EF4-FFF2-40B4-BE49-F238E27FC236}">
                <a16:creationId xmlns:a16="http://schemas.microsoft.com/office/drawing/2014/main" id="{85791A37-CDEB-A5AB-206F-9A9249503999}"/>
              </a:ext>
            </a:extLst>
          </p:cNvPr>
          <p:cNvSpPr/>
          <p:nvPr/>
        </p:nvSpPr>
        <p:spPr>
          <a:xfrm>
            <a:off x="334963" y="1276394"/>
            <a:ext cx="8275641" cy="36512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l"/>
            <a:r>
              <a:rPr lang="ja-JP" altLang="en-US" sz="1400" dirty="0">
                <a:solidFill>
                  <a:schemeClr val="tx1"/>
                </a:solidFill>
                <a:latin typeface="BIZ UDPゴシック" panose="020B0400000000000000" pitchFamily="50" charset="-128"/>
                <a:ea typeface="BIZ UDPゴシック" panose="020B0400000000000000" pitchFamily="50" charset="-128"/>
              </a:rPr>
              <a:t>背景</a:t>
            </a:r>
            <a:endParaRPr kumimoji="1" lang="ja-JP" altLang="en-US" sz="1400" dirty="0">
              <a:solidFill>
                <a:schemeClr val="tx1"/>
              </a:solidFill>
              <a:latin typeface="BIZ UDPゴシック" panose="020B0400000000000000" pitchFamily="50" charset="-128"/>
              <a:ea typeface="BIZ UDPゴシック" panose="020B0400000000000000" pitchFamily="50" charset="-128"/>
            </a:endParaRPr>
          </a:p>
        </p:txBody>
      </p:sp>
      <p:sp>
        <p:nvSpPr>
          <p:cNvPr id="7" name="正方形/長方形 6">
            <a:extLst>
              <a:ext uri="{FF2B5EF4-FFF2-40B4-BE49-F238E27FC236}">
                <a16:creationId xmlns:a16="http://schemas.microsoft.com/office/drawing/2014/main" id="{08BA7081-7BB5-0520-7B6C-1C32C569179A}"/>
              </a:ext>
            </a:extLst>
          </p:cNvPr>
          <p:cNvSpPr/>
          <p:nvPr/>
        </p:nvSpPr>
        <p:spPr>
          <a:xfrm>
            <a:off x="334964" y="1989461"/>
            <a:ext cx="1161328" cy="1090122"/>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l"/>
            <a:r>
              <a:rPr kumimoji="1" lang="ja-JP" altLang="en-US" sz="1400" dirty="0">
                <a:solidFill>
                  <a:schemeClr val="tx1"/>
                </a:solidFill>
                <a:latin typeface="BIZ UDPゴシック" panose="020B0400000000000000" pitchFamily="50" charset="-128"/>
                <a:ea typeface="BIZ UDPゴシック" panose="020B0400000000000000" pitchFamily="50" charset="-128"/>
              </a:rPr>
              <a:t>世界的潮流</a:t>
            </a:r>
          </a:p>
        </p:txBody>
      </p:sp>
      <p:sp>
        <p:nvSpPr>
          <p:cNvPr id="8" name="正方形/長方形 7">
            <a:extLst>
              <a:ext uri="{FF2B5EF4-FFF2-40B4-BE49-F238E27FC236}">
                <a16:creationId xmlns:a16="http://schemas.microsoft.com/office/drawing/2014/main" id="{87350A37-AA8E-4D0C-D4B8-9E0BAE304C05}"/>
              </a:ext>
            </a:extLst>
          </p:cNvPr>
          <p:cNvSpPr/>
          <p:nvPr/>
        </p:nvSpPr>
        <p:spPr>
          <a:xfrm>
            <a:off x="334963" y="3439696"/>
            <a:ext cx="1161328" cy="3060856"/>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l"/>
            <a:r>
              <a:rPr kumimoji="1" lang="ja-JP" altLang="en-US" sz="1400" dirty="0">
                <a:solidFill>
                  <a:schemeClr val="tx1"/>
                </a:solidFill>
                <a:latin typeface="BIZ UDPゴシック" panose="020B0400000000000000" pitchFamily="50" charset="-128"/>
                <a:ea typeface="BIZ UDPゴシック" panose="020B0400000000000000" pitchFamily="50" charset="-128"/>
              </a:rPr>
              <a:t>中部地域の</a:t>
            </a:r>
            <a:endParaRPr kumimoji="1" lang="en-US" altLang="ja-JP" sz="1400" dirty="0">
              <a:solidFill>
                <a:schemeClr val="tx1"/>
              </a:solidFill>
              <a:latin typeface="BIZ UDPゴシック" panose="020B0400000000000000" pitchFamily="50" charset="-128"/>
              <a:ea typeface="BIZ UDPゴシック" panose="020B0400000000000000" pitchFamily="50" charset="-128"/>
            </a:endParaRPr>
          </a:p>
          <a:p>
            <a:pPr algn="l"/>
            <a:r>
              <a:rPr lang="ja-JP" altLang="en-US" sz="1400" dirty="0">
                <a:solidFill>
                  <a:schemeClr val="tx1"/>
                </a:solidFill>
                <a:latin typeface="BIZ UDPゴシック" panose="020B0400000000000000" pitchFamily="50" charset="-128"/>
                <a:ea typeface="BIZ UDPゴシック" panose="020B0400000000000000" pitchFamily="50" charset="-128"/>
              </a:rPr>
              <a:t>情勢</a:t>
            </a:r>
            <a:endParaRPr kumimoji="1" lang="ja-JP" altLang="en-US" sz="1400" dirty="0">
              <a:solidFill>
                <a:schemeClr val="tx1"/>
              </a:solidFill>
              <a:latin typeface="BIZ UDPゴシック" panose="020B0400000000000000" pitchFamily="50" charset="-128"/>
              <a:ea typeface="BIZ UDPゴシック" panose="020B0400000000000000" pitchFamily="50" charset="-128"/>
            </a:endParaRPr>
          </a:p>
        </p:txBody>
      </p:sp>
      <p:sp>
        <p:nvSpPr>
          <p:cNvPr id="9" name="テキスト ボックス 8">
            <a:extLst>
              <a:ext uri="{FF2B5EF4-FFF2-40B4-BE49-F238E27FC236}">
                <a16:creationId xmlns:a16="http://schemas.microsoft.com/office/drawing/2014/main" id="{899116F3-D330-305E-8A00-2017356AEDD2}"/>
              </a:ext>
            </a:extLst>
          </p:cNvPr>
          <p:cNvSpPr txBox="1"/>
          <p:nvPr/>
        </p:nvSpPr>
        <p:spPr>
          <a:xfrm>
            <a:off x="1496292" y="1989460"/>
            <a:ext cx="3396722" cy="861774"/>
          </a:xfrm>
          <a:prstGeom prst="rect">
            <a:avLst/>
          </a:prstGeom>
          <a:noFill/>
        </p:spPr>
        <p:txBody>
          <a:bodyPr wrap="square" lIns="0" tIns="0" rIns="0" bIns="0" rtlCol="0" anchor="t" anchorCtr="0">
            <a:spAutoFit/>
          </a:bodyPr>
          <a:lstStyle/>
          <a:p>
            <a:pPr marL="182563" indent="-182563" algn="l">
              <a:buFont typeface="Arial" panose="020B0604020202020204" pitchFamily="34" charset="0"/>
              <a:buChar char="•"/>
            </a:pPr>
            <a:r>
              <a:rPr kumimoji="1" lang="ja-JP" altLang="en-US" sz="1400" dirty="0">
                <a:latin typeface="BIZ UDPゴシック" panose="020B0400000000000000" pitchFamily="50" charset="-128"/>
                <a:ea typeface="BIZ UDPゴシック" panose="020B0400000000000000" pitchFamily="50" charset="-128"/>
              </a:rPr>
              <a:t>サプライチェーン全体での脱炭素化への動きが加速しており、国内外の大企業において、</a:t>
            </a:r>
            <a:r>
              <a:rPr kumimoji="1" lang="en-US" altLang="ja-JP" sz="1400" dirty="0">
                <a:latin typeface="BIZ UDPゴシック" panose="020B0400000000000000" pitchFamily="50" charset="-128"/>
                <a:ea typeface="BIZ UDPゴシック" panose="020B0400000000000000" pitchFamily="50" charset="-128"/>
              </a:rPr>
              <a:t>CN</a:t>
            </a:r>
            <a:r>
              <a:rPr kumimoji="1" lang="ja-JP" altLang="en-US" sz="1400" dirty="0">
                <a:latin typeface="BIZ UDPゴシック" panose="020B0400000000000000" pitchFamily="50" charset="-128"/>
                <a:ea typeface="BIZ UDPゴシック" panose="020B0400000000000000" pitchFamily="50" charset="-128"/>
              </a:rPr>
              <a:t>を宣言する企業が増加している</a:t>
            </a:r>
          </a:p>
        </p:txBody>
      </p:sp>
      <p:sp>
        <p:nvSpPr>
          <p:cNvPr id="10" name="テキスト ボックス 9">
            <a:extLst>
              <a:ext uri="{FF2B5EF4-FFF2-40B4-BE49-F238E27FC236}">
                <a16:creationId xmlns:a16="http://schemas.microsoft.com/office/drawing/2014/main" id="{256A90A8-4F03-615C-8016-FE336AAE21B0}"/>
              </a:ext>
            </a:extLst>
          </p:cNvPr>
          <p:cNvSpPr txBox="1"/>
          <p:nvPr/>
        </p:nvSpPr>
        <p:spPr>
          <a:xfrm>
            <a:off x="1496292" y="3439696"/>
            <a:ext cx="3396722" cy="3050004"/>
          </a:xfrm>
          <a:prstGeom prst="rect">
            <a:avLst/>
          </a:prstGeom>
          <a:noFill/>
        </p:spPr>
        <p:txBody>
          <a:bodyPr wrap="square" lIns="0" tIns="0" rIns="0" bIns="0" rtlCol="0" anchor="t" anchorCtr="0">
            <a:noAutofit/>
          </a:bodyPr>
          <a:lstStyle/>
          <a:p>
            <a:pPr marL="182563" indent="-182563" algn="l">
              <a:buFont typeface="Arial" panose="020B0604020202020204" pitchFamily="34" charset="0"/>
              <a:buChar char="•"/>
            </a:pPr>
            <a:r>
              <a:rPr kumimoji="1" lang="ja-JP" altLang="en-US" sz="1400" dirty="0">
                <a:latin typeface="BIZ UDPゴシック" panose="020B0400000000000000" pitchFamily="50" charset="-128"/>
                <a:ea typeface="BIZ UDPゴシック" panose="020B0400000000000000" pitchFamily="50" charset="-128"/>
              </a:rPr>
              <a:t>中部地域の基幹産業である自動車産業においても、先行する大企業ではサプライチェーン全体の</a:t>
            </a:r>
            <a:r>
              <a:rPr kumimoji="1" lang="en-US" altLang="ja-JP" sz="1400" dirty="0">
                <a:latin typeface="BIZ UDPゴシック" panose="020B0400000000000000" pitchFamily="50" charset="-128"/>
                <a:ea typeface="BIZ UDPゴシック" panose="020B0400000000000000" pitchFamily="50" charset="-128"/>
              </a:rPr>
              <a:t>CN</a:t>
            </a:r>
            <a:r>
              <a:rPr kumimoji="1" lang="ja-JP" altLang="en-US" sz="1400" dirty="0">
                <a:latin typeface="BIZ UDPゴシック" panose="020B0400000000000000" pitchFamily="50" charset="-128"/>
                <a:ea typeface="BIZ UDPゴシック" panose="020B0400000000000000" pitchFamily="50" charset="-128"/>
              </a:rPr>
              <a:t>に向けた取り組みが進められており、直接取引を行う主要部品メーカーに対して、</a:t>
            </a:r>
            <a:r>
              <a:rPr kumimoji="1" lang="en-US" altLang="ja-JP" sz="1400" dirty="0">
                <a:latin typeface="BIZ UDPゴシック" panose="020B0400000000000000" pitchFamily="50" charset="-128"/>
                <a:ea typeface="BIZ UDPゴシック" panose="020B0400000000000000" pitchFamily="50" charset="-128"/>
              </a:rPr>
              <a:t>CO2</a:t>
            </a:r>
            <a:r>
              <a:rPr kumimoji="1" lang="ja-JP" altLang="en-US" sz="1400" dirty="0">
                <a:latin typeface="BIZ UDPゴシック" panose="020B0400000000000000" pitchFamily="50" charset="-128"/>
                <a:ea typeface="BIZ UDPゴシック" panose="020B0400000000000000" pitchFamily="50" charset="-128"/>
              </a:rPr>
              <a:t>排出量を前年比で一定の排出削減を要請する動きがみられている</a:t>
            </a:r>
            <a:endParaRPr kumimoji="1" lang="en-US" altLang="ja-JP" sz="1400" dirty="0">
              <a:latin typeface="BIZ UDPゴシック" panose="020B0400000000000000" pitchFamily="50" charset="-128"/>
              <a:ea typeface="BIZ UDPゴシック" panose="020B0400000000000000" pitchFamily="50" charset="-128"/>
            </a:endParaRPr>
          </a:p>
          <a:p>
            <a:pPr marL="285750" indent="-285750" algn="l">
              <a:buFont typeface="Arial" panose="020B0604020202020204" pitchFamily="34" charset="0"/>
              <a:buChar char="•"/>
            </a:pPr>
            <a:endParaRPr lang="en-US" altLang="ja-JP" sz="1400" dirty="0">
              <a:latin typeface="BIZ UDPゴシック" panose="020B0400000000000000" pitchFamily="50" charset="-128"/>
              <a:ea typeface="BIZ UDPゴシック" panose="020B0400000000000000" pitchFamily="50" charset="-128"/>
            </a:endParaRPr>
          </a:p>
          <a:p>
            <a:pPr marL="182563" indent="-182563" algn="l">
              <a:buFont typeface="Arial" panose="020B0604020202020204" pitchFamily="34" charset="0"/>
              <a:buChar char="•"/>
            </a:pPr>
            <a:r>
              <a:rPr kumimoji="1" lang="ja-JP" altLang="en-US" sz="1400" dirty="0">
                <a:latin typeface="BIZ UDPゴシック" panose="020B0400000000000000" pitchFamily="50" charset="-128"/>
                <a:ea typeface="BIZ UDPゴシック" panose="020B0400000000000000" pitchFamily="50" charset="-128"/>
              </a:rPr>
              <a:t>今後は大企業のみならず、中堅・中小サプライヤーにおいても、</a:t>
            </a:r>
            <a:r>
              <a:rPr kumimoji="1" lang="en-US" altLang="ja-JP" sz="1400" dirty="0">
                <a:latin typeface="BIZ UDPゴシック" panose="020B0400000000000000" pitchFamily="50" charset="-128"/>
                <a:ea typeface="BIZ UDPゴシック" panose="020B0400000000000000" pitchFamily="50" charset="-128"/>
              </a:rPr>
              <a:t>CN</a:t>
            </a:r>
            <a:r>
              <a:rPr kumimoji="1" lang="ja-JP" altLang="en-US" sz="1400" dirty="0">
                <a:latin typeface="BIZ UDPゴシック" panose="020B0400000000000000" pitchFamily="50" charset="-128"/>
                <a:ea typeface="BIZ UDPゴシック" panose="020B0400000000000000" pitchFamily="50" charset="-128"/>
              </a:rPr>
              <a:t>対応の動きが広がっていくことが考えられ、サプライチェーン全体での</a:t>
            </a:r>
            <a:r>
              <a:rPr kumimoji="1" lang="en-US" altLang="ja-JP" sz="1400" dirty="0">
                <a:latin typeface="BIZ UDPゴシック" panose="020B0400000000000000" pitchFamily="50" charset="-128"/>
                <a:ea typeface="BIZ UDPゴシック" panose="020B0400000000000000" pitchFamily="50" charset="-128"/>
              </a:rPr>
              <a:t>Co2</a:t>
            </a:r>
            <a:r>
              <a:rPr kumimoji="1" lang="ja-JP" altLang="en-US" sz="1400" dirty="0">
                <a:latin typeface="BIZ UDPゴシック" panose="020B0400000000000000" pitchFamily="50" charset="-128"/>
                <a:ea typeface="BIZ UDPゴシック" panose="020B0400000000000000" pitchFamily="50" charset="-128"/>
              </a:rPr>
              <a:t>排出量の見える化から捻出削減に係る対応を実施していく必要がある</a:t>
            </a:r>
          </a:p>
        </p:txBody>
      </p:sp>
      <p:sp>
        <p:nvSpPr>
          <p:cNvPr id="13" name="正方形/長方形 12">
            <a:extLst>
              <a:ext uri="{FF2B5EF4-FFF2-40B4-BE49-F238E27FC236}">
                <a16:creationId xmlns:a16="http://schemas.microsoft.com/office/drawing/2014/main" id="{BCEFB6E5-EB98-D53E-4BF6-1BC54BAD5A7C}"/>
              </a:ext>
            </a:extLst>
          </p:cNvPr>
          <p:cNvSpPr/>
          <p:nvPr/>
        </p:nvSpPr>
        <p:spPr>
          <a:xfrm>
            <a:off x="5569528" y="1989460"/>
            <a:ext cx="3041076" cy="365125"/>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l"/>
            <a:r>
              <a:rPr kumimoji="1" lang="ja-JP" altLang="en-US" sz="1400" dirty="0">
                <a:solidFill>
                  <a:schemeClr val="bg1"/>
                </a:solidFill>
                <a:latin typeface="BIZ UDPゴシック" panose="020B0400000000000000" pitchFamily="50" charset="-128"/>
                <a:ea typeface="BIZ UDPゴシック" panose="020B0400000000000000" pitchFamily="50" charset="-128"/>
              </a:rPr>
              <a:t>ステークホルダーの情勢</a:t>
            </a:r>
          </a:p>
        </p:txBody>
      </p:sp>
      <p:sp>
        <p:nvSpPr>
          <p:cNvPr id="14" name="テキスト ボックス 13">
            <a:extLst>
              <a:ext uri="{FF2B5EF4-FFF2-40B4-BE49-F238E27FC236}">
                <a16:creationId xmlns:a16="http://schemas.microsoft.com/office/drawing/2014/main" id="{56C4B524-50C4-0994-B0CB-E3219A97CF87}"/>
              </a:ext>
            </a:extLst>
          </p:cNvPr>
          <p:cNvSpPr txBox="1"/>
          <p:nvPr/>
        </p:nvSpPr>
        <p:spPr>
          <a:xfrm>
            <a:off x="5569528" y="2635791"/>
            <a:ext cx="3041076" cy="2369880"/>
          </a:xfrm>
          <a:prstGeom prst="rect">
            <a:avLst/>
          </a:prstGeom>
          <a:noFill/>
        </p:spPr>
        <p:txBody>
          <a:bodyPr wrap="square" lIns="0" tIns="0" rIns="0" bIns="0" rtlCol="0" anchor="t" anchorCtr="0">
            <a:spAutoFit/>
          </a:bodyPr>
          <a:lstStyle/>
          <a:p>
            <a:pPr marL="182563" indent="-182563" algn="l">
              <a:buFont typeface="Arial" panose="020B0604020202020204" pitchFamily="34" charset="0"/>
              <a:buChar char="•"/>
              <a:tabLst>
                <a:tab pos="182563" algn="l"/>
              </a:tabLst>
            </a:pPr>
            <a:r>
              <a:rPr lang="ja-JP" altLang="en-US" sz="1400" dirty="0">
                <a:latin typeface="BIZ UDPゴシック" panose="020B0400000000000000" pitchFamily="50" charset="-128"/>
                <a:ea typeface="BIZ UDPゴシック" panose="020B0400000000000000" pitchFamily="50" charset="-128"/>
              </a:rPr>
              <a:t>中堅・中小企業においては、</a:t>
            </a:r>
            <a:r>
              <a:rPr lang="en-US" altLang="ja-JP" sz="1400" dirty="0">
                <a:latin typeface="BIZ UDPゴシック" panose="020B0400000000000000" pitchFamily="50" charset="-128"/>
                <a:ea typeface="BIZ UDPゴシック" panose="020B0400000000000000" pitchFamily="50" charset="-128"/>
              </a:rPr>
              <a:t>CN</a:t>
            </a:r>
            <a:r>
              <a:rPr lang="ja-JP" altLang="en-US" sz="1400" dirty="0">
                <a:latin typeface="BIZ UDPゴシック" panose="020B0400000000000000" pitchFamily="50" charset="-128"/>
                <a:ea typeface="BIZ UDPゴシック" panose="020B0400000000000000" pitchFamily="50" charset="-128"/>
              </a:rPr>
              <a:t>に対して関心は高まっているものの、知識面・体制面が不十分なこともあり、具体的な対応などには手が付けられていない企業が多い</a:t>
            </a:r>
            <a:endParaRPr lang="en-US" altLang="ja-JP" sz="1400" dirty="0">
              <a:latin typeface="BIZ UDPゴシック" panose="020B0400000000000000" pitchFamily="50" charset="-128"/>
              <a:ea typeface="BIZ UDPゴシック" panose="020B0400000000000000" pitchFamily="50" charset="-128"/>
            </a:endParaRPr>
          </a:p>
          <a:p>
            <a:pPr marL="182563" indent="-182563" algn="l">
              <a:buFont typeface="Arial" panose="020B0604020202020204" pitchFamily="34" charset="0"/>
              <a:buChar char="•"/>
              <a:tabLst>
                <a:tab pos="182563" algn="l"/>
              </a:tabLst>
            </a:pPr>
            <a:endParaRPr kumimoji="1" lang="en-US" altLang="ja-JP" sz="1400" dirty="0">
              <a:latin typeface="BIZ UDPゴシック" panose="020B0400000000000000" pitchFamily="50" charset="-128"/>
              <a:ea typeface="BIZ UDPゴシック" panose="020B0400000000000000" pitchFamily="50" charset="-128"/>
            </a:endParaRPr>
          </a:p>
          <a:p>
            <a:pPr marL="182563" indent="-182563" algn="l">
              <a:buFont typeface="Arial" panose="020B0604020202020204" pitchFamily="34" charset="0"/>
              <a:buChar char="•"/>
              <a:tabLst>
                <a:tab pos="182563" algn="l"/>
              </a:tabLst>
            </a:pPr>
            <a:r>
              <a:rPr lang="ja-JP" altLang="en-US" sz="1400" dirty="0">
                <a:latin typeface="BIZ UDPゴシック" panose="020B0400000000000000" pitchFamily="50" charset="-128"/>
                <a:ea typeface="BIZ UDPゴシック" panose="020B0400000000000000" pitchFamily="50" charset="-128"/>
              </a:rPr>
              <a:t>支援体制も確立されていないのが実情となっており、</a:t>
            </a:r>
            <a:r>
              <a:rPr lang="en-US" altLang="ja-JP" sz="1400" dirty="0">
                <a:latin typeface="BIZ UDPゴシック" panose="020B0400000000000000" pitchFamily="50" charset="-128"/>
                <a:ea typeface="BIZ UDPゴシック" panose="020B0400000000000000" pitchFamily="50" charset="-128"/>
              </a:rPr>
              <a:t>2030</a:t>
            </a:r>
            <a:r>
              <a:rPr lang="ja-JP" altLang="en-US" sz="1400" dirty="0">
                <a:latin typeface="BIZ UDPゴシック" panose="020B0400000000000000" pitchFamily="50" charset="-128"/>
                <a:ea typeface="BIZ UDPゴシック" panose="020B0400000000000000" pitchFamily="50" charset="-128"/>
              </a:rPr>
              <a:t>年</a:t>
            </a:r>
            <a:r>
              <a:rPr lang="en-US" altLang="ja-JP" sz="1400" dirty="0">
                <a:latin typeface="BIZ UDPゴシック" panose="020B0400000000000000" pitchFamily="50" charset="-128"/>
                <a:ea typeface="BIZ UDPゴシック" panose="020B0400000000000000" pitchFamily="50" charset="-128"/>
              </a:rPr>
              <a:t>2050</a:t>
            </a:r>
            <a:r>
              <a:rPr lang="ja-JP" altLang="en-US" sz="1400" dirty="0">
                <a:latin typeface="BIZ UDPゴシック" panose="020B0400000000000000" pitchFamily="50" charset="-128"/>
                <a:ea typeface="BIZ UDPゴシック" panose="020B0400000000000000" pitchFamily="50" charset="-128"/>
              </a:rPr>
              <a:t>年の排出量の削減目標を達成していくためには中堅・中小奇病の</a:t>
            </a:r>
            <a:r>
              <a:rPr lang="en-US" altLang="ja-JP" sz="1400" dirty="0">
                <a:latin typeface="BIZ UDPゴシック" panose="020B0400000000000000" pitchFamily="50" charset="-128"/>
                <a:ea typeface="BIZ UDPゴシック" panose="020B0400000000000000" pitchFamily="50" charset="-128"/>
              </a:rPr>
              <a:t>CN</a:t>
            </a:r>
            <a:r>
              <a:rPr lang="ja-JP" altLang="en-US" sz="1400" dirty="0">
                <a:latin typeface="BIZ UDPゴシック" panose="020B0400000000000000" pitchFamily="50" charset="-128"/>
                <a:ea typeface="BIZ UDPゴシック" panose="020B0400000000000000" pitchFamily="50" charset="-128"/>
              </a:rPr>
              <a:t>に向けた取り組みの加速が必要</a:t>
            </a:r>
            <a:endParaRPr kumimoji="1" lang="ja-JP" altLang="en-US" sz="1400" dirty="0">
              <a:latin typeface="BIZ UDPゴシック" panose="020B0400000000000000" pitchFamily="50" charset="-128"/>
              <a:ea typeface="BIZ UDPゴシック" panose="020B0400000000000000" pitchFamily="50" charset="-128"/>
            </a:endParaRPr>
          </a:p>
        </p:txBody>
      </p:sp>
      <p:sp>
        <p:nvSpPr>
          <p:cNvPr id="15" name="正方形/長方形 14">
            <a:extLst>
              <a:ext uri="{FF2B5EF4-FFF2-40B4-BE49-F238E27FC236}">
                <a16:creationId xmlns:a16="http://schemas.microsoft.com/office/drawing/2014/main" id="{AB6BE059-C325-ABED-CD49-0189863830A2}"/>
              </a:ext>
            </a:extLst>
          </p:cNvPr>
          <p:cNvSpPr/>
          <p:nvPr/>
        </p:nvSpPr>
        <p:spPr>
          <a:xfrm>
            <a:off x="9168937" y="1276394"/>
            <a:ext cx="2688100" cy="365125"/>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l"/>
            <a:r>
              <a:rPr kumimoji="1" lang="ja-JP" altLang="en-US" sz="1400" dirty="0">
                <a:solidFill>
                  <a:schemeClr val="bg1"/>
                </a:solidFill>
                <a:latin typeface="BIZ UDPゴシック" panose="020B0400000000000000" pitchFamily="50" charset="-128"/>
                <a:ea typeface="BIZ UDPゴシック" panose="020B0400000000000000" pitchFamily="50" charset="-128"/>
              </a:rPr>
              <a:t>目的</a:t>
            </a:r>
          </a:p>
        </p:txBody>
      </p:sp>
      <p:sp>
        <p:nvSpPr>
          <p:cNvPr id="16" name="テキスト ボックス 15">
            <a:extLst>
              <a:ext uri="{FF2B5EF4-FFF2-40B4-BE49-F238E27FC236}">
                <a16:creationId xmlns:a16="http://schemas.microsoft.com/office/drawing/2014/main" id="{E3AEA35E-E440-CBAF-D244-EB0FE99F35AC}"/>
              </a:ext>
            </a:extLst>
          </p:cNvPr>
          <p:cNvSpPr txBox="1"/>
          <p:nvPr/>
        </p:nvSpPr>
        <p:spPr>
          <a:xfrm>
            <a:off x="9168937" y="1989459"/>
            <a:ext cx="2688099" cy="1292662"/>
          </a:xfrm>
          <a:prstGeom prst="rect">
            <a:avLst/>
          </a:prstGeom>
          <a:noFill/>
        </p:spPr>
        <p:txBody>
          <a:bodyPr wrap="square" lIns="0" tIns="0" rIns="0" bIns="0" rtlCol="0" anchor="t" anchorCtr="0">
            <a:spAutoFit/>
          </a:bodyPr>
          <a:lstStyle/>
          <a:p>
            <a:pPr algn="l"/>
            <a:r>
              <a:rPr lang="ja-JP" altLang="en-US" sz="1400" dirty="0">
                <a:latin typeface="BIZ UDPゴシック" panose="020B0400000000000000" pitchFamily="50" charset="-128"/>
                <a:ea typeface="BIZ UDPゴシック" panose="020B0400000000000000" pitchFamily="50" charset="-128"/>
              </a:rPr>
              <a:t>中部地域の産業界での</a:t>
            </a:r>
            <a:r>
              <a:rPr lang="en-US" altLang="ja-JP" sz="1400" dirty="0">
                <a:latin typeface="BIZ UDPゴシック" panose="020B0400000000000000" pitchFamily="50" charset="-128"/>
                <a:ea typeface="BIZ UDPゴシック" panose="020B0400000000000000" pitchFamily="50" charset="-128"/>
              </a:rPr>
              <a:t>CN</a:t>
            </a:r>
            <a:r>
              <a:rPr lang="ja-JP" altLang="en-US" sz="1400" dirty="0">
                <a:latin typeface="BIZ UDPゴシック" panose="020B0400000000000000" pitchFamily="50" charset="-128"/>
                <a:ea typeface="BIZ UDPゴシック" panose="020B0400000000000000" pitchFamily="50" charset="-128"/>
              </a:rPr>
              <a:t>対応に係る現状と課題等を把握・整理したうえで、地域企業の</a:t>
            </a:r>
            <a:r>
              <a:rPr lang="en-US" altLang="ja-JP" sz="1400" dirty="0">
                <a:latin typeface="BIZ UDPゴシック" panose="020B0400000000000000" pitchFamily="50" charset="-128"/>
                <a:ea typeface="BIZ UDPゴシック" panose="020B0400000000000000" pitchFamily="50" charset="-128"/>
              </a:rPr>
              <a:t>CN</a:t>
            </a:r>
            <a:r>
              <a:rPr lang="ja-JP" altLang="en-US" sz="1400" dirty="0">
                <a:latin typeface="BIZ UDPゴシック" panose="020B0400000000000000" pitchFamily="50" charset="-128"/>
                <a:ea typeface="BIZ UDPゴシック" panose="020B0400000000000000" pitchFamily="50" charset="-128"/>
              </a:rPr>
              <a:t>対応をよりすすめるための具体的な支援モデルの作り上げや支援施策の検討を行う</a:t>
            </a:r>
            <a:endParaRPr kumimoji="1" lang="ja-JP" altLang="en-US" sz="1400" dirty="0">
              <a:latin typeface="BIZ UDPゴシック" panose="020B0400000000000000" pitchFamily="50" charset="-128"/>
              <a:ea typeface="BIZ UDPゴシック" panose="020B0400000000000000" pitchFamily="50" charset="-128"/>
            </a:endParaRPr>
          </a:p>
        </p:txBody>
      </p:sp>
      <p:sp>
        <p:nvSpPr>
          <p:cNvPr id="17" name="二等辺三角形 16">
            <a:extLst>
              <a:ext uri="{FF2B5EF4-FFF2-40B4-BE49-F238E27FC236}">
                <a16:creationId xmlns:a16="http://schemas.microsoft.com/office/drawing/2014/main" id="{868C591C-A435-B95A-B1E5-AB00C39D016A}"/>
              </a:ext>
            </a:extLst>
          </p:cNvPr>
          <p:cNvSpPr/>
          <p:nvPr/>
        </p:nvSpPr>
        <p:spPr>
          <a:xfrm rot="5400000">
            <a:off x="5043353" y="2031905"/>
            <a:ext cx="375836" cy="290944"/>
          </a:xfrm>
          <a:prstGeom prst="triangl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l"/>
            <a:endParaRPr kumimoji="1" lang="ja-JP" altLang="en-US" sz="1400" dirty="0">
              <a:solidFill>
                <a:schemeClr val="tx1"/>
              </a:solidFill>
              <a:latin typeface="BIZ UDPゴシック" panose="020B0400000000000000" pitchFamily="50" charset="-128"/>
              <a:ea typeface="BIZ UDPゴシック" panose="020B0400000000000000" pitchFamily="50" charset="-128"/>
            </a:endParaRPr>
          </a:p>
        </p:txBody>
      </p:sp>
      <p:sp>
        <p:nvSpPr>
          <p:cNvPr id="18" name="二等辺三角形 17">
            <a:extLst>
              <a:ext uri="{FF2B5EF4-FFF2-40B4-BE49-F238E27FC236}">
                <a16:creationId xmlns:a16="http://schemas.microsoft.com/office/drawing/2014/main" id="{05D64119-850D-8F46-BBC0-101C4DA65B93}"/>
              </a:ext>
            </a:extLst>
          </p:cNvPr>
          <p:cNvSpPr/>
          <p:nvPr/>
        </p:nvSpPr>
        <p:spPr>
          <a:xfrm rot="5400000">
            <a:off x="8701852" y="2031905"/>
            <a:ext cx="375836" cy="290944"/>
          </a:xfrm>
          <a:prstGeom prst="triangl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l"/>
            <a:endParaRPr kumimoji="1" lang="ja-JP" altLang="en-US" sz="1400" dirty="0">
              <a:solidFill>
                <a:schemeClr val="tx1"/>
              </a:solidFill>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632495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6F336-4415-CFEE-D979-2F4885B0380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6522F73-E32C-132A-6795-155A0EC0E928}"/>
              </a:ext>
            </a:extLst>
          </p:cNvPr>
          <p:cNvSpPr>
            <a:spLocks noGrp="1"/>
          </p:cNvSpPr>
          <p:nvPr>
            <p:ph type="ctrTitle"/>
          </p:nvPr>
        </p:nvSpPr>
        <p:spPr/>
        <p:txBody>
          <a:bodyPr/>
          <a:lstStyle/>
          <a:p>
            <a:r>
              <a:rPr lang="ja-JP" altLang="en-US" dirty="0"/>
              <a:t>全体像</a:t>
            </a:r>
            <a:endParaRPr kumimoji="1" lang="ja-JP" altLang="en-US" dirty="0"/>
          </a:p>
        </p:txBody>
      </p:sp>
      <p:sp>
        <p:nvSpPr>
          <p:cNvPr id="3" name="字幕 2">
            <a:extLst>
              <a:ext uri="{FF2B5EF4-FFF2-40B4-BE49-F238E27FC236}">
                <a16:creationId xmlns:a16="http://schemas.microsoft.com/office/drawing/2014/main" id="{C8E2AB14-8496-56E1-2C10-4E049D576F7A}"/>
              </a:ext>
            </a:extLst>
          </p:cNvPr>
          <p:cNvSpPr>
            <a:spLocks noGrp="1"/>
          </p:cNvSpPr>
          <p:nvPr>
            <p:ph type="subTitle"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090B051-54E1-4409-DEDF-8EC1E95E4F31}"/>
              </a:ext>
            </a:extLst>
          </p:cNvPr>
          <p:cNvSpPr>
            <a:spLocks noGrp="1"/>
          </p:cNvSpPr>
          <p:nvPr>
            <p:ph type="sldNum" sz="quarter" idx="12"/>
          </p:nvPr>
        </p:nvSpPr>
        <p:spPr>
          <a:xfrm>
            <a:off x="8610604" y="6500553"/>
            <a:ext cx="3173412" cy="220927"/>
          </a:xfrm>
        </p:spPr>
        <p:txBody>
          <a:bodyPr/>
          <a:lstStyle/>
          <a:p>
            <a:fld id="{DCB5AA93-092B-49A1-87A7-3C88D5F38AD7}" type="slidenum">
              <a:rPr lang="ja-JP" altLang="en-US" smtClean="0"/>
              <a:pPr/>
              <a:t>28</a:t>
            </a:fld>
            <a:endParaRPr lang="ja-JP" altLang="en-US"/>
          </a:p>
        </p:txBody>
      </p:sp>
      <p:sp>
        <p:nvSpPr>
          <p:cNvPr id="5" name="フッター プレースホルダー 4">
            <a:extLst>
              <a:ext uri="{FF2B5EF4-FFF2-40B4-BE49-F238E27FC236}">
                <a16:creationId xmlns:a16="http://schemas.microsoft.com/office/drawing/2014/main" id="{4CED788D-1610-CE74-DA13-3C28807F2B02}"/>
              </a:ext>
            </a:extLst>
          </p:cNvPr>
          <p:cNvSpPr>
            <a:spLocks noGrp="1"/>
          </p:cNvSpPr>
          <p:nvPr>
            <p:ph type="ftr" sz="quarter" idx="11"/>
          </p:nvPr>
        </p:nvSpPr>
        <p:spPr>
          <a:xfrm>
            <a:off x="407990" y="6500553"/>
            <a:ext cx="7745413" cy="220927"/>
          </a:xfrm>
        </p:spPr>
        <p:txBody>
          <a:bodyPr/>
          <a:lstStyle/>
          <a:p>
            <a:r>
              <a:rPr lang="ja-JP" altLang="en-US"/>
              <a:t>プロジェクト</a:t>
            </a:r>
            <a:r>
              <a:rPr lang="en-US" altLang="ja-JP"/>
              <a:t>/</a:t>
            </a:r>
            <a:r>
              <a:rPr lang="ja-JP" altLang="en-US"/>
              <a:t>部署</a:t>
            </a:r>
            <a:r>
              <a:rPr lang="en-US" altLang="ja-JP"/>
              <a:t>/</a:t>
            </a:r>
            <a:r>
              <a:rPr lang="ja-JP" altLang="en-US"/>
              <a:t>書類管理情報</a:t>
            </a:r>
            <a:endParaRPr lang="en-US" altLang="ja-JP" dirty="0"/>
          </a:p>
        </p:txBody>
      </p:sp>
    </p:spTree>
    <p:extLst>
      <p:ext uri="{BB962C8B-B14F-4D97-AF65-F5344CB8AC3E}">
        <p14:creationId xmlns:p14="http://schemas.microsoft.com/office/powerpoint/2010/main" val="8297721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049129-7D04-91C1-B8A0-D233067252BC}"/>
              </a:ext>
            </a:extLst>
          </p:cNvPr>
          <p:cNvSpPr>
            <a:spLocks noGrp="1"/>
          </p:cNvSpPr>
          <p:nvPr>
            <p:ph type="title"/>
          </p:nvPr>
        </p:nvSpPr>
        <p:spPr/>
        <p:txBody>
          <a:bodyPr/>
          <a:lstStyle/>
          <a:p>
            <a:r>
              <a:rPr lang="ja-JP" altLang="en-US" dirty="0"/>
              <a:t>本事業における調査・検討内容の全体像</a:t>
            </a:r>
            <a:endParaRPr kumimoji="1" lang="ja-JP" altLang="en-US" dirty="0"/>
          </a:p>
        </p:txBody>
      </p:sp>
      <p:sp>
        <p:nvSpPr>
          <p:cNvPr id="3" name="フッター プレースホルダー 2">
            <a:extLst>
              <a:ext uri="{FF2B5EF4-FFF2-40B4-BE49-F238E27FC236}">
                <a16:creationId xmlns:a16="http://schemas.microsoft.com/office/drawing/2014/main" id="{9D3096B4-B880-8676-156E-09FDC6B11CA3}"/>
              </a:ext>
            </a:extLst>
          </p:cNvPr>
          <p:cNvSpPr>
            <a:spLocks noGrp="1"/>
          </p:cNvSpPr>
          <p:nvPr>
            <p:ph type="ftr" sz="quarter" idx="11"/>
          </p:nvPr>
        </p:nvSpPr>
        <p:spPr/>
        <p:txBody>
          <a:bodyPr/>
          <a:lstStyle/>
          <a:p>
            <a:r>
              <a:rPr lang="ja-JP" altLang="en-US"/>
              <a:t>出所：</a:t>
            </a:r>
            <a:endParaRPr lang="ja-JP" altLang="en-US" sz="900" dirty="0"/>
          </a:p>
        </p:txBody>
      </p:sp>
      <p:sp>
        <p:nvSpPr>
          <p:cNvPr id="4" name="スライド番号プレースホルダー 3">
            <a:extLst>
              <a:ext uri="{FF2B5EF4-FFF2-40B4-BE49-F238E27FC236}">
                <a16:creationId xmlns:a16="http://schemas.microsoft.com/office/drawing/2014/main" id="{C2F42918-1A6B-EF0D-0CE2-A4632A82B890}"/>
              </a:ext>
            </a:extLst>
          </p:cNvPr>
          <p:cNvSpPr>
            <a:spLocks noGrp="1"/>
          </p:cNvSpPr>
          <p:nvPr>
            <p:ph type="sldNum" sz="quarter" idx="12"/>
          </p:nvPr>
        </p:nvSpPr>
        <p:spPr/>
        <p:txBody>
          <a:bodyPr/>
          <a:lstStyle/>
          <a:p>
            <a:fld id="{DCB5AA93-092B-49A1-87A7-3C88D5F38AD7}" type="slidenum">
              <a:rPr lang="ja-JP" altLang="en-US" smtClean="0"/>
              <a:pPr/>
              <a:t>29</a:t>
            </a:fld>
            <a:endParaRPr lang="ja-JP" altLang="en-US" sz="900" dirty="0"/>
          </a:p>
        </p:txBody>
      </p:sp>
      <p:sp>
        <p:nvSpPr>
          <p:cNvPr id="5" name="テキスト プレースホルダー 4">
            <a:extLst>
              <a:ext uri="{FF2B5EF4-FFF2-40B4-BE49-F238E27FC236}">
                <a16:creationId xmlns:a16="http://schemas.microsoft.com/office/drawing/2014/main" id="{F3C4531A-0FC2-C53C-60E4-E767DDE7E308}"/>
              </a:ext>
            </a:extLst>
          </p:cNvPr>
          <p:cNvSpPr>
            <a:spLocks noGrp="1"/>
          </p:cNvSpPr>
          <p:nvPr>
            <p:ph type="body" sz="quarter" idx="13"/>
          </p:nvPr>
        </p:nvSpPr>
        <p:spPr/>
        <p:txBody>
          <a:bodyPr/>
          <a:lstStyle/>
          <a:p>
            <a:endParaRPr kumimoji="1" lang="ja-JP" altLang="en-US"/>
          </a:p>
        </p:txBody>
      </p:sp>
      <p:sp>
        <p:nvSpPr>
          <p:cNvPr id="6" name="正方形/長方形 5">
            <a:extLst>
              <a:ext uri="{FF2B5EF4-FFF2-40B4-BE49-F238E27FC236}">
                <a16:creationId xmlns:a16="http://schemas.microsoft.com/office/drawing/2014/main" id="{6AC2F99C-D432-7B44-F018-D34BE054CCDB}"/>
              </a:ext>
            </a:extLst>
          </p:cNvPr>
          <p:cNvSpPr/>
          <p:nvPr/>
        </p:nvSpPr>
        <p:spPr>
          <a:xfrm>
            <a:off x="334962" y="1268412"/>
            <a:ext cx="2641918" cy="4076671"/>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l"/>
            <a:r>
              <a:rPr kumimoji="1" lang="en-US" altLang="ja-JP" sz="1400" dirty="0">
                <a:solidFill>
                  <a:schemeClr val="tx1"/>
                </a:solidFill>
                <a:latin typeface="BIZ UDPゴシック" panose="020B0400000000000000" pitchFamily="50" charset="-128"/>
                <a:ea typeface="BIZ UDPゴシック" panose="020B0400000000000000" pitchFamily="50" charset="-128"/>
              </a:rPr>
              <a:t>A. </a:t>
            </a:r>
            <a:r>
              <a:rPr kumimoji="1" lang="ja-JP" altLang="en-US" sz="1400" dirty="0">
                <a:solidFill>
                  <a:schemeClr val="tx1"/>
                </a:solidFill>
                <a:latin typeface="BIZ UDPゴシック" panose="020B0400000000000000" pitchFamily="50" charset="-128"/>
                <a:ea typeface="BIZ UDPゴシック" panose="020B0400000000000000" pitchFamily="50" charset="-128"/>
              </a:rPr>
              <a:t>国内ペロブスカイト導入量</a:t>
            </a:r>
            <a:r>
              <a:rPr kumimoji="1" lang="en-US" altLang="ja-JP" sz="1400" dirty="0">
                <a:solidFill>
                  <a:schemeClr val="tx1"/>
                </a:solidFill>
                <a:latin typeface="BIZ UDPゴシック" panose="020B0400000000000000" pitchFamily="50" charset="-128"/>
                <a:ea typeface="BIZ UDPゴシック" panose="020B0400000000000000" pitchFamily="50" charset="-128"/>
              </a:rPr>
              <a:t>/</a:t>
            </a:r>
            <a:r>
              <a:rPr kumimoji="1" lang="ja-JP" altLang="en-US" sz="1400" dirty="0">
                <a:solidFill>
                  <a:schemeClr val="tx1"/>
                </a:solidFill>
                <a:latin typeface="BIZ UDPゴシック" panose="020B0400000000000000" pitchFamily="50" charset="-128"/>
                <a:ea typeface="BIZ UDPゴシック" panose="020B0400000000000000" pitchFamily="50" charset="-128"/>
              </a:rPr>
              <a:t>コスト分析</a:t>
            </a:r>
          </a:p>
        </p:txBody>
      </p:sp>
      <p:sp>
        <p:nvSpPr>
          <p:cNvPr id="7" name="正方形/長方形 6">
            <a:extLst>
              <a:ext uri="{FF2B5EF4-FFF2-40B4-BE49-F238E27FC236}">
                <a16:creationId xmlns:a16="http://schemas.microsoft.com/office/drawing/2014/main" id="{1CED97B6-FEE4-8825-030D-368349ADBA66}"/>
              </a:ext>
            </a:extLst>
          </p:cNvPr>
          <p:cNvSpPr/>
          <p:nvPr/>
        </p:nvSpPr>
        <p:spPr>
          <a:xfrm>
            <a:off x="431999" y="2050166"/>
            <a:ext cx="1135202" cy="82296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l"/>
            <a:r>
              <a:rPr kumimoji="1" lang="ja-JP" altLang="en-US" sz="1200" dirty="0">
                <a:solidFill>
                  <a:schemeClr val="tx1"/>
                </a:solidFill>
                <a:latin typeface="BIZ UDPゴシック" panose="020B0400000000000000" pitchFamily="50" charset="-128"/>
                <a:ea typeface="BIZ UDPゴシック" panose="020B0400000000000000" pitchFamily="50" charset="-128"/>
              </a:rPr>
              <a:t>国内導入需要</a:t>
            </a:r>
            <a:endParaRPr kumimoji="1" lang="en-US" altLang="ja-JP" sz="1200" dirty="0">
              <a:solidFill>
                <a:schemeClr val="tx1"/>
              </a:solidFill>
              <a:latin typeface="BIZ UDPゴシック" panose="020B0400000000000000" pitchFamily="50" charset="-128"/>
              <a:ea typeface="BIZ UDPゴシック" panose="020B0400000000000000" pitchFamily="50" charset="-128"/>
            </a:endParaRPr>
          </a:p>
          <a:p>
            <a:pPr algn="l"/>
            <a:r>
              <a:rPr kumimoji="1" lang="ja-JP" altLang="en-US" sz="1200" dirty="0">
                <a:solidFill>
                  <a:schemeClr val="tx1"/>
                </a:solidFill>
                <a:latin typeface="BIZ UDPゴシック" panose="020B0400000000000000" pitchFamily="50" charset="-128"/>
                <a:ea typeface="BIZ UDPゴシック" panose="020B0400000000000000" pitchFamily="50" charset="-128"/>
              </a:rPr>
              <a:t>ポテンシャル分析</a:t>
            </a:r>
          </a:p>
        </p:txBody>
      </p:sp>
      <p:sp>
        <p:nvSpPr>
          <p:cNvPr id="8" name="正方形/長方形 7">
            <a:extLst>
              <a:ext uri="{FF2B5EF4-FFF2-40B4-BE49-F238E27FC236}">
                <a16:creationId xmlns:a16="http://schemas.microsoft.com/office/drawing/2014/main" id="{12E84C5A-00A1-4E40-41D9-D3461A99D582}"/>
              </a:ext>
            </a:extLst>
          </p:cNvPr>
          <p:cNvSpPr/>
          <p:nvPr/>
        </p:nvSpPr>
        <p:spPr>
          <a:xfrm>
            <a:off x="1722318" y="2050166"/>
            <a:ext cx="1135202" cy="82296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l"/>
            <a:r>
              <a:rPr kumimoji="1" lang="ja-JP" altLang="en-US" sz="1200" dirty="0">
                <a:solidFill>
                  <a:schemeClr val="tx1"/>
                </a:solidFill>
                <a:latin typeface="BIZ UDPゴシック" panose="020B0400000000000000" pitchFamily="50" charset="-128"/>
                <a:ea typeface="BIZ UDPゴシック" panose="020B0400000000000000" pitchFamily="50" charset="-128"/>
              </a:rPr>
              <a:t>導入拡大による生産コスト</a:t>
            </a:r>
            <a:endParaRPr kumimoji="1" lang="en-US" altLang="ja-JP" sz="1200" dirty="0">
              <a:solidFill>
                <a:schemeClr val="tx1"/>
              </a:solidFill>
              <a:latin typeface="BIZ UDPゴシック" panose="020B0400000000000000" pitchFamily="50" charset="-128"/>
              <a:ea typeface="BIZ UDPゴシック" panose="020B0400000000000000" pitchFamily="50" charset="-128"/>
            </a:endParaRPr>
          </a:p>
          <a:p>
            <a:pPr algn="l"/>
            <a:r>
              <a:rPr lang="ja-JP" altLang="en-US" sz="1200" dirty="0">
                <a:solidFill>
                  <a:schemeClr val="tx1"/>
                </a:solidFill>
                <a:latin typeface="BIZ UDPゴシック" panose="020B0400000000000000" pitchFamily="50" charset="-128"/>
                <a:ea typeface="BIZ UDPゴシック" panose="020B0400000000000000" pitchFamily="50" charset="-128"/>
              </a:rPr>
              <a:t>低減効果分析</a:t>
            </a:r>
            <a:endParaRPr kumimoji="1" lang="ja-JP" altLang="en-US" sz="1200" dirty="0">
              <a:solidFill>
                <a:schemeClr val="tx1"/>
              </a:solidFill>
              <a:latin typeface="BIZ UDPゴシック" panose="020B0400000000000000" pitchFamily="50" charset="-128"/>
              <a:ea typeface="BIZ UDPゴシック" panose="020B0400000000000000" pitchFamily="50" charset="-128"/>
            </a:endParaRPr>
          </a:p>
        </p:txBody>
      </p:sp>
      <p:sp>
        <p:nvSpPr>
          <p:cNvPr id="9" name="正方形/長方形 8">
            <a:extLst>
              <a:ext uri="{FF2B5EF4-FFF2-40B4-BE49-F238E27FC236}">
                <a16:creationId xmlns:a16="http://schemas.microsoft.com/office/drawing/2014/main" id="{21E1D699-0200-2BAE-9D2D-D06BF91996E8}"/>
              </a:ext>
            </a:extLst>
          </p:cNvPr>
          <p:cNvSpPr/>
          <p:nvPr/>
        </p:nvSpPr>
        <p:spPr>
          <a:xfrm>
            <a:off x="431999" y="3491115"/>
            <a:ext cx="2425521" cy="5400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l"/>
            <a:r>
              <a:rPr kumimoji="1" lang="ja-JP" altLang="en-US" sz="1200" dirty="0">
                <a:solidFill>
                  <a:schemeClr val="tx1"/>
                </a:solidFill>
                <a:latin typeface="BIZ UDPゴシック" panose="020B0400000000000000" pitchFamily="50" charset="-128"/>
                <a:ea typeface="BIZ UDPゴシック" panose="020B0400000000000000" pitchFamily="50" charset="-128"/>
              </a:rPr>
              <a:t>国内導入量拡大方針</a:t>
            </a:r>
            <a:endParaRPr kumimoji="1" lang="en-US" altLang="ja-JP" sz="1200" dirty="0">
              <a:solidFill>
                <a:schemeClr val="tx1"/>
              </a:solidFill>
              <a:latin typeface="BIZ UDPゴシック" panose="020B0400000000000000" pitchFamily="50" charset="-128"/>
              <a:ea typeface="BIZ UDPゴシック" panose="020B0400000000000000" pitchFamily="50" charset="-128"/>
            </a:endParaRPr>
          </a:p>
          <a:p>
            <a:pPr algn="l"/>
            <a:r>
              <a:rPr lang="en-US" altLang="ja-JP" sz="1200" dirty="0">
                <a:solidFill>
                  <a:schemeClr val="tx1"/>
                </a:solidFill>
                <a:latin typeface="BIZ UDPゴシック" panose="020B0400000000000000" pitchFamily="50" charset="-128"/>
                <a:ea typeface="BIZ UDPゴシック" panose="020B0400000000000000" pitchFamily="50" charset="-128"/>
              </a:rPr>
              <a:t>(</a:t>
            </a:r>
            <a:r>
              <a:rPr lang="ja-JP" altLang="en-US" sz="1200" dirty="0">
                <a:solidFill>
                  <a:schemeClr val="tx1"/>
                </a:solidFill>
                <a:latin typeface="BIZ UDPゴシック" panose="020B0400000000000000" pitchFamily="50" charset="-128"/>
                <a:ea typeface="BIZ UDPゴシック" panose="020B0400000000000000" pitchFamily="50" charset="-128"/>
              </a:rPr>
              <a:t>量産・コスト低減施策</a:t>
            </a:r>
            <a:r>
              <a:rPr lang="en-US" altLang="ja-JP" sz="1200" dirty="0">
                <a:solidFill>
                  <a:schemeClr val="tx1"/>
                </a:solidFill>
                <a:latin typeface="BIZ UDPゴシック" panose="020B0400000000000000" pitchFamily="50" charset="-128"/>
                <a:ea typeface="BIZ UDPゴシック" panose="020B0400000000000000" pitchFamily="50" charset="-128"/>
              </a:rPr>
              <a:t>)</a:t>
            </a:r>
            <a:endParaRPr kumimoji="1" lang="ja-JP" altLang="en-US" sz="1200" dirty="0">
              <a:solidFill>
                <a:schemeClr val="tx1"/>
              </a:solidFill>
              <a:latin typeface="BIZ UDPゴシック" panose="020B0400000000000000" pitchFamily="50" charset="-128"/>
              <a:ea typeface="BIZ UDPゴシック" panose="020B0400000000000000" pitchFamily="50" charset="-128"/>
            </a:endParaRPr>
          </a:p>
        </p:txBody>
      </p:sp>
      <p:sp>
        <p:nvSpPr>
          <p:cNvPr id="10" name="正方形/長方形 9">
            <a:extLst>
              <a:ext uri="{FF2B5EF4-FFF2-40B4-BE49-F238E27FC236}">
                <a16:creationId xmlns:a16="http://schemas.microsoft.com/office/drawing/2014/main" id="{A968A784-70F5-FFED-2B71-98DB7F0874BA}"/>
              </a:ext>
            </a:extLst>
          </p:cNvPr>
          <p:cNvSpPr/>
          <p:nvPr/>
        </p:nvSpPr>
        <p:spPr>
          <a:xfrm>
            <a:off x="3647041" y="1268412"/>
            <a:ext cx="2641918" cy="4076671"/>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l"/>
            <a:r>
              <a:rPr lang="en-US" altLang="ja-JP" sz="1400" dirty="0">
                <a:solidFill>
                  <a:schemeClr val="tx1"/>
                </a:solidFill>
                <a:latin typeface="BIZ UDPゴシック" panose="020B0400000000000000" pitchFamily="50" charset="-128"/>
                <a:ea typeface="BIZ UDPゴシック" panose="020B0400000000000000" pitchFamily="50" charset="-128"/>
              </a:rPr>
              <a:t>B</a:t>
            </a:r>
            <a:r>
              <a:rPr kumimoji="1" lang="en-US" altLang="ja-JP" sz="1400" dirty="0">
                <a:solidFill>
                  <a:schemeClr val="tx1"/>
                </a:solidFill>
                <a:latin typeface="BIZ UDPゴシック" panose="020B0400000000000000" pitchFamily="50" charset="-128"/>
                <a:ea typeface="BIZ UDPゴシック" panose="020B0400000000000000" pitchFamily="50" charset="-128"/>
              </a:rPr>
              <a:t>. </a:t>
            </a:r>
            <a:r>
              <a:rPr kumimoji="1" lang="ja-JP" altLang="en-US" sz="1400" dirty="0">
                <a:solidFill>
                  <a:schemeClr val="tx1"/>
                </a:solidFill>
                <a:latin typeface="BIZ UDPゴシック" panose="020B0400000000000000" pitchFamily="50" charset="-128"/>
                <a:ea typeface="BIZ UDPゴシック" panose="020B0400000000000000" pitchFamily="50" charset="-128"/>
              </a:rPr>
              <a:t>海外ペロブスカイト動向分析</a:t>
            </a:r>
          </a:p>
        </p:txBody>
      </p:sp>
      <p:sp>
        <p:nvSpPr>
          <p:cNvPr id="13" name="正方形/長方形 12">
            <a:extLst>
              <a:ext uri="{FF2B5EF4-FFF2-40B4-BE49-F238E27FC236}">
                <a16:creationId xmlns:a16="http://schemas.microsoft.com/office/drawing/2014/main" id="{B7F0EF20-711E-AD2A-1678-355688FF302B}"/>
              </a:ext>
            </a:extLst>
          </p:cNvPr>
          <p:cNvSpPr/>
          <p:nvPr/>
        </p:nvSpPr>
        <p:spPr>
          <a:xfrm>
            <a:off x="3744079" y="3491115"/>
            <a:ext cx="2405202" cy="5400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l"/>
            <a:r>
              <a:rPr kumimoji="1" lang="ja-JP" altLang="en-US" sz="1200" dirty="0">
                <a:solidFill>
                  <a:schemeClr val="tx1"/>
                </a:solidFill>
                <a:latin typeface="BIZ UDPゴシック" panose="020B0400000000000000" pitchFamily="50" charset="-128"/>
                <a:ea typeface="BIZ UDPゴシック" panose="020B0400000000000000" pitchFamily="50" charset="-128"/>
              </a:rPr>
              <a:t>海外市場獲得方針</a:t>
            </a:r>
          </a:p>
        </p:txBody>
      </p:sp>
      <p:sp>
        <p:nvSpPr>
          <p:cNvPr id="14" name="正方形/長方形 13">
            <a:extLst>
              <a:ext uri="{FF2B5EF4-FFF2-40B4-BE49-F238E27FC236}">
                <a16:creationId xmlns:a16="http://schemas.microsoft.com/office/drawing/2014/main" id="{EB78F12E-A8D9-2F97-6C75-0E5B64806A59}"/>
              </a:ext>
            </a:extLst>
          </p:cNvPr>
          <p:cNvSpPr/>
          <p:nvPr/>
        </p:nvSpPr>
        <p:spPr>
          <a:xfrm>
            <a:off x="3761600" y="2762964"/>
            <a:ext cx="2405202" cy="5400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l"/>
            <a:r>
              <a:rPr kumimoji="1" lang="ja-JP" altLang="en-US" sz="1200" dirty="0">
                <a:solidFill>
                  <a:schemeClr val="tx1"/>
                </a:solidFill>
                <a:latin typeface="BIZ UDPゴシック" panose="020B0400000000000000" pitchFamily="50" charset="-128"/>
                <a:ea typeface="BIZ UDPゴシック" panose="020B0400000000000000" pitchFamily="50" charset="-128"/>
              </a:rPr>
              <a:t>海外導入需要・</a:t>
            </a:r>
            <a:endParaRPr kumimoji="1" lang="en-US" altLang="ja-JP" sz="1200" dirty="0">
              <a:solidFill>
                <a:schemeClr val="tx1"/>
              </a:solidFill>
              <a:latin typeface="BIZ UDPゴシック" panose="020B0400000000000000" pitchFamily="50" charset="-128"/>
              <a:ea typeface="BIZ UDPゴシック" panose="020B0400000000000000" pitchFamily="50" charset="-128"/>
            </a:endParaRPr>
          </a:p>
          <a:p>
            <a:pPr algn="l"/>
            <a:r>
              <a:rPr lang="ja-JP" altLang="en-US" sz="1200" dirty="0">
                <a:solidFill>
                  <a:schemeClr val="tx1"/>
                </a:solidFill>
                <a:latin typeface="BIZ UDPゴシック" panose="020B0400000000000000" pitchFamily="50" charset="-128"/>
                <a:ea typeface="BIZ UDPゴシック" panose="020B0400000000000000" pitchFamily="50" charset="-128"/>
              </a:rPr>
              <a:t>ポテンシャル分析</a:t>
            </a:r>
            <a:endParaRPr kumimoji="1" lang="ja-JP" altLang="en-US" sz="1200" dirty="0">
              <a:solidFill>
                <a:schemeClr val="tx1"/>
              </a:solidFill>
              <a:latin typeface="BIZ UDPゴシック" panose="020B0400000000000000" pitchFamily="50" charset="-128"/>
              <a:ea typeface="BIZ UDPゴシック" panose="020B0400000000000000" pitchFamily="50" charset="-128"/>
            </a:endParaRPr>
          </a:p>
        </p:txBody>
      </p:sp>
      <p:sp>
        <p:nvSpPr>
          <p:cNvPr id="15" name="正方形/長方形 14">
            <a:extLst>
              <a:ext uri="{FF2B5EF4-FFF2-40B4-BE49-F238E27FC236}">
                <a16:creationId xmlns:a16="http://schemas.microsoft.com/office/drawing/2014/main" id="{BC8253C8-BE31-B51F-88BB-09B76617E98F}"/>
              </a:ext>
            </a:extLst>
          </p:cNvPr>
          <p:cNvSpPr/>
          <p:nvPr/>
        </p:nvSpPr>
        <p:spPr>
          <a:xfrm>
            <a:off x="3761600" y="2033861"/>
            <a:ext cx="2405202" cy="5400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l"/>
            <a:r>
              <a:rPr kumimoji="1" lang="ja-JP" altLang="en-US" sz="1200" dirty="0">
                <a:solidFill>
                  <a:schemeClr val="tx1"/>
                </a:solidFill>
                <a:latin typeface="BIZ UDPゴシック" panose="020B0400000000000000" pitchFamily="50" charset="-128"/>
                <a:ea typeface="BIZ UDPゴシック" panose="020B0400000000000000" pitchFamily="50" charset="-128"/>
              </a:rPr>
              <a:t>海外ペロブスカイト</a:t>
            </a:r>
            <a:endParaRPr kumimoji="1" lang="en-US" altLang="ja-JP" sz="1200" dirty="0">
              <a:solidFill>
                <a:schemeClr val="tx1"/>
              </a:solidFill>
              <a:latin typeface="BIZ UDPゴシック" panose="020B0400000000000000" pitchFamily="50" charset="-128"/>
              <a:ea typeface="BIZ UDPゴシック" panose="020B0400000000000000" pitchFamily="50" charset="-128"/>
            </a:endParaRPr>
          </a:p>
          <a:p>
            <a:pPr algn="l"/>
            <a:r>
              <a:rPr lang="ja-JP" altLang="en-US" sz="1200" dirty="0">
                <a:solidFill>
                  <a:schemeClr val="tx1"/>
                </a:solidFill>
                <a:latin typeface="BIZ UDPゴシック" panose="020B0400000000000000" pitchFamily="50" charset="-128"/>
                <a:ea typeface="BIZ UDPゴシック" panose="020B0400000000000000" pitchFamily="50" charset="-128"/>
              </a:rPr>
              <a:t>企業・政策調査</a:t>
            </a:r>
            <a:endParaRPr kumimoji="1" lang="ja-JP" altLang="en-US" sz="1200" dirty="0">
              <a:solidFill>
                <a:schemeClr val="tx1"/>
              </a:solidFill>
              <a:latin typeface="BIZ UDPゴシック" panose="020B0400000000000000" pitchFamily="50" charset="-128"/>
              <a:ea typeface="BIZ UDPゴシック" panose="020B0400000000000000" pitchFamily="50" charset="-128"/>
            </a:endParaRPr>
          </a:p>
        </p:txBody>
      </p:sp>
      <p:sp>
        <p:nvSpPr>
          <p:cNvPr id="16" name="正方形/長方形 15">
            <a:extLst>
              <a:ext uri="{FF2B5EF4-FFF2-40B4-BE49-F238E27FC236}">
                <a16:creationId xmlns:a16="http://schemas.microsoft.com/office/drawing/2014/main" id="{1CE9C9BC-B8AC-252F-E9B6-D33E619B7434}"/>
              </a:ext>
            </a:extLst>
          </p:cNvPr>
          <p:cNvSpPr/>
          <p:nvPr/>
        </p:nvSpPr>
        <p:spPr>
          <a:xfrm>
            <a:off x="6959120" y="1268412"/>
            <a:ext cx="2641918" cy="4076671"/>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l"/>
            <a:r>
              <a:rPr lang="en-US" altLang="ja-JP" sz="1400" dirty="0">
                <a:solidFill>
                  <a:schemeClr val="tx1"/>
                </a:solidFill>
                <a:latin typeface="BIZ UDPゴシック" panose="020B0400000000000000" pitchFamily="50" charset="-128"/>
                <a:ea typeface="BIZ UDPゴシック" panose="020B0400000000000000" pitchFamily="50" charset="-128"/>
              </a:rPr>
              <a:t>C</a:t>
            </a:r>
            <a:r>
              <a:rPr kumimoji="1" lang="en-US" altLang="ja-JP" sz="1400" dirty="0">
                <a:solidFill>
                  <a:schemeClr val="tx1"/>
                </a:solidFill>
                <a:latin typeface="BIZ UDPゴシック" panose="020B0400000000000000" pitchFamily="50" charset="-128"/>
                <a:ea typeface="BIZ UDPゴシック" panose="020B0400000000000000" pitchFamily="50" charset="-128"/>
              </a:rPr>
              <a:t>. </a:t>
            </a:r>
            <a:r>
              <a:rPr kumimoji="1" lang="ja-JP" altLang="en-US" sz="1400" dirty="0">
                <a:solidFill>
                  <a:schemeClr val="tx1"/>
                </a:solidFill>
                <a:latin typeface="BIZ UDPゴシック" panose="020B0400000000000000" pitchFamily="50" charset="-128"/>
                <a:ea typeface="BIZ UDPゴシック" panose="020B0400000000000000" pitchFamily="50" charset="-128"/>
              </a:rPr>
              <a:t>国内バリューチェーン分析</a:t>
            </a:r>
          </a:p>
        </p:txBody>
      </p:sp>
      <p:sp>
        <p:nvSpPr>
          <p:cNvPr id="17" name="正方形/長方形 16">
            <a:extLst>
              <a:ext uri="{FF2B5EF4-FFF2-40B4-BE49-F238E27FC236}">
                <a16:creationId xmlns:a16="http://schemas.microsoft.com/office/drawing/2014/main" id="{43E110CB-8F46-E807-01AF-8E08700EDEF2}"/>
              </a:ext>
            </a:extLst>
          </p:cNvPr>
          <p:cNvSpPr/>
          <p:nvPr/>
        </p:nvSpPr>
        <p:spPr>
          <a:xfrm>
            <a:off x="7056158" y="3491115"/>
            <a:ext cx="2405202" cy="5400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l"/>
            <a:r>
              <a:rPr kumimoji="1" lang="ja-JP" altLang="en-US" sz="1200" dirty="0">
                <a:solidFill>
                  <a:schemeClr val="tx1"/>
                </a:solidFill>
                <a:latin typeface="BIZ UDPゴシック" panose="020B0400000000000000" pitchFamily="50" charset="-128"/>
                <a:ea typeface="BIZ UDPゴシック" panose="020B0400000000000000" pitchFamily="50" charset="-128"/>
              </a:rPr>
              <a:t>設置</a:t>
            </a:r>
            <a:r>
              <a:rPr kumimoji="1" lang="en-US" altLang="ja-JP" sz="1200" dirty="0">
                <a:solidFill>
                  <a:schemeClr val="tx1"/>
                </a:solidFill>
                <a:latin typeface="BIZ UDPゴシック" panose="020B0400000000000000" pitchFamily="50" charset="-128"/>
                <a:ea typeface="BIZ UDPゴシック" panose="020B0400000000000000" pitchFamily="50" charset="-128"/>
              </a:rPr>
              <a:t>/</a:t>
            </a:r>
            <a:r>
              <a:rPr kumimoji="1" lang="ja-JP" altLang="en-US" sz="1200" dirty="0">
                <a:solidFill>
                  <a:schemeClr val="tx1"/>
                </a:solidFill>
                <a:latin typeface="BIZ UDPゴシック" panose="020B0400000000000000" pitchFamily="50" charset="-128"/>
                <a:ea typeface="BIZ UDPゴシック" panose="020B0400000000000000" pitchFamily="50" charset="-128"/>
              </a:rPr>
              <a:t>工事方法・</a:t>
            </a:r>
            <a:endParaRPr kumimoji="1" lang="en-US" altLang="ja-JP" sz="1200" dirty="0">
              <a:solidFill>
                <a:schemeClr val="tx1"/>
              </a:solidFill>
              <a:latin typeface="BIZ UDPゴシック" panose="020B0400000000000000" pitchFamily="50" charset="-128"/>
              <a:ea typeface="BIZ UDPゴシック" panose="020B0400000000000000" pitchFamily="50" charset="-128"/>
            </a:endParaRPr>
          </a:p>
          <a:p>
            <a:pPr algn="l"/>
            <a:r>
              <a:rPr lang="ja-JP" altLang="en-US" sz="1200" dirty="0">
                <a:solidFill>
                  <a:schemeClr val="tx1"/>
                </a:solidFill>
                <a:latin typeface="BIZ UDPゴシック" panose="020B0400000000000000" pitchFamily="50" charset="-128"/>
                <a:ea typeface="BIZ UDPゴシック" panose="020B0400000000000000" pitchFamily="50" charset="-128"/>
              </a:rPr>
              <a:t>コストの現状・課題分析</a:t>
            </a:r>
            <a:endParaRPr kumimoji="1" lang="ja-JP" altLang="en-US" sz="1200" dirty="0">
              <a:solidFill>
                <a:schemeClr val="tx1"/>
              </a:solidFill>
              <a:latin typeface="BIZ UDPゴシック" panose="020B0400000000000000" pitchFamily="50" charset="-128"/>
              <a:ea typeface="BIZ UDPゴシック" panose="020B0400000000000000" pitchFamily="50" charset="-128"/>
            </a:endParaRPr>
          </a:p>
        </p:txBody>
      </p:sp>
      <p:sp>
        <p:nvSpPr>
          <p:cNvPr id="18" name="正方形/長方形 17">
            <a:extLst>
              <a:ext uri="{FF2B5EF4-FFF2-40B4-BE49-F238E27FC236}">
                <a16:creationId xmlns:a16="http://schemas.microsoft.com/office/drawing/2014/main" id="{F0DF2E5F-6D45-61C7-D154-EB79102A8D45}"/>
              </a:ext>
            </a:extLst>
          </p:cNvPr>
          <p:cNvSpPr/>
          <p:nvPr/>
        </p:nvSpPr>
        <p:spPr>
          <a:xfrm>
            <a:off x="7073679" y="2762964"/>
            <a:ext cx="2405202" cy="5400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l"/>
            <a:r>
              <a:rPr kumimoji="1" lang="ja-JP" altLang="en-US" sz="1200" dirty="0">
                <a:solidFill>
                  <a:schemeClr val="tx1"/>
                </a:solidFill>
                <a:latin typeface="BIZ UDPゴシック" panose="020B0400000000000000" pitchFamily="50" charset="-128"/>
                <a:ea typeface="BIZ UDPゴシック" panose="020B0400000000000000" pitchFamily="50" charset="-128"/>
              </a:rPr>
              <a:t>製造方法・装置の</a:t>
            </a:r>
            <a:endParaRPr kumimoji="1" lang="en-US" altLang="ja-JP" sz="1200" dirty="0">
              <a:solidFill>
                <a:schemeClr val="tx1"/>
              </a:solidFill>
              <a:latin typeface="BIZ UDPゴシック" panose="020B0400000000000000" pitchFamily="50" charset="-128"/>
              <a:ea typeface="BIZ UDPゴシック" panose="020B0400000000000000" pitchFamily="50" charset="-128"/>
            </a:endParaRPr>
          </a:p>
          <a:p>
            <a:pPr algn="l"/>
            <a:r>
              <a:rPr kumimoji="1" lang="ja-JP" altLang="en-US" sz="1200" dirty="0">
                <a:solidFill>
                  <a:schemeClr val="tx1"/>
                </a:solidFill>
                <a:latin typeface="BIZ UDPゴシック" panose="020B0400000000000000" pitchFamily="50" charset="-128"/>
                <a:ea typeface="BIZ UDPゴシック" panose="020B0400000000000000" pitchFamily="50" charset="-128"/>
              </a:rPr>
              <a:t>現状・課題分析</a:t>
            </a:r>
          </a:p>
        </p:txBody>
      </p:sp>
      <p:sp>
        <p:nvSpPr>
          <p:cNvPr id="19" name="正方形/長方形 18">
            <a:extLst>
              <a:ext uri="{FF2B5EF4-FFF2-40B4-BE49-F238E27FC236}">
                <a16:creationId xmlns:a16="http://schemas.microsoft.com/office/drawing/2014/main" id="{FBA8F94F-7A30-2F12-6A03-6FCF2FC7506C}"/>
              </a:ext>
            </a:extLst>
          </p:cNvPr>
          <p:cNvSpPr/>
          <p:nvPr/>
        </p:nvSpPr>
        <p:spPr>
          <a:xfrm>
            <a:off x="7073679" y="2033861"/>
            <a:ext cx="2405202" cy="5400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l"/>
            <a:r>
              <a:rPr kumimoji="1" lang="ja-JP" altLang="en-US" sz="1200" dirty="0">
                <a:solidFill>
                  <a:schemeClr val="tx1"/>
                </a:solidFill>
                <a:latin typeface="BIZ UDPゴシック" panose="020B0400000000000000" pitchFamily="50" charset="-128"/>
                <a:ea typeface="BIZ UDPゴシック" panose="020B0400000000000000" pitchFamily="50" charset="-128"/>
              </a:rPr>
              <a:t>部素材の</a:t>
            </a:r>
            <a:endParaRPr kumimoji="1" lang="en-US" altLang="ja-JP" sz="1200" dirty="0">
              <a:solidFill>
                <a:schemeClr val="tx1"/>
              </a:solidFill>
              <a:latin typeface="BIZ UDPゴシック" panose="020B0400000000000000" pitchFamily="50" charset="-128"/>
              <a:ea typeface="BIZ UDPゴシック" panose="020B0400000000000000" pitchFamily="50" charset="-128"/>
            </a:endParaRPr>
          </a:p>
          <a:p>
            <a:pPr algn="l"/>
            <a:r>
              <a:rPr kumimoji="1" lang="ja-JP" altLang="en-US" sz="1200" dirty="0">
                <a:solidFill>
                  <a:schemeClr val="tx1"/>
                </a:solidFill>
                <a:latin typeface="BIZ UDPゴシック" panose="020B0400000000000000" pitchFamily="50" charset="-128"/>
                <a:ea typeface="BIZ UDPゴシック" panose="020B0400000000000000" pitchFamily="50" charset="-128"/>
              </a:rPr>
              <a:t>現状・課題分析</a:t>
            </a:r>
          </a:p>
        </p:txBody>
      </p:sp>
      <p:cxnSp>
        <p:nvCxnSpPr>
          <p:cNvPr id="21" name="直線矢印コネクタ 20">
            <a:extLst>
              <a:ext uri="{FF2B5EF4-FFF2-40B4-BE49-F238E27FC236}">
                <a16:creationId xmlns:a16="http://schemas.microsoft.com/office/drawing/2014/main" id="{2767644F-3910-222C-46AE-6EFF940FA292}"/>
              </a:ext>
            </a:extLst>
          </p:cNvPr>
          <p:cNvCxnSpPr>
            <a:cxnSpLocks/>
            <a:stCxn id="8" idx="2"/>
          </p:cNvCxnSpPr>
          <p:nvPr/>
        </p:nvCxnSpPr>
        <p:spPr>
          <a:xfrm>
            <a:off x="2289919" y="2873126"/>
            <a:ext cx="0" cy="555874"/>
          </a:xfrm>
          <a:prstGeom prst="straightConnector1">
            <a:avLst/>
          </a:prstGeom>
          <a:ln w="25400">
            <a:solidFill>
              <a:schemeClr val="bg1">
                <a:lumMod val="6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5" name="直線矢印コネクタ 24">
            <a:extLst>
              <a:ext uri="{FF2B5EF4-FFF2-40B4-BE49-F238E27FC236}">
                <a16:creationId xmlns:a16="http://schemas.microsoft.com/office/drawing/2014/main" id="{9AFDC190-B402-2474-A70D-DE8406ABBCD7}"/>
              </a:ext>
            </a:extLst>
          </p:cNvPr>
          <p:cNvCxnSpPr>
            <a:cxnSpLocks/>
            <a:stCxn id="7" idx="2"/>
          </p:cNvCxnSpPr>
          <p:nvPr/>
        </p:nvCxnSpPr>
        <p:spPr>
          <a:xfrm>
            <a:off x="999600" y="2873126"/>
            <a:ext cx="0" cy="542262"/>
          </a:xfrm>
          <a:prstGeom prst="straightConnector1">
            <a:avLst/>
          </a:prstGeom>
          <a:ln w="25400">
            <a:solidFill>
              <a:schemeClr val="bg1">
                <a:lumMod val="6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9" name="コネクタ: カギ線 28">
            <a:extLst>
              <a:ext uri="{FF2B5EF4-FFF2-40B4-BE49-F238E27FC236}">
                <a16:creationId xmlns:a16="http://schemas.microsoft.com/office/drawing/2014/main" id="{1F768740-0DBE-9D2B-AAE7-8627832A1E3D}"/>
              </a:ext>
            </a:extLst>
          </p:cNvPr>
          <p:cNvCxnSpPr>
            <a:cxnSpLocks/>
            <a:stCxn id="15" idx="1"/>
            <a:endCxn id="9" idx="3"/>
          </p:cNvCxnSpPr>
          <p:nvPr/>
        </p:nvCxnSpPr>
        <p:spPr>
          <a:xfrm rot="10800000" flipV="1">
            <a:off x="2857520" y="2303861"/>
            <a:ext cx="904080" cy="1457254"/>
          </a:xfrm>
          <a:prstGeom prst="bentConnector3">
            <a:avLst>
              <a:gd name="adj1" fmla="val 50000"/>
            </a:avLst>
          </a:prstGeom>
          <a:ln w="25400">
            <a:solidFill>
              <a:schemeClr val="bg1">
                <a:lumMod val="6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2" name="直線矢印コネクタ 31">
            <a:extLst>
              <a:ext uri="{FF2B5EF4-FFF2-40B4-BE49-F238E27FC236}">
                <a16:creationId xmlns:a16="http://schemas.microsoft.com/office/drawing/2014/main" id="{43352BF5-0BA9-BDBB-0CE2-792A1421A565}"/>
              </a:ext>
            </a:extLst>
          </p:cNvPr>
          <p:cNvCxnSpPr>
            <a:cxnSpLocks/>
            <a:stCxn id="14" idx="1"/>
          </p:cNvCxnSpPr>
          <p:nvPr/>
        </p:nvCxnSpPr>
        <p:spPr>
          <a:xfrm flipH="1">
            <a:off x="3310128" y="3032964"/>
            <a:ext cx="451472" cy="0"/>
          </a:xfrm>
          <a:prstGeom prst="straightConnector1">
            <a:avLst/>
          </a:prstGeom>
          <a:ln w="25400">
            <a:solidFill>
              <a:schemeClr val="bg1">
                <a:lumMod val="6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5" name="直線矢印コネクタ 34">
            <a:extLst>
              <a:ext uri="{FF2B5EF4-FFF2-40B4-BE49-F238E27FC236}">
                <a16:creationId xmlns:a16="http://schemas.microsoft.com/office/drawing/2014/main" id="{A0D1B7CA-A193-3E71-B6D1-8316222AB80B}"/>
              </a:ext>
            </a:extLst>
          </p:cNvPr>
          <p:cNvCxnSpPr>
            <a:cxnSpLocks/>
            <a:stCxn id="14" idx="2"/>
            <a:endCxn id="13" idx="0"/>
          </p:cNvCxnSpPr>
          <p:nvPr/>
        </p:nvCxnSpPr>
        <p:spPr>
          <a:xfrm flipH="1">
            <a:off x="4946680" y="3302964"/>
            <a:ext cx="17521" cy="188151"/>
          </a:xfrm>
          <a:prstGeom prst="straightConnector1">
            <a:avLst/>
          </a:prstGeom>
          <a:ln w="25400">
            <a:solidFill>
              <a:schemeClr val="bg1">
                <a:lumMod val="6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39" name="正方形/長方形 38">
            <a:extLst>
              <a:ext uri="{FF2B5EF4-FFF2-40B4-BE49-F238E27FC236}">
                <a16:creationId xmlns:a16="http://schemas.microsoft.com/office/drawing/2014/main" id="{68680FD7-C7FD-A754-DA43-718712856660}"/>
              </a:ext>
            </a:extLst>
          </p:cNvPr>
          <p:cNvSpPr/>
          <p:nvPr/>
        </p:nvSpPr>
        <p:spPr>
          <a:xfrm>
            <a:off x="331962" y="5963072"/>
            <a:ext cx="11522076" cy="540000"/>
          </a:xfrm>
          <a:prstGeom prst="rect">
            <a:avLst/>
          </a:prstGeom>
          <a:solidFill>
            <a:schemeClr val="accent2">
              <a:lumMod val="75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l"/>
            <a:r>
              <a:rPr kumimoji="1" lang="ja-JP" altLang="en-US" sz="1400" dirty="0">
                <a:solidFill>
                  <a:schemeClr val="tx1"/>
                </a:solidFill>
                <a:latin typeface="BIZ UDPゴシック" panose="020B0400000000000000" pitchFamily="50" charset="-128"/>
                <a:ea typeface="BIZ UDPゴシック" panose="020B0400000000000000" pitchFamily="50" charset="-128"/>
              </a:rPr>
              <a:t>政府検討ゴール：</a:t>
            </a:r>
          </a:p>
        </p:txBody>
      </p:sp>
      <p:sp>
        <p:nvSpPr>
          <p:cNvPr id="40" name="正方形/長方形 39">
            <a:extLst>
              <a:ext uri="{FF2B5EF4-FFF2-40B4-BE49-F238E27FC236}">
                <a16:creationId xmlns:a16="http://schemas.microsoft.com/office/drawing/2014/main" id="{D076A121-6CF7-EC53-8B41-205B77C990BC}"/>
              </a:ext>
            </a:extLst>
          </p:cNvPr>
          <p:cNvSpPr/>
          <p:nvPr/>
        </p:nvSpPr>
        <p:spPr>
          <a:xfrm>
            <a:off x="10050086" y="1268412"/>
            <a:ext cx="1806951" cy="407667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l"/>
            <a:r>
              <a:rPr lang="ja-JP" altLang="en-US" sz="1400" dirty="0">
                <a:solidFill>
                  <a:schemeClr val="tx1"/>
                </a:solidFill>
                <a:latin typeface="BIZ UDPゴシック" panose="020B0400000000000000" pitchFamily="50" charset="-128"/>
                <a:ea typeface="BIZ UDPゴシック" panose="020B0400000000000000" pitchFamily="50" charset="-128"/>
              </a:rPr>
              <a:t>政府官民協議会の</a:t>
            </a:r>
            <a:endParaRPr lang="en-US" altLang="ja-JP" sz="1400" dirty="0">
              <a:solidFill>
                <a:schemeClr val="tx1"/>
              </a:solidFill>
              <a:latin typeface="BIZ UDPゴシック" panose="020B0400000000000000" pitchFamily="50" charset="-128"/>
              <a:ea typeface="BIZ UDPゴシック" panose="020B0400000000000000" pitchFamily="50" charset="-128"/>
            </a:endParaRPr>
          </a:p>
          <a:p>
            <a:pPr algn="l"/>
            <a:r>
              <a:rPr kumimoji="1" lang="ja-JP" altLang="en-US" sz="1400" dirty="0">
                <a:solidFill>
                  <a:schemeClr val="tx1"/>
                </a:solidFill>
                <a:latin typeface="BIZ UDPゴシック" panose="020B0400000000000000" pitchFamily="50" charset="-128"/>
                <a:ea typeface="BIZ UDPゴシック" panose="020B0400000000000000" pitchFamily="50" charset="-128"/>
              </a:rPr>
              <a:t>検討トピック</a:t>
            </a:r>
          </a:p>
        </p:txBody>
      </p:sp>
      <p:sp>
        <p:nvSpPr>
          <p:cNvPr id="41" name="正方形/長方形 40">
            <a:extLst>
              <a:ext uri="{FF2B5EF4-FFF2-40B4-BE49-F238E27FC236}">
                <a16:creationId xmlns:a16="http://schemas.microsoft.com/office/drawing/2014/main" id="{80CA0D68-04F6-5917-C43C-547C25007431}"/>
              </a:ext>
            </a:extLst>
          </p:cNvPr>
          <p:cNvSpPr/>
          <p:nvPr/>
        </p:nvSpPr>
        <p:spPr>
          <a:xfrm>
            <a:off x="10141527" y="2033861"/>
            <a:ext cx="1618474" cy="540000"/>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l"/>
            <a:r>
              <a:rPr lang="ja-JP" altLang="en-US" sz="1200" dirty="0">
                <a:solidFill>
                  <a:schemeClr val="tx1"/>
                </a:solidFill>
                <a:latin typeface="BIZ UDPゴシック" panose="020B0400000000000000" pitchFamily="50" charset="-128"/>
                <a:ea typeface="BIZ UDPゴシック" panose="020B0400000000000000" pitchFamily="50" charset="-128"/>
              </a:rPr>
              <a:t>ペロブスカイトメーカーの開発状況</a:t>
            </a:r>
            <a:endParaRPr kumimoji="1" lang="ja-JP" altLang="en-US" sz="1200" dirty="0">
              <a:solidFill>
                <a:schemeClr val="tx1"/>
              </a:solidFill>
              <a:latin typeface="BIZ UDPゴシック" panose="020B0400000000000000" pitchFamily="50" charset="-128"/>
              <a:ea typeface="BIZ UDPゴシック" panose="020B0400000000000000" pitchFamily="50" charset="-128"/>
            </a:endParaRPr>
          </a:p>
        </p:txBody>
      </p:sp>
      <p:sp>
        <p:nvSpPr>
          <p:cNvPr id="42" name="正方形/長方形 41">
            <a:extLst>
              <a:ext uri="{FF2B5EF4-FFF2-40B4-BE49-F238E27FC236}">
                <a16:creationId xmlns:a16="http://schemas.microsoft.com/office/drawing/2014/main" id="{F5D71936-7917-F0C8-1D00-42FD6AEEBEAA}"/>
              </a:ext>
            </a:extLst>
          </p:cNvPr>
          <p:cNvSpPr/>
          <p:nvPr/>
        </p:nvSpPr>
        <p:spPr>
          <a:xfrm>
            <a:off x="10141527" y="2762964"/>
            <a:ext cx="1618474" cy="540000"/>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l"/>
            <a:r>
              <a:rPr lang="ja-JP" altLang="en-US" sz="1200" dirty="0">
                <a:solidFill>
                  <a:schemeClr val="tx1"/>
                </a:solidFill>
                <a:latin typeface="BIZ UDPゴシック" panose="020B0400000000000000" pitchFamily="50" charset="-128"/>
                <a:ea typeface="BIZ UDPゴシック" panose="020B0400000000000000" pitchFamily="50" charset="-128"/>
              </a:rPr>
              <a:t>施工上の課題</a:t>
            </a:r>
            <a:endParaRPr kumimoji="1" lang="ja-JP" altLang="en-US" sz="1200" dirty="0">
              <a:solidFill>
                <a:schemeClr val="tx1"/>
              </a:solidFill>
              <a:latin typeface="BIZ UDPゴシック" panose="020B0400000000000000" pitchFamily="50" charset="-128"/>
              <a:ea typeface="BIZ UDPゴシック" panose="020B0400000000000000" pitchFamily="50" charset="-128"/>
            </a:endParaRPr>
          </a:p>
        </p:txBody>
      </p:sp>
      <p:sp>
        <p:nvSpPr>
          <p:cNvPr id="43" name="正方形/長方形 42">
            <a:extLst>
              <a:ext uri="{FF2B5EF4-FFF2-40B4-BE49-F238E27FC236}">
                <a16:creationId xmlns:a16="http://schemas.microsoft.com/office/drawing/2014/main" id="{B2361D25-6060-E319-092C-5A631A1E591D}"/>
              </a:ext>
            </a:extLst>
          </p:cNvPr>
          <p:cNvSpPr/>
          <p:nvPr/>
        </p:nvSpPr>
        <p:spPr>
          <a:xfrm>
            <a:off x="10141527" y="3448961"/>
            <a:ext cx="1618474" cy="540000"/>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l"/>
            <a:r>
              <a:rPr lang="ja-JP" altLang="en-US" sz="1200" dirty="0">
                <a:solidFill>
                  <a:schemeClr val="tx1"/>
                </a:solidFill>
                <a:latin typeface="BIZ UDPゴシック" panose="020B0400000000000000" pitchFamily="50" charset="-128"/>
                <a:ea typeface="BIZ UDPゴシック" panose="020B0400000000000000" pitchFamily="50" charset="-128"/>
              </a:rPr>
              <a:t>需要家から見たペロブスカイト導入可能性</a:t>
            </a:r>
            <a:endParaRPr kumimoji="1" lang="ja-JP" altLang="en-US" sz="1200" dirty="0">
              <a:solidFill>
                <a:schemeClr val="tx1"/>
              </a:solidFill>
              <a:latin typeface="BIZ UDPゴシック" panose="020B0400000000000000" pitchFamily="50" charset="-128"/>
              <a:ea typeface="BIZ UDPゴシック" panose="020B0400000000000000" pitchFamily="50" charset="-128"/>
            </a:endParaRPr>
          </a:p>
        </p:txBody>
      </p:sp>
      <p:sp>
        <p:nvSpPr>
          <p:cNvPr id="44" name="正方形/長方形 43">
            <a:extLst>
              <a:ext uri="{FF2B5EF4-FFF2-40B4-BE49-F238E27FC236}">
                <a16:creationId xmlns:a16="http://schemas.microsoft.com/office/drawing/2014/main" id="{EA67F274-784A-D210-AF70-6E4128894541}"/>
              </a:ext>
            </a:extLst>
          </p:cNvPr>
          <p:cNvSpPr/>
          <p:nvPr/>
        </p:nvSpPr>
        <p:spPr>
          <a:xfrm>
            <a:off x="10141527" y="4115878"/>
            <a:ext cx="1618474" cy="540000"/>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l"/>
            <a:r>
              <a:rPr lang="ja-JP" altLang="en-US" sz="1200" dirty="0">
                <a:solidFill>
                  <a:schemeClr val="tx1"/>
                </a:solidFill>
                <a:latin typeface="BIZ UDPゴシック" panose="020B0400000000000000" pitchFamily="50" charset="-128"/>
                <a:ea typeface="BIZ UDPゴシック" panose="020B0400000000000000" pitchFamily="50" charset="-128"/>
              </a:rPr>
              <a:t>経済安全保障</a:t>
            </a:r>
            <a:endParaRPr kumimoji="1" lang="ja-JP" altLang="en-US" sz="1200" dirty="0">
              <a:solidFill>
                <a:schemeClr val="tx1"/>
              </a:solidFill>
              <a:latin typeface="BIZ UDPゴシック" panose="020B0400000000000000" pitchFamily="50" charset="-128"/>
              <a:ea typeface="BIZ UDPゴシック" panose="020B0400000000000000" pitchFamily="50" charset="-128"/>
            </a:endParaRPr>
          </a:p>
        </p:txBody>
      </p:sp>
      <p:sp>
        <p:nvSpPr>
          <p:cNvPr id="45" name="正方形/長方形 44">
            <a:extLst>
              <a:ext uri="{FF2B5EF4-FFF2-40B4-BE49-F238E27FC236}">
                <a16:creationId xmlns:a16="http://schemas.microsoft.com/office/drawing/2014/main" id="{12ADDD24-5B8E-3C9E-B1C4-D4B19C1377B8}"/>
              </a:ext>
            </a:extLst>
          </p:cNvPr>
          <p:cNvSpPr/>
          <p:nvPr/>
        </p:nvSpPr>
        <p:spPr>
          <a:xfrm>
            <a:off x="10141527" y="4743848"/>
            <a:ext cx="1618474" cy="540000"/>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l"/>
            <a:r>
              <a:rPr lang="ja-JP" altLang="en-US" sz="1200" dirty="0">
                <a:solidFill>
                  <a:schemeClr val="tx1"/>
                </a:solidFill>
                <a:latin typeface="BIZ UDPゴシック" panose="020B0400000000000000" pitchFamily="50" charset="-128"/>
                <a:ea typeface="BIZ UDPゴシック" panose="020B0400000000000000" pitchFamily="50" charset="-128"/>
              </a:rPr>
              <a:t>標準化</a:t>
            </a:r>
            <a:r>
              <a:rPr lang="en-US" altLang="ja-JP" sz="1200" dirty="0">
                <a:solidFill>
                  <a:schemeClr val="tx1"/>
                </a:solidFill>
                <a:latin typeface="BIZ UDPゴシック" panose="020B0400000000000000" pitchFamily="50" charset="-128"/>
                <a:ea typeface="BIZ UDPゴシック" panose="020B0400000000000000" pitchFamily="50" charset="-128"/>
              </a:rPr>
              <a:t>/</a:t>
            </a:r>
            <a:r>
              <a:rPr lang="ja-JP" altLang="en-US" sz="1200" dirty="0">
                <a:solidFill>
                  <a:schemeClr val="tx1"/>
                </a:solidFill>
                <a:latin typeface="BIZ UDPゴシック" panose="020B0400000000000000" pitchFamily="50" charset="-128"/>
                <a:ea typeface="BIZ UDPゴシック" panose="020B0400000000000000" pitchFamily="50" charset="-128"/>
              </a:rPr>
              <a:t>リサイクル</a:t>
            </a:r>
            <a:endParaRPr kumimoji="1" lang="ja-JP" altLang="en-US" sz="1200" dirty="0">
              <a:solidFill>
                <a:schemeClr val="tx1"/>
              </a:solidFill>
              <a:latin typeface="BIZ UDPゴシック" panose="020B0400000000000000" pitchFamily="50" charset="-128"/>
              <a:ea typeface="BIZ UDPゴシック" panose="020B0400000000000000" pitchFamily="50" charset="-128"/>
            </a:endParaRPr>
          </a:p>
        </p:txBody>
      </p:sp>
      <p:cxnSp>
        <p:nvCxnSpPr>
          <p:cNvPr id="46" name="コネクタ: カギ線 45">
            <a:extLst>
              <a:ext uri="{FF2B5EF4-FFF2-40B4-BE49-F238E27FC236}">
                <a16:creationId xmlns:a16="http://schemas.microsoft.com/office/drawing/2014/main" id="{B18EF709-9811-AF99-D420-07FDD845FDA2}"/>
              </a:ext>
            </a:extLst>
          </p:cNvPr>
          <p:cNvCxnSpPr>
            <a:cxnSpLocks/>
            <a:stCxn id="40" idx="2"/>
            <a:endCxn id="39" idx="0"/>
          </p:cNvCxnSpPr>
          <p:nvPr/>
        </p:nvCxnSpPr>
        <p:spPr>
          <a:xfrm rot="5400000">
            <a:off x="8214287" y="3223796"/>
            <a:ext cx="617989" cy="4860562"/>
          </a:xfrm>
          <a:prstGeom prst="bentConnector3">
            <a:avLst>
              <a:gd name="adj1" fmla="val 50000"/>
            </a:avLst>
          </a:prstGeom>
          <a:ln w="25400">
            <a:solidFill>
              <a:schemeClr val="bg1">
                <a:lumMod val="6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50" name="正方形/長方形 49">
            <a:extLst>
              <a:ext uri="{FF2B5EF4-FFF2-40B4-BE49-F238E27FC236}">
                <a16:creationId xmlns:a16="http://schemas.microsoft.com/office/drawing/2014/main" id="{F58ADD6D-62E8-223E-3576-54D0232833D7}"/>
              </a:ext>
            </a:extLst>
          </p:cNvPr>
          <p:cNvSpPr/>
          <p:nvPr/>
        </p:nvSpPr>
        <p:spPr>
          <a:xfrm>
            <a:off x="2245566" y="6010031"/>
            <a:ext cx="2405202" cy="452464"/>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l"/>
            <a:r>
              <a:rPr kumimoji="1" lang="ja-JP" altLang="en-US" sz="1200" dirty="0">
                <a:solidFill>
                  <a:schemeClr val="tx1"/>
                </a:solidFill>
                <a:latin typeface="BIZ UDPゴシック" panose="020B0400000000000000" pitchFamily="50" charset="-128"/>
                <a:ea typeface="BIZ UDPゴシック" panose="020B0400000000000000" pitchFamily="50" charset="-128"/>
              </a:rPr>
              <a:t>国内ペロブスカイト生産</a:t>
            </a:r>
            <a:r>
              <a:rPr kumimoji="1" lang="en-US" altLang="ja-JP" sz="1200" dirty="0">
                <a:solidFill>
                  <a:schemeClr val="tx1"/>
                </a:solidFill>
                <a:latin typeface="BIZ UDPゴシック" panose="020B0400000000000000" pitchFamily="50" charset="-128"/>
                <a:ea typeface="BIZ UDPゴシック" panose="020B0400000000000000" pitchFamily="50" charset="-128"/>
              </a:rPr>
              <a:t>/</a:t>
            </a:r>
            <a:r>
              <a:rPr kumimoji="1" lang="ja-JP" altLang="en-US" sz="1200" dirty="0">
                <a:solidFill>
                  <a:schemeClr val="tx1"/>
                </a:solidFill>
                <a:latin typeface="BIZ UDPゴシック" panose="020B0400000000000000" pitchFamily="50" charset="-128"/>
                <a:ea typeface="BIZ UDPゴシック" panose="020B0400000000000000" pitchFamily="50" charset="-128"/>
              </a:rPr>
              <a:t>導入目標</a:t>
            </a:r>
            <a:endParaRPr kumimoji="1" lang="en-US" altLang="ja-JP" sz="1200" dirty="0">
              <a:solidFill>
                <a:schemeClr val="tx1"/>
              </a:solidFill>
              <a:latin typeface="BIZ UDPゴシック" panose="020B0400000000000000" pitchFamily="50" charset="-128"/>
              <a:ea typeface="BIZ UDPゴシック" panose="020B0400000000000000" pitchFamily="50" charset="-128"/>
            </a:endParaRPr>
          </a:p>
          <a:p>
            <a:pPr algn="l"/>
            <a:r>
              <a:rPr lang="en-US" altLang="ja-JP" sz="1200" dirty="0">
                <a:solidFill>
                  <a:schemeClr val="tx1"/>
                </a:solidFill>
                <a:latin typeface="BIZ UDPゴシック" panose="020B0400000000000000" pitchFamily="50" charset="-128"/>
                <a:ea typeface="BIZ UDPゴシック" panose="020B0400000000000000" pitchFamily="50" charset="-128"/>
              </a:rPr>
              <a:t>(</a:t>
            </a:r>
            <a:r>
              <a:rPr lang="ja-JP" altLang="en-US" sz="1200" dirty="0">
                <a:solidFill>
                  <a:schemeClr val="tx1"/>
                </a:solidFill>
                <a:latin typeface="BIZ UDPゴシック" panose="020B0400000000000000" pitchFamily="50" charset="-128"/>
                <a:ea typeface="BIZ UDPゴシック" panose="020B0400000000000000" pitchFamily="50" charset="-128"/>
              </a:rPr>
              <a:t>導入量 </a:t>
            </a:r>
            <a:r>
              <a:rPr lang="en-US" altLang="ja-JP" sz="1200" dirty="0">
                <a:solidFill>
                  <a:schemeClr val="tx1"/>
                </a:solidFill>
                <a:latin typeface="BIZ UDPゴシック" panose="020B0400000000000000" pitchFamily="50" charset="-128"/>
                <a:ea typeface="BIZ UDPゴシック" panose="020B0400000000000000" pitchFamily="50" charset="-128"/>
              </a:rPr>
              <a:t>[GW]</a:t>
            </a:r>
            <a:r>
              <a:rPr lang="ja-JP" altLang="en-US" sz="1200" dirty="0">
                <a:solidFill>
                  <a:schemeClr val="tx1"/>
                </a:solidFill>
                <a:latin typeface="BIZ UDPゴシック" panose="020B0400000000000000" pitchFamily="50" charset="-128"/>
                <a:ea typeface="BIZ UDPゴシック" panose="020B0400000000000000" pitchFamily="50" charset="-128"/>
              </a:rPr>
              <a:t>、コスト</a:t>
            </a:r>
            <a:r>
              <a:rPr lang="en-US" altLang="ja-JP" sz="1200" dirty="0">
                <a:solidFill>
                  <a:schemeClr val="tx1"/>
                </a:solidFill>
                <a:latin typeface="BIZ UDPゴシック" panose="020B0400000000000000" pitchFamily="50" charset="-128"/>
                <a:ea typeface="BIZ UDPゴシック" panose="020B0400000000000000" pitchFamily="50" charset="-128"/>
              </a:rPr>
              <a:t>[</a:t>
            </a:r>
            <a:r>
              <a:rPr lang="ja-JP" altLang="en-US" sz="1200" dirty="0">
                <a:solidFill>
                  <a:schemeClr val="tx1"/>
                </a:solidFill>
                <a:latin typeface="BIZ UDPゴシック" panose="020B0400000000000000" pitchFamily="50" charset="-128"/>
                <a:ea typeface="BIZ UDPゴシック" panose="020B0400000000000000" pitchFamily="50" charset="-128"/>
              </a:rPr>
              <a:t>円</a:t>
            </a:r>
            <a:r>
              <a:rPr lang="en-US" altLang="ja-JP" sz="1200" dirty="0">
                <a:solidFill>
                  <a:schemeClr val="tx1"/>
                </a:solidFill>
                <a:latin typeface="BIZ UDPゴシック" panose="020B0400000000000000" pitchFamily="50" charset="-128"/>
                <a:ea typeface="BIZ UDPゴシック" panose="020B0400000000000000" pitchFamily="50" charset="-128"/>
              </a:rPr>
              <a:t>/kWh]</a:t>
            </a:r>
            <a:endParaRPr kumimoji="1" lang="ja-JP" altLang="en-US" sz="1200" dirty="0">
              <a:solidFill>
                <a:schemeClr val="tx1"/>
              </a:solidFill>
              <a:latin typeface="BIZ UDPゴシック" panose="020B0400000000000000" pitchFamily="50" charset="-128"/>
              <a:ea typeface="BIZ UDPゴシック" panose="020B0400000000000000" pitchFamily="50" charset="-128"/>
            </a:endParaRPr>
          </a:p>
        </p:txBody>
      </p:sp>
      <p:sp>
        <p:nvSpPr>
          <p:cNvPr id="51" name="正方形/長方形 50">
            <a:extLst>
              <a:ext uri="{FF2B5EF4-FFF2-40B4-BE49-F238E27FC236}">
                <a16:creationId xmlns:a16="http://schemas.microsoft.com/office/drawing/2014/main" id="{402C56A8-CD05-8216-7022-13E0A7136876}"/>
              </a:ext>
            </a:extLst>
          </p:cNvPr>
          <p:cNvSpPr/>
          <p:nvPr/>
        </p:nvSpPr>
        <p:spPr>
          <a:xfrm>
            <a:off x="5610607" y="6011791"/>
            <a:ext cx="2405202" cy="452464"/>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l"/>
            <a:r>
              <a:rPr lang="ja-JP" altLang="en-US" sz="1200" dirty="0">
                <a:solidFill>
                  <a:schemeClr val="tx1"/>
                </a:solidFill>
                <a:latin typeface="BIZ UDPゴシック" panose="020B0400000000000000" pitchFamily="50" charset="-128"/>
                <a:ea typeface="BIZ UDPゴシック" panose="020B0400000000000000" pitchFamily="50" charset="-128"/>
              </a:rPr>
              <a:t>導入拡大および産業競争力強化に</a:t>
            </a:r>
            <a:endParaRPr lang="en-US" altLang="ja-JP" sz="1200" dirty="0">
              <a:solidFill>
                <a:schemeClr val="tx1"/>
              </a:solidFill>
              <a:latin typeface="BIZ UDPゴシック" panose="020B0400000000000000" pitchFamily="50" charset="-128"/>
              <a:ea typeface="BIZ UDPゴシック" panose="020B0400000000000000" pitchFamily="50" charset="-128"/>
            </a:endParaRPr>
          </a:p>
          <a:p>
            <a:pPr algn="l"/>
            <a:r>
              <a:rPr kumimoji="1" lang="ja-JP" altLang="en-US" sz="1200" dirty="0">
                <a:solidFill>
                  <a:schemeClr val="tx1"/>
                </a:solidFill>
                <a:latin typeface="BIZ UDPゴシック" panose="020B0400000000000000" pitchFamily="50" charset="-128"/>
                <a:ea typeface="BIZ UDPゴシック" panose="020B0400000000000000" pitchFamily="50" charset="-128"/>
              </a:rPr>
              <a:t>向けた戦略</a:t>
            </a:r>
          </a:p>
        </p:txBody>
      </p:sp>
    </p:spTree>
    <p:extLst>
      <p:ext uri="{BB962C8B-B14F-4D97-AF65-F5344CB8AC3E}">
        <p14:creationId xmlns:p14="http://schemas.microsoft.com/office/powerpoint/2010/main" val="7888797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E1C33-C935-3515-FB6A-28E7974BFB3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459C75F-21F2-4011-C243-C29DBF23BE86}"/>
              </a:ext>
            </a:extLst>
          </p:cNvPr>
          <p:cNvSpPr>
            <a:spLocks noGrp="1"/>
          </p:cNvSpPr>
          <p:nvPr>
            <p:ph type="ctrTitle"/>
          </p:nvPr>
        </p:nvSpPr>
        <p:spPr/>
        <p:txBody>
          <a:bodyPr/>
          <a:lstStyle/>
          <a:p>
            <a:r>
              <a:rPr lang="ja-JP" altLang="en-US" dirty="0"/>
              <a:t>プロマネ</a:t>
            </a:r>
            <a:endParaRPr kumimoji="1" lang="ja-JP" altLang="en-US" dirty="0"/>
          </a:p>
        </p:txBody>
      </p:sp>
      <p:sp>
        <p:nvSpPr>
          <p:cNvPr id="3" name="字幕 2">
            <a:extLst>
              <a:ext uri="{FF2B5EF4-FFF2-40B4-BE49-F238E27FC236}">
                <a16:creationId xmlns:a16="http://schemas.microsoft.com/office/drawing/2014/main" id="{E4204677-607A-045F-FC46-B82F5EDFCBA6}"/>
              </a:ext>
            </a:extLst>
          </p:cNvPr>
          <p:cNvSpPr>
            <a:spLocks noGrp="1"/>
          </p:cNvSpPr>
          <p:nvPr>
            <p:ph type="subTitle"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20889D8-0CF5-1557-E889-1B1EFF6FD0D2}"/>
              </a:ext>
            </a:extLst>
          </p:cNvPr>
          <p:cNvSpPr>
            <a:spLocks noGrp="1"/>
          </p:cNvSpPr>
          <p:nvPr>
            <p:ph type="sldNum" sz="quarter" idx="12"/>
          </p:nvPr>
        </p:nvSpPr>
        <p:spPr>
          <a:xfrm>
            <a:off x="8610604" y="6500553"/>
            <a:ext cx="3173412" cy="220927"/>
          </a:xfrm>
        </p:spPr>
        <p:txBody>
          <a:bodyPr/>
          <a:lstStyle/>
          <a:p>
            <a:fld id="{DCB5AA93-092B-49A1-87A7-3C88D5F38AD7}" type="slidenum">
              <a:rPr lang="ja-JP" altLang="en-US" smtClean="0"/>
              <a:pPr/>
              <a:t>30</a:t>
            </a:fld>
            <a:endParaRPr lang="ja-JP" altLang="en-US"/>
          </a:p>
        </p:txBody>
      </p:sp>
      <p:sp>
        <p:nvSpPr>
          <p:cNvPr id="5" name="フッター プレースホルダー 4">
            <a:extLst>
              <a:ext uri="{FF2B5EF4-FFF2-40B4-BE49-F238E27FC236}">
                <a16:creationId xmlns:a16="http://schemas.microsoft.com/office/drawing/2014/main" id="{29237B2A-483F-AA1D-8860-568D2809C29F}"/>
              </a:ext>
            </a:extLst>
          </p:cNvPr>
          <p:cNvSpPr>
            <a:spLocks noGrp="1"/>
          </p:cNvSpPr>
          <p:nvPr>
            <p:ph type="ftr" sz="quarter" idx="11"/>
          </p:nvPr>
        </p:nvSpPr>
        <p:spPr>
          <a:xfrm>
            <a:off x="407990" y="6500553"/>
            <a:ext cx="7745413" cy="220927"/>
          </a:xfrm>
        </p:spPr>
        <p:txBody>
          <a:bodyPr/>
          <a:lstStyle/>
          <a:p>
            <a:r>
              <a:rPr lang="ja-JP" altLang="en-US"/>
              <a:t>プロジェクト</a:t>
            </a:r>
            <a:r>
              <a:rPr lang="en-US" altLang="ja-JP"/>
              <a:t>/</a:t>
            </a:r>
            <a:r>
              <a:rPr lang="ja-JP" altLang="en-US"/>
              <a:t>部署</a:t>
            </a:r>
            <a:r>
              <a:rPr lang="en-US" altLang="ja-JP"/>
              <a:t>/</a:t>
            </a:r>
            <a:r>
              <a:rPr lang="ja-JP" altLang="en-US"/>
              <a:t>書類管理情報</a:t>
            </a:r>
            <a:endParaRPr lang="en-US" altLang="ja-JP" dirty="0"/>
          </a:p>
        </p:txBody>
      </p:sp>
    </p:spTree>
    <p:extLst>
      <p:ext uri="{BB962C8B-B14F-4D97-AF65-F5344CB8AC3E}">
        <p14:creationId xmlns:p14="http://schemas.microsoft.com/office/powerpoint/2010/main" val="14246591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B41C4CA-4530-A81C-9416-454A4271E91B}"/>
              </a:ext>
            </a:extLst>
          </p:cNvPr>
          <p:cNvSpPr>
            <a:spLocks noGrp="1"/>
          </p:cNvSpPr>
          <p:nvPr>
            <p:ph type="title"/>
          </p:nvPr>
        </p:nvSpPr>
        <p:spPr/>
        <p:txBody>
          <a:bodyPr/>
          <a:lstStyle/>
          <a:p>
            <a:r>
              <a:rPr lang="ja-JP" altLang="en-US" dirty="0"/>
              <a:t>プロジェクト憲章</a:t>
            </a:r>
            <a:endParaRPr kumimoji="1" lang="ja-JP" altLang="en-US" dirty="0"/>
          </a:p>
        </p:txBody>
      </p:sp>
      <p:sp>
        <p:nvSpPr>
          <p:cNvPr id="3" name="フッター プレースホルダー 2">
            <a:extLst>
              <a:ext uri="{FF2B5EF4-FFF2-40B4-BE49-F238E27FC236}">
                <a16:creationId xmlns:a16="http://schemas.microsoft.com/office/drawing/2014/main" id="{9CE83C83-A789-FE69-21F2-8D604CA9F143}"/>
              </a:ext>
            </a:extLst>
          </p:cNvPr>
          <p:cNvSpPr>
            <a:spLocks noGrp="1"/>
          </p:cNvSpPr>
          <p:nvPr>
            <p:ph type="ftr" sz="quarter" idx="11"/>
          </p:nvPr>
        </p:nvSpPr>
        <p:spPr/>
        <p:txBody>
          <a:bodyPr/>
          <a:lstStyle/>
          <a:p>
            <a:r>
              <a:rPr lang="ja-JP" altLang="en-US"/>
              <a:t>出所：</a:t>
            </a:r>
            <a:endParaRPr lang="ja-JP" altLang="en-US" sz="900" dirty="0"/>
          </a:p>
        </p:txBody>
      </p:sp>
      <p:sp>
        <p:nvSpPr>
          <p:cNvPr id="4" name="スライド番号プレースホルダー 3">
            <a:extLst>
              <a:ext uri="{FF2B5EF4-FFF2-40B4-BE49-F238E27FC236}">
                <a16:creationId xmlns:a16="http://schemas.microsoft.com/office/drawing/2014/main" id="{9B44839B-DF17-CE2A-AA5C-4BB36D1EF91A}"/>
              </a:ext>
            </a:extLst>
          </p:cNvPr>
          <p:cNvSpPr>
            <a:spLocks noGrp="1"/>
          </p:cNvSpPr>
          <p:nvPr>
            <p:ph type="sldNum" sz="quarter" idx="12"/>
          </p:nvPr>
        </p:nvSpPr>
        <p:spPr/>
        <p:txBody>
          <a:bodyPr/>
          <a:lstStyle/>
          <a:p>
            <a:fld id="{DCB5AA93-092B-49A1-87A7-3C88D5F38AD7}" type="slidenum">
              <a:rPr lang="ja-JP" altLang="en-US" smtClean="0"/>
              <a:pPr/>
              <a:t>31</a:t>
            </a:fld>
            <a:endParaRPr lang="ja-JP" altLang="en-US" sz="900" dirty="0"/>
          </a:p>
        </p:txBody>
      </p:sp>
      <p:sp>
        <p:nvSpPr>
          <p:cNvPr id="5" name="テキスト プレースホルダー 4">
            <a:extLst>
              <a:ext uri="{FF2B5EF4-FFF2-40B4-BE49-F238E27FC236}">
                <a16:creationId xmlns:a16="http://schemas.microsoft.com/office/drawing/2014/main" id="{535DC4D9-7218-5267-ACB9-4D3C6CF1CAB6}"/>
              </a:ext>
            </a:extLst>
          </p:cNvPr>
          <p:cNvSpPr>
            <a:spLocks noGrp="1"/>
          </p:cNvSpPr>
          <p:nvPr>
            <p:ph type="body" sz="quarter" idx="13"/>
          </p:nvPr>
        </p:nvSpPr>
        <p:spPr/>
        <p:txBody>
          <a:bodyPr/>
          <a:lstStyle/>
          <a:p>
            <a:endParaRPr kumimoji="1" lang="ja-JP" altLang="en-US"/>
          </a:p>
        </p:txBody>
      </p:sp>
      <p:sp>
        <p:nvSpPr>
          <p:cNvPr id="6" name="テキスト ボックス 5">
            <a:extLst>
              <a:ext uri="{FF2B5EF4-FFF2-40B4-BE49-F238E27FC236}">
                <a16:creationId xmlns:a16="http://schemas.microsoft.com/office/drawing/2014/main" id="{71AA584C-ABFC-2E80-5153-205429E7013D}"/>
              </a:ext>
            </a:extLst>
          </p:cNvPr>
          <p:cNvSpPr txBox="1"/>
          <p:nvPr/>
        </p:nvSpPr>
        <p:spPr>
          <a:xfrm>
            <a:off x="334800" y="1080327"/>
            <a:ext cx="5758232" cy="180000"/>
          </a:xfrm>
          <a:prstGeom prst="rect">
            <a:avLst/>
          </a:prstGeom>
          <a:noFill/>
          <a:ln>
            <a:solidFill>
              <a:schemeClr val="bg1">
                <a:lumMod val="65000"/>
              </a:schemeClr>
            </a:solidFill>
          </a:ln>
        </p:spPr>
        <p:txBody>
          <a:bodyPr wrap="square" lIns="0" tIns="0" rIns="0" bIns="0" rtlCol="0" anchor="ctr" anchorCtr="0">
            <a:noAutofit/>
          </a:bodyPr>
          <a:lstStyle/>
          <a:p>
            <a:pPr indent="92075" algn="l"/>
            <a:r>
              <a:rPr lang="ja-JP" altLang="en-US" sz="1200" b="1" dirty="0">
                <a:latin typeface="BIZ UDPゴシック" panose="020B0400000000000000" pitchFamily="50" charset="-128"/>
                <a:ea typeface="BIZ UDPゴシック" panose="020B0400000000000000" pitchFamily="50" charset="-128"/>
              </a:rPr>
              <a:t>名前</a:t>
            </a:r>
            <a:r>
              <a:rPr lang="ja-JP" altLang="en-US" sz="1200" dirty="0">
                <a:latin typeface="BIZ UDPゴシック" panose="020B0400000000000000" pitchFamily="50" charset="-128"/>
                <a:ea typeface="BIZ UDPゴシック" panose="020B0400000000000000" pitchFamily="50" charset="-128"/>
              </a:rPr>
              <a:t>：</a:t>
            </a:r>
            <a:endParaRPr kumimoji="1" lang="ja-JP" altLang="en-US" sz="1200" dirty="0">
              <a:latin typeface="BIZ UDPゴシック" panose="020B0400000000000000" pitchFamily="50" charset="-128"/>
              <a:ea typeface="BIZ UDPゴシック" panose="020B0400000000000000" pitchFamily="50" charset="-128"/>
            </a:endParaRPr>
          </a:p>
        </p:txBody>
      </p:sp>
      <p:sp>
        <p:nvSpPr>
          <p:cNvPr id="9" name="テキスト ボックス 8">
            <a:extLst>
              <a:ext uri="{FF2B5EF4-FFF2-40B4-BE49-F238E27FC236}">
                <a16:creationId xmlns:a16="http://schemas.microsoft.com/office/drawing/2014/main" id="{CEE4E87D-51CF-37E5-6C62-BDBB5FAF7129}"/>
              </a:ext>
            </a:extLst>
          </p:cNvPr>
          <p:cNvSpPr txBox="1"/>
          <p:nvPr/>
        </p:nvSpPr>
        <p:spPr>
          <a:xfrm>
            <a:off x="334963" y="1260000"/>
            <a:ext cx="5761037" cy="180000"/>
          </a:xfrm>
          <a:prstGeom prst="rect">
            <a:avLst/>
          </a:prstGeom>
          <a:noFill/>
          <a:ln>
            <a:solidFill>
              <a:schemeClr val="bg1">
                <a:lumMod val="65000"/>
              </a:schemeClr>
            </a:solidFill>
          </a:ln>
        </p:spPr>
        <p:txBody>
          <a:bodyPr wrap="square" lIns="0" tIns="0" rIns="0" bIns="0" rtlCol="0" anchor="ctr" anchorCtr="0">
            <a:noAutofit/>
          </a:bodyPr>
          <a:lstStyle/>
          <a:p>
            <a:pPr indent="92075" algn="l"/>
            <a:r>
              <a:rPr lang="ja-JP" altLang="en-US" sz="1200" b="1" dirty="0">
                <a:latin typeface="BIZ UDPゴシック" panose="020B0400000000000000" pitchFamily="50" charset="-128"/>
                <a:ea typeface="BIZ UDPゴシック" panose="020B0400000000000000" pitchFamily="50" charset="-128"/>
              </a:rPr>
              <a:t>背景</a:t>
            </a:r>
            <a:r>
              <a:rPr lang="en-US" altLang="ja-JP" sz="1200" b="1" dirty="0">
                <a:latin typeface="BIZ UDPゴシック" panose="020B0400000000000000" pitchFamily="50" charset="-128"/>
                <a:ea typeface="BIZ UDPゴシック" panose="020B0400000000000000" pitchFamily="50" charset="-128"/>
              </a:rPr>
              <a:t>/</a:t>
            </a:r>
            <a:r>
              <a:rPr lang="ja-JP" altLang="en-US" sz="1200" b="1" dirty="0">
                <a:latin typeface="BIZ UDPゴシック" panose="020B0400000000000000" pitchFamily="50" charset="-128"/>
                <a:ea typeface="BIZ UDPゴシック" panose="020B0400000000000000" pitchFamily="50" charset="-128"/>
              </a:rPr>
              <a:t>目的</a:t>
            </a:r>
            <a:endParaRPr kumimoji="1" lang="ja-JP" altLang="en-US" sz="1200" b="1" dirty="0">
              <a:latin typeface="BIZ UDPゴシック" panose="020B0400000000000000" pitchFamily="50" charset="-128"/>
              <a:ea typeface="BIZ UDPゴシック" panose="020B0400000000000000" pitchFamily="50" charset="-128"/>
            </a:endParaRPr>
          </a:p>
        </p:txBody>
      </p:sp>
      <p:sp>
        <p:nvSpPr>
          <p:cNvPr id="10" name="テキスト ボックス 9">
            <a:extLst>
              <a:ext uri="{FF2B5EF4-FFF2-40B4-BE49-F238E27FC236}">
                <a16:creationId xmlns:a16="http://schemas.microsoft.com/office/drawing/2014/main" id="{7F282FBF-5CF7-0323-0DF4-7764D451B835}"/>
              </a:ext>
            </a:extLst>
          </p:cNvPr>
          <p:cNvSpPr txBox="1"/>
          <p:nvPr/>
        </p:nvSpPr>
        <p:spPr>
          <a:xfrm>
            <a:off x="334963" y="1440000"/>
            <a:ext cx="5761037" cy="1260000"/>
          </a:xfrm>
          <a:prstGeom prst="rect">
            <a:avLst/>
          </a:prstGeom>
          <a:noFill/>
          <a:ln>
            <a:solidFill>
              <a:schemeClr val="bg1">
                <a:lumMod val="65000"/>
              </a:schemeClr>
            </a:solidFill>
          </a:ln>
        </p:spPr>
        <p:txBody>
          <a:bodyPr wrap="square" lIns="0" tIns="0" rIns="0" bIns="0" rtlCol="0" anchor="ctr" anchorCtr="0">
            <a:noAutofit/>
          </a:bodyPr>
          <a:lstStyle/>
          <a:p>
            <a:pPr indent="92075" algn="l"/>
            <a:r>
              <a:rPr lang="ja-JP" altLang="en-US" sz="1200" dirty="0">
                <a:latin typeface="BIZ UDPゴシック" panose="020B0400000000000000" pitchFamily="50" charset="-128"/>
                <a:ea typeface="BIZ UDPゴシック" panose="020B0400000000000000" pitchFamily="50" charset="-128"/>
              </a:rPr>
              <a:t>本プロジェクトでは、</a:t>
            </a:r>
            <a:endParaRPr lang="en-US" altLang="ja-JP" sz="1200" dirty="0">
              <a:latin typeface="BIZ UDPゴシック" panose="020B0400000000000000" pitchFamily="50" charset="-128"/>
              <a:ea typeface="BIZ UDPゴシック" panose="020B0400000000000000" pitchFamily="50" charset="-128"/>
            </a:endParaRPr>
          </a:p>
          <a:p>
            <a:pPr indent="92075" algn="l"/>
            <a:r>
              <a:rPr kumimoji="1" lang="ja-JP" altLang="en-US" sz="1200" dirty="0">
                <a:latin typeface="BIZ UDPゴシック" panose="020B0400000000000000" pitchFamily="50" charset="-128"/>
                <a:ea typeface="BIZ UDPゴシック" panose="020B0400000000000000" pitchFamily="50" charset="-128"/>
              </a:rPr>
              <a:t>あ</a:t>
            </a:r>
            <a:endParaRPr kumimoji="1" lang="en-US" altLang="ja-JP" sz="1200" dirty="0">
              <a:latin typeface="BIZ UDPゴシック" panose="020B0400000000000000" pitchFamily="50" charset="-128"/>
              <a:ea typeface="BIZ UDPゴシック" panose="020B0400000000000000" pitchFamily="50" charset="-128"/>
            </a:endParaRPr>
          </a:p>
          <a:p>
            <a:pPr indent="92075" algn="l"/>
            <a:r>
              <a:rPr lang="ja-JP" altLang="en-US" sz="1200" dirty="0">
                <a:latin typeface="BIZ UDPゴシック" panose="020B0400000000000000" pitchFamily="50" charset="-128"/>
                <a:ea typeface="BIZ UDPゴシック" panose="020B0400000000000000" pitchFamily="50" charset="-128"/>
              </a:rPr>
              <a:t>あ</a:t>
            </a:r>
            <a:endParaRPr lang="en-US" altLang="ja-JP" sz="1200" dirty="0">
              <a:latin typeface="BIZ UDPゴシック" panose="020B0400000000000000" pitchFamily="50" charset="-128"/>
              <a:ea typeface="BIZ UDPゴシック" panose="020B0400000000000000" pitchFamily="50" charset="-128"/>
            </a:endParaRPr>
          </a:p>
          <a:p>
            <a:pPr indent="92075" algn="l"/>
            <a:r>
              <a:rPr kumimoji="1" lang="ja-JP" altLang="en-US" sz="1200" dirty="0">
                <a:latin typeface="BIZ UDPゴシック" panose="020B0400000000000000" pitchFamily="50" charset="-128"/>
                <a:ea typeface="BIZ UDPゴシック" panose="020B0400000000000000" pitchFamily="50" charset="-128"/>
              </a:rPr>
              <a:t>あ</a:t>
            </a:r>
            <a:endParaRPr kumimoji="1" lang="en-US" altLang="ja-JP" sz="1200" dirty="0">
              <a:latin typeface="BIZ UDPゴシック" panose="020B0400000000000000" pitchFamily="50" charset="-128"/>
              <a:ea typeface="BIZ UDPゴシック" panose="020B0400000000000000" pitchFamily="50" charset="-128"/>
            </a:endParaRPr>
          </a:p>
          <a:p>
            <a:pPr indent="92075" algn="l"/>
            <a:r>
              <a:rPr lang="ja-JP" altLang="en-US" sz="1200" dirty="0">
                <a:latin typeface="BIZ UDPゴシック" panose="020B0400000000000000" pitchFamily="50" charset="-128"/>
                <a:ea typeface="BIZ UDPゴシック" panose="020B0400000000000000" pitchFamily="50" charset="-128"/>
              </a:rPr>
              <a:t>あ</a:t>
            </a:r>
            <a:endParaRPr kumimoji="1" lang="ja-JP" altLang="en-US" sz="1200" dirty="0">
              <a:latin typeface="BIZ UDPゴシック" panose="020B0400000000000000" pitchFamily="50" charset="-128"/>
              <a:ea typeface="BIZ UDPゴシック" panose="020B0400000000000000" pitchFamily="50" charset="-128"/>
            </a:endParaRPr>
          </a:p>
        </p:txBody>
      </p:sp>
      <p:sp>
        <p:nvSpPr>
          <p:cNvPr id="13" name="テキスト ボックス 12">
            <a:extLst>
              <a:ext uri="{FF2B5EF4-FFF2-40B4-BE49-F238E27FC236}">
                <a16:creationId xmlns:a16="http://schemas.microsoft.com/office/drawing/2014/main" id="{93674582-59AE-AECD-8FF2-C6BBC0A1EE31}"/>
              </a:ext>
            </a:extLst>
          </p:cNvPr>
          <p:cNvSpPr txBox="1"/>
          <p:nvPr/>
        </p:nvSpPr>
        <p:spPr>
          <a:xfrm>
            <a:off x="334963" y="2700000"/>
            <a:ext cx="5761037" cy="180000"/>
          </a:xfrm>
          <a:prstGeom prst="rect">
            <a:avLst/>
          </a:prstGeom>
          <a:noFill/>
          <a:ln>
            <a:solidFill>
              <a:schemeClr val="bg1">
                <a:lumMod val="65000"/>
              </a:schemeClr>
            </a:solidFill>
          </a:ln>
        </p:spPr>
        <p:txBody>
          <a:bodyPr wrap="square" lIns="0" tIns="0" rIns="0" bIns="0" rtlCol="0" anchor="ctr" anchorCtr="0">
            <a:noAutofit/>
          </a:bodyPr>
          <a:lstStyle/>
          <a:p>
            <a:pPr indent="92075" algn="l"/>
            <a:r>
              <a:rPr kumimoji="1" lang="ja-JP" altLang="en-US" sz="1200" b="1" dirty="0">
                <a:latin typeface="BIZ UDPゴシック" panose="020B0400000000000000" pitchFamily="50" charset="-128"/>
                <a:ea typeface="BIZ UDPゴシック" panose="020B0400000000000000" pitchFamily="50" charset="-128"/>
              </a:rPr>
              <a:t>成果物</a:t>
            </a:r>
          </a:p>
        </p:txBody>
      </p:sp>
      <p:sp>
        <p:nvSpPr>
          <p:cNvPr id="14" name="テキスト ボックス 13">
            <a:extLst>
              <a:ext uri="{FF2B5EF4-FFF2-40B4-BE49-F238E27FC236}">
                <a16:creationId xmlns:a16="http://schemas.microsoft.com/office/drawing/2014/main" id="{897AFA27-8C31-E79B-0987-158E97ECAF9E}"/>
              </a:ext>
            </a:extLst>
          </p:cNvPr>
          <p:cNvSpPr txBox="1"/>
          <p:nvPr/>
        </p:nvSpPr>
        <p:spPr>
          <a:xfrm>
            <a:off x="334963" y="2879998"/>
            <a:ext cx="5761037" cy="1088751"/>
          </a:xfrm>
          <a:prstGeom prst="rect">
            <a:avLst/>
          </a:prstGeom>
          <a:noFill/>
          <a:ln>
            <a:solidFill>
              <a:schemeClr val="bg1">
                <a:lumMod val="65000"/>
              </a:schemeClr>
            </a:solidFill>
          </a:ln>
        </p:spPr>
        <p:txBody>
          <a:bodyPr wrap="square" lIns="0" tIns="0" rIns="0" bIns="0" rtlCol="0" anchor="ctr" anchorCtr="0">
            <a:noAutofit/>
          </a:bodyPr>
          <a:lstStyle/>
          <a:p>
            <a:pPr marL="342900" indent="-250825" algn="l">
              <a:buFont typeface="+mj-lt"/>
              <a:buAutoNum type="arabicPeriod"/>
            </a:pPr>
            <a:r>
              <a:rPr kumimoji="1" lang="en-US" altLang="ja-JP" sz="1200" dirty="0">
                <a:latin typeface="BIZ UDPゴシック" panose="020B0400000000000000" pitchFamily="50" charset="-128"/>
                <a:ea typeface="BIZ UDPゴシック" panose="020B0400000000000000" pitchFamily="50" charset="-128"/>
              </a:rPr>
              <a:t>A</a:t>
            </a:r>
          </a:p>
          <a:p>
            <a:pPr marL="342900" indent="-250825" algn="l">
              <a:buFont typeface="+mj-lt"/>
              <a:buAutoNum type="arabicPeriod"/>
            </a:pPr>
            <a:r>
              <a:rPr kumimoji="1" lang="en-US" altLang="ja-JP" sz="1200" dirty="0">
                <a:latin typeface="BIZ UDPゴシック" panose="020B0400000000000000" pitchFamily="50" charset="-128"/>
                <a:ea typeface="BIZ UDPゴシック" panose="020B0400000000000000" pitchFamily="50" charset="-128"/>
              </a:rPr>
              <a:t>B</a:t>
            </a:r>
          </a:p>
          <a:p>
            <a:pPr marL="342900" indent="-250825" algn="l">
              <a:buFont typeface="+mj-lt"/>
              <a:buAutoNum type="arabicPeriod"/>
            </a:pPr>
            <a:r>
              <a:rPr lang="en-US" altLang="ja-JP" sz="1200" dirty="0">
                <a:latin typeface="BIZ UDPゴシック" panose="020B0400000000000000" pitchFamily="50" charset="-128"/>
                <a:ea typeface="BIZ UDPゴシック" panose="020B0400000000000000" pitchFamily="50" charset="-128"/>
              </a:rPr>
              <a:t>C</a:t>
            </a:r>
            <a:endParaRPr kumimoji="1" lang="en-US" altLang="ja-JP" sz="1200" dirty="0">
              <a:latin typeface="BIZ UDPゴシック" panose="020B0400000000000000" pitchFamily="50" charset="-128"/>
              <a:ea typeface="BIZ UDPゴシック" panose="020B0400000000000000" pitchFamily="50" charset="-128"/>
            </a:endParaRPr>
          </a:p>
        </p:txBody>
      </p:sp>
      <p:sp>
        <p:nvSpPr>
          <p:cNvPr id="19" name="テキスト ボックス 18">
            <a:extLst>
              <a:ext uri="{FF2B5EF4-FFF2-40B4-BE49-F238E27FC236}">
                <a16:creationId xmlns:a16="http://schemas.microsoft.com/office/drawing/2014/main" id="{9C400477-CBA2-7007-501F-B8819FB7FCC8}"/>
              </a:ext>
            </a:extLst>
          </p:cNvPr>
          <p:cNvSpPr txBox="1"/>
          <p:nvPr/>
        </p:nvSpPr>
        <p:spPr>
          <a:xfrm>
            <a:off x="334963" y="3966097"/>
            <a:ext cx="5761037" cy="180000"/>
          </a:xfrm>
          <a:prstGeom prst="rect">
            <a:avLst/>
          </a:prstGeom>
          <a:noFill/>
          <a:ln>
            <a:solidFill>
              <a:schemeClr val="bg1">
                <a:lumMod val="65000"/>
              </a:schemeClr>
            </a:solidFill>
          </a:ln>
        </p:spPr>
        <p:txBody>
          <a:bodyPr wrap="square" lIns="0" tIns="0" rIns="0" bIns="0" rtlCol="0" anchor="ctr" anchorCtr="0">
            <a:noAutofit/>
          </a:bodyPr>
          <a:lstStyle/>
          <a:p>
            <a:pPr indent="92075" algn="l"/>
            <a:r>
              <a:rPr kumimoji="1" lang="ja-JP" altLang="en-US" sz="1200" b="1" dirty="0">
                <a:latin typeface="BIZ UDPゴシック" panose="020B0400000000000000" pitchFamily="50" charset="-128"/>
                <a:ea typeface="BIZ UDPゴシック" panose="020B0400000000000000" pitchFamily="50" charset="-128"/>
              </a:rPr>
              <a:t>マイルストーン</a:t>
            </a:r>
          </a:p>
        </p:txBody>
      </p:sp>
      <p:sp>
        <p:nvSpPr>
          <p:cNvPr id="21" name="テキスト ボックス 20">
            <a:extLst>
              <a:ext uri="{FF2B5EF4-FFF2-40B4-BE49-F238E27FC236}">
                <a16:creationId xmlns:a16="http://schemas.microsoft.com/office/drawing/2014/main" id="{8298F95D-16CB-F61D-8127-AF16CB857AC7}"/>
              </a:ext>
            </a:extLst>
          </p:cNvPr>
          <p:cNvSpPr txBox="1"/>
          <p:nvPr/>
        </p:nvSpPr>
        <p:spPr>
          <a:xfrm>
            <a:off x="334963" y="4146096"/>
            <a:ext cx="5761037" cy="900000"/>
          </a:xfrm>
          <a:prstGeom prst="rect">
            <a:avLst/>
          </a:prstGeom>
          <a:noFill/>
          <a:ln>
            <a:solidFill>
              <a:schemeClr val="bg1">
                <a:lumMod val="65000"/>
              </a:schemeClr>
            </a:solidFill>
          </a:ln>
        </p:spPr>
        <p:txBody>
          <a:bodyPr wrap="square" lIns="0" tIns="0" rIns="0" bIns="0" rtlCol="0" anchor="ctr" anchorCtr="0">
            <a:noAutofit/>
          </a:bodyPr>
          <a:lstStyle/>
          <a:p>
            <a:pPr marL="342900" indent="-250825">
              <a:buFont typeface="+mj-lt"/>
              <a:buAutoNum type="arabicPeriod"/>
            </a:pPr>
            <a:r>
              <a:rPr lang="en-US" altLang="ja-JP" sz="1200" dirty="0">
                <a:latin typeface="BIZ UDPゴシック" panose="020B0400000000000000" pitchFamily="50" charset="-128"/>
                <a:ea typeface="BIZ UDPゴシック" panose="020B0400000000000000" pitchFamily="50" charset="-128"/>
              </a:rPr>
              <a:t>A (</a:t>
            </a:r>
            <a:r>
              <a:rPr lang="ja-JP" altLang="en-US" sz="1200" dirty="0">
                <a:latin typeface="BIZ UDPゴシック" panose="020B0400000000000000" pitchFamily="50" charset="-128"/>
                <a:ea typeface="BIZ UDPゴシック" panose="020B0400000000000000" pitchFamily="50" charset="-128"/>
              </a:rPr>
              <a:t>完了時期</a:t>
            </a:r>
            <a:r>
              <a:rPr lang="en-US" altLang="ja-JP" sz="1200" dirty="0">
                <a:latin typeface="BIZ UDPゴシック" panose="020B0400000000000000" pitchFamily="50" charset="-128"/>
                <a:ea typeface="BIZ UDPゴシック" panose="020B0400000000000000" pitchFamily="50" charset="-128"/>
              </a:rPr>
              <a:t>: )</a:t>
            </a:r>
          </a:p>
          <a:p>
            <a:pPr marL="342900" indent="-250825">
              <a:buFont typeface="+mj-lt"/>
              <a:buAutoNum type="arabicPeriod"/>
            </a:pPr>
            <a:r>
              <a:rPr lang="en-US" altLang="ja-JP" sz="1200" dirty="0">
                <a:latin typeface="BIZ UDPゴシック" panose="020B0400000000000000" pitchFamily="50" charset="-128"/>
                <a:ea typeface="BIZ UDPゴシック" panose="020B0400000000000000" pitchFamily="50" charset="-128"/>
              </a:rPr>
              <a:t>B (</a:t>
            </a:r>
            <a:r>
              <a:rPr lang="ja-JP" altLang="en-US" sz="1200" dirty="0">
                <a:latin typeface="BIZ UDPゴシック" panose="020B0400000000000000" pitchFamily="50" charset="-128"/>
                <a:ea typeface="BIZ UDPゴシック" panose="020B0400000000000000" pitchFamily="50" charset="-128"/>
              </a:rPr>
              <a:t>完了時期</a:t>
            </a:r>
            <a:r>
              <a:rPr lang="en-US" altLang="ja-JP" sz="1200" dirty="0">
                <a:latin typeface="BIZ UDPゴシック" panose="020B0400000000000000" pitchFamily="50" charset="-128"/>
                <a:ea typeface="BIZ UDPゴシック" panose="020B0400000000000000" pitchFamily="50" charset="-128"/>
              </a:rPr>
              <a:t>: )</a:t>
            </a:r>
          </a:p>
          <a:p>
            <a:pPr marL="342900" indent="-250825">
              <a:buFont typeface="+mj-lt"/>
              <a:buAutoNum type="arabicPeriod"/>
            </a:pPr>
            <a:r>
              <a:rPr lang="en-US" altLang="ja-JP" sz="1200" dirty="0">
                <a:latin typeface="BIZ UDPゴシック" panose="020B0400000000000000" pitchFamily="50" charset="-128"/>
                <a:ea typeface="BIZ UDPゴシック" panose="020B0400000000000000" pitchFamily="50" charset="-128"/>
              </a:rPr>
              <a:t>C (</a:t>
            </a:r>
            <a:r>
              <a:rPr lang="ja-JP" altLang="en-US" sz="1200" dirty="0">
                <a:latin typeface="BIZ UDPゴシック" panose="020B0400000000000000" pitchFamily="50" charset="-128"/>
                <a:ea typeface="BIZ UDPゴシック" panose="020B0400000000000000" pitchFamily="50" charset="-128"/>
              </a:rPr>
              <a:t>完了時期</a:t>
            </a:r>
            <a:r>
              <a:rPr lang="en-US" altLang="ja-JP" sz="1200" dirty="0">
                <a:latin typeface="BIZ UDPゴシック" panose="020B0400000000000000" pitchFamily="50" charset="-128"/>
                <a:ea typeface="BIZ UDPゴシック" panose="020B0400000000000000" pitchFamily="50" charset="-128"/>
              </a:rPr>
              <a:t>: )</a:t>
            </a:r>
          </a:p>
        </p:txBody>
      </p:sp>
      <p:sp>
        <p:nvSpPr>
          <p:cNvPr id="23" name="テキスト ボックス 22">
            <a:extLst>
              <a:ext uri="{FF2B5EF4-FFF2-40B4-BE49-F238E27FC236}">
                <a16:creationId xmlns:a16="http://schemas.microsoft.com/office/drawing/2014/main" id="{61C7CDFF-75D5-D619-BD4F-F8CBC3ADDBCE}"/>
              </a:ext>
            </a:extLst>
          </p:cNvPr>
          <p:cNvSpPr txBox="1"/>
          <p:nvPr/>
        </p:nvSpPr>
        <p:spPr>
          <a:xfrm>
            <a:off x="334963" y="5046097"/>
            <a:ext cx="5761037" cy="180000"/>
          </a:xfrm>
          <a:prstGeom prst="rect">
            <a:avLst/>
          </a:prstGeom>
          <a:noFill/>
          <a:ln>
            <a:solidFill>
              <a:schemeClr val="bg1">
                <a:lumMod val="65000"/>
              </a:schemeClr>
            </a:solidFill>
          </a:ln>
        </p:spPr>
        <p:txBody>
          <a:bodyPr wrap="square" lIns="0" tIns="0" rIns="0" bIns="0" rtlCol="0" anchor="ctr" anchorCtr="0">
            <a:noAutofit/>
          </a:bodyPr>
          <a:lstStyle/>
          <a:p>
            <a:pPr indent="92075" algn="l"/>
            <a:r>
              <a:rPr kumimoji="1" lang="ja-JP" altLang="en-US" sz="1200" b="1" dirty="0">
                <a:latin typeface="BIZ UDPゴシック" panose="020B0400000000000000" pitchFamily="50" charset="-128"/>
                <a:ea typeface="BIZ UDPゴシック" panose="020B0400000000000000" pitchFamily="50" charset="-128"/>
              </a:rPr>
              <a:t>前提</a:t>
            </a:r>
            <a:r>
              <a:rPr kumimoji="1" lang="en-US" altLang="ja-JP" sz="1200" b="1" dirty="0">
                <a:latin typeface="BIZ UDPゴシック" panose="020B0400000000000000" pitchFamily="50" charset="-128"/>
                <a:ea typeface="BIZ UDPゴシック" panose="020B0400000000000000" pitchFamily="50" charset="-128"/>
              </a:rPr>
              <a:t>/</a:t>
            </a:r>
            <a:r>
              <a:rPr kumimoji="1" lang="ja-JP" altLang="en-US" sz="1200" b="1" dirty="0">
                <a:latin typeface="BIZ UDPゴシック" panose="020B0400000000000000" pitchFamily="50" charset="-128"/>
                <a:ea typeface="BIZ UDPゴシック" panose="020B0400000000000000" pitchFamily="50" charset="-128"/>
              </a:rPr>
              <a:t>制約</a:t>
            </a:r>
          </a:p>
        </p:txBody>
      </p:sp>
      <p:sp>
        <p:nvSpPr>
          <p:cNvPr id="25" name="テキスト ボックス 24">
            <a:extLst>
              <a:ext uri="{FF2B5EF4-FFF2-40B4-BE49-F238E27FC236}">
                <a16:creationId xmlns:a16="http://schemas.microsoft.com/office/drawing/2014/main" id="{35094318-575E-35CC-5422-3A7D4D860415}"/>
              </a:ext>
            </a:extLst>
          </p:cNvPr>
          <p:cNvSpPr txBox="1"/>
          <p:nvPr/>
        </p:nvSpPr>
        <p:spPr>
          <a:xfrm>
            <a:off x="334963" y="5226096"/>
            <a:ext cx="5761037" cy="1260000"/>
          </a:xfrm>
          <a:prstGeom prst="rect">
            <a:avLst/>
          </a:prstGeom>
          <a:noFill/>
          <a:ln>
            <a:solidFill>
              <a:schemeClr val="bg1">
                <a:lumMod val="65000"/>
              </a:schemeClr>
            </a:solidFill>
          </a:ln>
        </p:spPr>
        <p:txBody>
          <a:bodyPr wrap="square" lIns="0" tIns="0" rIns="0" bIns="0" rtlCol="0" anchor="ctr" anchorCtr="0">
            <a:noAutofit/>
          </a:bodyPr>
          <a:lstStyle/>
          <a:p>
            <a:pPr marL="342900" indent="-250825">
              <a:buFont typeface="+mj-lt"/>
              <a:buAutoNum type="arabicPeriod"/>
            </a:pPr>
            <a:r>
              <a:rPr lang="en-US" altLang="ja-JP" sz="1200" dirty="0">
                <a:latin typeface="BIZ UDPゴシック" panose="020B0400000000000000" pitchFamily="50" charset="-128"/>
                <a:ea typeface="BIZ UDPゴシック" panose="020B0400000000000000" pitchFamily="50" charset="-128"/>
              </a:rPr>
              <a:t>A</a:t>
            </a:r>
          </a:p>
          <a:p>
            <a:pPr marL="342900" indent="-250825">
              <a:buFont typeface="+mj-lt"/>
              <a:buAutoNum type="arabicPeriod"/>
            </a:pPr>
            <a:r>
              <a:rPr lang="en-US" altLang="ja-JP" sz="1200" dirty="0">
                <a:latin typeface="BIZ UDPゴシック" panose="020B0400000000000000" pitchFamily="50" charset="-128"/>
                <a:ea typeface="BIZ UDPゴシック" panose="020B0400000000000000" pitchFamily="50" charset="-128"/>
              </a:rPr>
              <a:t>B</a:t>
            </a:r>
          </a:p>
          <a:p>
            <a:pPr marL="342900" indent="-250825">
              <a:buFont typeface="+mj-lt"/>
              <a:buAutoNum type="arabicPeriod"/>
            </a:pPr>
            <a:r>
              <a:rPr lang="en-US" altLang="ja-JP" sz="1200" dirty="0">
                <a:latin typeface="BIZ UDPゴシック" panose="020B0400000000000000" pitchFamily="50" charset="-128"/>
                <a:ea typeface="BIZ UDPゴシック" panose="020B0400000000000000" pitchFamily="50" charset="-128"/>
              </a:rPr>
              <a:t>C</a:t>
            </a:r>
          </a:p>
        </p:txBody>
      </p:sp>
      <p:sp>
        <p:nvSpPr>
          <p:cNvPr id="28" name="テキスト ボックス 27">
            <a:extLst>
              <a:ext uri="{FF2B5EF4-FFF2-40B4-BE49-F238E27FC236}">
                <a16:creationId xmlns:a16="http://schemas.microsoft.com/office/drawing/2014/main" id="{A3A94F37-F55B-9591-9152-17095DAB4299}"/>
              </a:ext>
            </a:extLst>
          </p:cNvPr>
          <p:cNvSpPr txBox="1"/>
          <p:nvPr/>
        </p:nvSpPr>
        <p:spPr>
          <a:xfrm>
            <a:off x="6081058" y="1080327"/>
            <a:ext cx="5758232" cy="180000"/>
          </a:xfrm>
          <a:prstGeom prst="rect">
            <a:avLst/>
          </a:prstGeom>
          <a:noFill/>
          <a:ln>
            <a:solidFill>
              <a:schemeClr val="bg1">
                <a:lumMod val="65000"/>
              </a:schemeClr>
            </a:solidFill>
          </a:ln>
        </p:spPr>
        <p:txBody>
          <a:bodyPr wrap="square" lIns="0" tIns="0" rIns="0" bIns="0" rtlCol="0" anchor="ctr" anchorCtr="0">
            <a:noAutofit/>
          </a:bodyPr>
          <a:lstStyle/>
          <a:p>
            <a:pPr indent="92075" algn="l"/>
            <a:r>
              <a:rPr lang="ja-JP" altLang="en-US" sz="1200" b="1" dirty="0">
                <a:latin typeface="BIZ UDPゴシック" panose="020B0400000000000000" pitchFamily="50" charset="-128"/>
                <a:ea typeface="BIZ UDPゴシック" panose="020B0400000000000000" pitchFamily="50" charset="-128"/>
              </a:rPr>
              <a:t>責任者</a:t>
            </a:r>
            <a:r>
              <a:rPr lang="ja-JP" altLang="en-US" sz="1200" dirty="0">
                <a:latin typeface="BIZ UDPゴシック" panose="020B0400000000000000" pitchFamily="50" charset="-128"/>
                <a:ea typeface="BIZ UDPゴシック" panose="020B0400000000000000" pitchFamily="50" charset="-128"/>
              </a:rPr>
              <a:t>：</a:t>
            </a:r>
            <a:endParaRPr kumimoji="1" lang="ja-JP" altLang="en-US" sz="1200" dirty="0">
              <a:latin typeface="BIZ UDPゴシック" panose="020B0400000000000000" pitchFamily="50" charset="-128"/>
              <a:ea typeface="BIZ UDPゴシック" panose="020B0400000000000000" pitchFamily="50" charset="-128"/>
            </a:endParaRPr>
          </a:p>
        </p:txBody>
      </p:sp>
      <p:sp>
        <p:nvSpPr>
          <p:cNvPr id="29" name="テキスト ボックス 28">
            <a:extLst>
              <a:ext uri="{FF2B5EF4-FFF2-40B4-BE49-F238E27FC236}">
                <a16:creationId xmlns:a16="http://schemas.microsoft.com/office/drawing/2014/main" id="{C9B129E5-01ED-A0F5-4932-A1FE216CEED2}"/>
              </a:ext>
            </a:extLst>
          </p:cNvPr>
          <p:cNvSpPr txBox="1"/>
          <p:nvPr/>
        </p:nvSpPr>
        <p:spPr>
          <a:xfrm>
            <a:off x="6081221" y="1260000"/>
            <a:ext cx="5761037" cy="180000"/>
          </a:xfrm>
          <a:prstGeom prst="rect">
            <a:avLst/>
          </a:prstGeom>
          <a:noFill/>
          <a:ln>
            <a:solidFill>
              <a:schemeClr val="bg1">
                <a:lumMod val="65000"/>
              </a:schemeClr>
            </a:solidFill>
          </a:ln>
        </p:spPr>
        <p:txBody>
          <a:bodyPr wrap="square" lIns="0" tIns="0" rIns="0" bIns="0" rtlCol="0" anchor="ctr" anchorCtr="0">
            <a:noAutofit/>
          </a:bodyPr>
          <a:lstStyle/>
          <a:p>
            <a:pPr indent="92075" algn="l"/>
            <a:r>
              <a:rPr kumimoji="1" lang="ja-JP" altLang="en-US" sz="1200" b="1" dirty="0">
                <a:latin typeface="BIZ UDPゴシック" panose="020B0400000000000000" pitchFamily="50" charset="-128"/>
                <a:ea typeface="BIZ UDPゴシック" panose="020B0400000000000000" pitchFamily="50" charset="-128"/>
              </a:rPr>
              <a:t>目標</a:t>
            </a:r>
          </a:p>
        </p:txBody>
      </p:sp>
      <p:sp>
        <p:nvSpPr>
          <p:cNvPr id="30" name="テキスト ボックス 29">
            <a:extLst>
              <a:ext uri="{FF2B5EF4-FFF2-40B4-BE49-F238E27FC236}">
                <a16:creationId xmlns:a16="http://schemas.microsoft.com/office/drawing/2014/main" id="{B0AD40B8-0281-DB8A-C5E0-4A099063B023}"/>
              </a:ext>
            </a:extLst>
          </p:cNvPr>
          <p:cNvSpPr txBox="1"/>
          <p:nvPr/>
        </p:nvSpPr>
        <p:spPr>
          <a:xfrm>
            <a:off x="6081221" y="1440000"/>
            <a:ext cx="5761037" cy="1260000"/>
          </a:xfrm>
          <a:prstGeom prst="rect">
            <a:avLst/>
          </a:prstGeom>
          <a:noFill/>
          <a:ln>
            <a:solidFill>
              <a:schemeClr val="bg1">
                <a:lumMod val="65000"/>
              </a:schemeClr>
            </a:solidFill>
          </a:ln>
        </p:spPr>
        <p:txBody>
          <a:bodyPr wrap="square" lIns="0" tIns="0" rIns="0" bIns="0" rtlCol="0" anchor="ctr" anchorCtr="0">
            <a:noAutofit/>
          </a:bodyPr>
          <a:lstStyle/>
          <a:p>
            <a:pPr marL="171450" indent="-171450" algn="l">
              <a:lnSpc>
                <a:spcPct val="150000"/>
              </a:lnSpc>
              <a:buFont typeface="Arial" panose="020B0604020202020204" pitchFamily="34" charset="0"/>
              <a:buChar char="•"/>
            </a:pPr>
            <a:r>
              <a:rPr lang="ja-JP" altLang="en-US" sz="1200" dirty="0">
                <a:latin typeface="BIZ UDPゴシック" panose="020B0400000000000000" pitchFamily="50" charset="-128"/>
                <a:ea typeface="BIZ UDPゴシック" panose="020B0400000000000000" pitchFamily="50" charset="-128"/>
              </a:rPr>
              <a:t>完了時期：</a:t>
            </a:r>
            <a:endParaRPr lang="en-US" altLang="ja-JP" sz="1200" dirty="0">
              <a:latin typeface="BIZ UDPゴシック" panose="020B0400000000000000" pitchFamily="50" charset="-128"/>
              <a:ea typeface="BIZ UDPゴシック" panose="020B0400000000000000" pitchFamily="50" charset="-128"/>
            </a:endParaRPr>
          </a:p>
          <a:p>
            <a:pPr marL="171450" indent="-171450" algn="l">
              <a:lnSpc>
                <a:spcPct val="150000"/>
              </a:lnSpc>
              <a:buFont typeface="Arial" panose="020B0604020202020204" pitchFamily="34" charset="0"/>
              <a:buChar char="•"/>
            </a:pPr>
            <a:r>
              <a:rPr lang="ja-JP" altLang="en-US" sz="1200" dirty="0">
                <a:latin typeface="BIZ UDPゴシック" panose="020B0400000000000000" pitchFamily="50" charset="-128"/>
                <a:ea typeface="BIZ UDPゴシック" panose="020B0400000000000000" pitchFamily="50" charset="-128"/>
              </a:rPr>
              <a:t>品質目標：</a:t>
            </a:r>
            <a:endParaRPr lang="en-US" altLang="ja-JP" sz="1200" dirty="0">
              <a:latin typeface="BIZ UDPゴシック" panose="020B0400000000000000" pitchFamily="50" charset="-128"/>
              <a:ea typeface="BIZ UDPゴシック" panose="020B0400000000000000" pitchFamily="50" charset="-128"/>
            </a:endParaRPr>
          </a:p>
          <a:p>
            <a:pPr marL="171450" indent="-171450" algn="l">
              <a:lnSpc>
                <a:spcPct val="150000"/>
              </a:lnSpc>
              <a:buFont typeface="Arial" panose="020B0604020202020204" pitchFamily="34" charset="0"/>
              <a:buChar char="•"/>
            </a:pPr>
            <a:r>
              <a:rPr lang="ja-JP" altLang="en-US" sz="1200" dirty="0">
                <a:latin typeface="BIZ UDPゴシック" panose="020B0400000000000000" pitchFamily="50" charset="-128"/>
                <a:ea typeface="BIZ UDPゴシック" panose="020B0400000000000000" pitchFamily="50" charset="-128"/>
              </a:rPr>
              <a:t>評価指標：</a:t>
            </a:r>
            <a:endParaRPr lang="en-US" altLang="ja-JP" sz="1200" dirty="0">
              <a:latin typeface="BIZ UDPゴシック" panose="020B0400000000000000" pitchFamily="50" charset="-128"/>
              <a:ea typeface="BIZ UDPゴシック" panose="020B0400000000000000" pitchFamily="50" charset="-128"/>
            </a:endParaRPr>
          </a:p>
        </p:txBody>
      </p:sp>
      <p:sp>
        <p:nvSpPr>
          <p:cNvPr id="31" name="テキスト ボックス 30">
            <a:extLst>
              <a:ext uri="{FF2B5EF4-FFF2-40B4-BE49-F238E27FC236}">
                <a16:creationId xmlns:a16="http://schemas.microsoft.com/office/drawing/2014/main" id="{1A0FC2F4-3AF7-13E3-39A1-7C02FF56C278}"/>
              </a:ext>
            </a:extLst>
          </p:cNvPr>
          <p:cNvSpPr txBox="1"/>
          <p:nvPr/>
        </p:nvSpPr>
        <p:spPr>
          <a:xfrm>
            <a:off x="6081221" y="2700000"/>
            <a:ext cx="2880000" cy="180000"/>
          </a:xfrm>
          <a:prstGeom prst="rect">
            <a:avLst/>
          </a:prstGeom>
          <a:noFill/>
          <a:ln>
            <a:solidFill>
              <a:schemeClr val="bg1">
                <a:lumMod val="65000"/>
              </a:schemeClr>
            </a:solidFill>
          </a:ln>
        </p:spPr>
        <p:txBody>
          <a:bodyPr wrap="square" lIns="0" tIns="0" rIns="0" bIns="0" rtlCol="0" anchor="ctr" anchorCtr="0">
            <a:noAutofit/>
          </a:bodyPr>
          <a:lstStyle/>
          <a:p>
            <a:pPr indent="92075" algn="l"/>
            <a:r>
              <a:rPr lang="en-US" altLang="ja-JP" sz="1200" b="1" dirty="0">
                <a:latin typeface="BIZ UDPゴシック" panose="020B0400000000000000" pitchFamily="50" charset="-128"/>
                <a:ea typeface="BIZ UDPゴシック" panose="020B0400000000000000" pitchFamily="50" charset="-128"/>
              </a:rPr>
              <a:t>Scope</a:t>
            </a:r>
            <a:endParaRPr kumimoji="1" lang="ja-JP" altLang="en-US" sz="1200" b="1" dirty="0">
              <a:latin typeface="BIZ UDPゴシック" panose="020B0400000000000000" pitchFamily="50" charset="-128"/>
              <a:ea typeface="BIZ UDPゴシック" panose="020B0400000000000000" pitchFamily="50" charset="-128"/>
            </a:endParaRPr>
          </a:p>
        </p:txBody>
      </p:sp>
      <p:sp>
        <p:nvSpPr>
          <p:cNvPr id="32" name="テキスト ボックス 31">
            <a:extLst>
              <a:ext uri="{FF2B5EF4-FFF2-40B4-BE49-F238E27FC236}">
                <a16:creationId xmlns:a16="http://schemas.microsoft.com/office/drawing/2014/main" id="{FB138777-5569-A0F0-5882-355BDFD46878}"/>
              </a:ext>
            </a:extLst>
          </p:cNvPr>
          <p:cNvSpPr txBox="1"/>
          <p:nvPr/>
        </p:nvSpPr>
        <p:spPr>
          <a:xfrm>
            <a:off x="6081221" y="2879998"/>
            <a:ext cx="2880000" cy="1088751"/>
          </a:xfrm>
          <a:prstGeom prst="rect">
            <a:avLst/>
          </a:prstGeom>
          <a:noFill/>
          <a:ln>
            <a:solidFill>
              <a:schemeClr val="bg1">
                <a:lumMod val="65000"/>
              </a:schemeClr>
            </a:solidFill>
          </a:ln>
        </p:spPr>
        <p:txBody>
          <a:bodyPr wrap="square" lIns="0" tIns="0" rIns="0" bIns="0" rtlCol="0" anchor="ctr" anchorCtr="0">
            <a:noAutofit/>
          </a:bodyPr>
          <a:lstStyle/>
          <a:p>
            <a:pPr marL="342900" indent="-250825" algn="l">
              <a:buFont typeface="+mj-lt"/>
              <a:buAutoNum type="arabicPeriod"/>
            </a:pPr>
            <a:r>
              <a:rPr kumimoji="1" lang="en-US" altLang="ja-JP" sz="1200" dirty="0">
                <a:latin typeface="BIZ UDPゴシック" panose="020B0400000000000000" pitchFamily="50" charset="-128"/>
                <a:ea typeface="BIZ UDPゴシック" panose="020B0400000000000000" pitchFamily="50" charset="-128"/>
              </a:rPr>
              <a:t>A</a:t>
            </a:r>
          </a:p>
          <a:p>
            <a:pPr marL="342900" indent="-250825" algn="l">
              <a:buFont typeface="+mj-lt"/>
              <a:buAutoNum type="arabicPeriod"/>
            </a:pPr>
            <a:r>
              <a:rPr kumimoji="1" lang="en-US" altLang="ja-JP" sz="1200" dirty="0">
                <a:latin typeface="BIZ UDPゴシック" panose="020B0400000000000000" pitchFamily="50" charset="-128"/>
                <a:ea typeface="BIZ UDPゴシック" panose="020B0400000000000000" pitchFamily="50" charset="-128"/>
              </a:rPr>
              <a:t>B</a:t>
            </a:r>
          </a:p>
          <a:p>
            <a:pPr marL="342900" indent="-250825" algn="l">
              <a:buFont typeface="+mj-lt"/>
              <a:buAutoNum type="arabicPeriod"/>
            </a:pPr>
            <a:r>
              <a:rPr lang="en-US" altLang="ja-JP" sz="1200" dirty="0">
                <a:latin typeface="BIZ UDPゴシック" panose="020B0400000000000000" pitchFamily="50" charset="-128"/>
                <a:ea typeface="BIZ UDPゴシック" panose="020B0400000000000000" pitchFamily="50" charset="-128"/>
              </a:rPr>
              <a:t>C</a:t>
            </a:r>
            <a:endParaRPr kumimoji="1" lang="en-US" altLang="ja-JP" sz="1200" dirty="0">
              <a:latin typeface="BIZ UDPゴシック" panose="020B0400000000000000" pitchFamily="50" charset="-128"/>
              <a:ea typeface="BIZ UDPゴシック" panose="020B0400000000000000" pitchFamily="50" charset="-128"/>
            </a:endParaRPr>
          </a:p>
        </p:txBody>
      </p:sp>
      <p:sp>
        <p:nvSpPr>
          <p:cNvPr id="33" name="テキスト ボックス 32">
            <a:extLst>
              <a:ext uri="{FF2B5EF4-FFF2-40B4-BE49-F238E27FC236}">
                <a16:creationId xmlns:a16="http://schemas.microsoft.com/office/drawing/2014/main" id="{18D0717D-68A2-F4F0-3E09-33853B2BA334}"/>
              </a:ext>
            </a:extLst>
          </p:cNvPr>
          <p:cNvSpPr txBox="1"/>
          <p:nvPr/>
        </p:nvSpPr>
        <p:spPr>
          <a:xfrm>
            <a:off x="6081221" y="3966097"/>
            <a:ext cx="5761037" cy="180000"/>
          </a:xfrm>
          <a:prstGeom prst="rect">
            <a:avLst/>
          </a:prstGeom>
          <a:noFill/>
          <a:ln>
            <a:solidFill>
              <a:schemeClr val="bg1">
                <a:lumMod val="65000"/>
              </a:schemeClr>
            </a:solidFill>
          </a:ln>
        </p:spPr>
        <p:txBody>
          <a:bodyPr wrap="square" lIns="0" tIns="0" rIns="0" bIns="0" rtlCol="0" anchor="ctr" anchorCtr="0">
            <a:noAutofit/>
          </a:bodyPr>
          <a:lstStyle/>
          <a:p>
            <a:pPr indent="92075" algn="l"/>
            <a:r>
              <a:rPr lang="ja-JP" altLang="en-US" sz="1200" b="1" dirty="0">
                <a:latin typeface="BIZ UDPゴシック" panose="020B0400000000000000" pitchFamily="50" charset="-128"/>
                <a:ea typeface="BIZ UDPゴシック" panose="020B0400000000000000" pitchFamily="50" charset="-128"/>
              </a:rPr>
              <a:t>重点リスク</a:t>
            </a:r>
            <a:r>
              <a:rPr lang="en-US" altLang="ja-JP" sz="1200" b="1" dirty="0">
                <a:latin typeface="BIZ UDPゴシック" panose="020B0400000000000000" pitchFamily="50" charset="-128"/>
                <a:ea typeface="BIZ UDPゴシック" panose="020B0400000000000000" pitchFamily="50" charset="-128"/>
              </a:rPr>
              <a:t>/</a:t>
            </a:r>
            <a:r>
              <a:rPr lang="ja-JP" altLang="en-US" sz="1200" b="1" dirty="0">
                <a:latin typeface="BIZ UDPゴシック" panose="020B0400000000000000" pitchFamily="50" charset="-128"/>
                <a:ea typeface="BIZ UDPゴシック" panose="020B0400000000000000" pitchFamily="50" charset="-128"/>
              </a:rPr>
              <a:t>問題</a:t>
            </a:r>
            <a:endParaRPr kumimoji="1" lang="ja-JP" altLang="en-US" sz="1200" b="1" dirty="0">
              <a:latin typeface="BIZ UDPゴシック" panose="020B0400000000000000" pitchFamily="50" charset="-128"/>
              <a:ea typeface="BIZ UDPゴシック" panose="020B0400000000000000" pitchFamily="50" charset="-128"/>
            </a:endParaRPr>
          </a:p>
        </p:txBody>
      </p:sp>
      <p:sp>
        <p:nvSpPr>
          <p:cNvPr id="34" name="テキスト ボックス 33">
            <a:extLst>
              <a:ext uri="{FF2B5EF4-FFF2-40B4-BE49-F238E27FC236}">
                <a16:creationId xmlns:a16="http://schemas.microsoft.com/office/drawing/2014/main" id="{5FD1A18D-C6F8-B325-7378-F4F6E069495F}"/>
              </a:ext>
            </a:extLst>
          </p:cNvPr>
          <p:cNvSpPr txBox="1"/>
          <p:nvPr/>
        </p:nvSpPr>
        <p:spPr>
          <a:xfrm>
            <a:off x="6081221" y="4146096"/>
            <a:ext cx="5761037" cy="900000"/>
          </a:xfrm>
          <a:prstGeom prst="rect">
            <a:avLst/>
          </a:prstGeom>
          <a:noFill/>
          <a:ln>
            <a:solidFill>
              <a:schemeClr val="bg1">
                <a:lumMod val="65000"/>
              </a:schemeClr>
            </a:solidFill>
          </a:ln>
        </p:spPr>
        <p:txBody>
          <a:bodyPr wrap="square" lIns="0" tIns="0" rIns="0" bIns="0" rtlCol="0" anchor="ctr" anchorCtr="0">
            <a:noAutofit/>
          </a:bodyPr>
          <a:lstStyle/>
          <a:p>
            <a:pPr marL="342900" indent="-250825">
              <a:buFont typeface="+mj-lt"/>
              <a:buAutoNum type="arabicPeriod"/>
            </a:pPr>
            <a:r>
              <a:rPr lang="en-US" altLang="ja-JP" sz="1200" dirty="0">
                <a:latin typeface="BIZ UDPゴシック" panose="020B0400000000000000" pitchFamily="50" charset="-128"/>
                <a:ea typeface="BIZ UDPゴシック" panose="020B0400000000000000" pitchFamily="50" charset="-128"/>
              </a:rPr>
              <a:t>A (</a:t>
            </a:r>
            <a:r>
              <a:rPr lang="ja-JP" altLang="en-US" sz="1200" dirty="0">
                <a:latin typeface="BIZ UDPゴシック" panose="020B0400000000000000" pitchFamily="50" charset="-128"/>
                <a:ea typeface="BIZ UDPゴシック" panose="020B0400000000000000" pitchFamily="50" charset="-128"/>
              </a:rPr>
              <a:t>完了時期</a:t>
            </a:r>
            <a:r>
              <a:rPr lang="en-US" altLang="ja-JP" sz="1200" dirty="0">
                <a:latin typeface="BIZ UDPゴシック" panose="020B0400000000000000" pitchFamily="50" charset="-128"/>
                <a:ea typeface="BIZ UDPゴシック" panose="020B0400000000000000" pitchFamily="50" charset="-128"/>
              </a:rPr>
              <a:t>: )</a:t>
            </a:r>
          </a:p>
          <a:p>
            <a:pPr marL="342900" indent="-250825">
              <a:buFont typeface="+mj-lt"/>
              <a:buAutoNum type="arabicPeriod"/>
            </a:pPr>
            <a:r>
              <a:rPr lang="en-US" altLang="ja-JP" sz="1200" dirty="0">
                <a:latin typeface="BIZ UDPゴシック" panose="020B0400000000000000" pitchFamily="50" charset="-128"/>
                <a:ea typeface="BIZ UDPゴシック" panose="020B0400000000000000" pitchFamily="50" charset="-128"/>
              </a:rPr>
              <a:t>B (</a:t>
            </a:r>
            <a:r>
              <a:rPr lang="ja-JP" altLang="en-US" sz="1200" dirty="0">
                <a:latin typeface="BIZ UDPゴシック" panose="020B0400000000000000" pitchFamily="50" charset="-128"/>
                <a:ea typeface="BIZ UDPゴシック" panose="020B0400000000000000" pitchFamily="50" charset="-128"/>
              </a:rPr>
              <a:t>完了時期</a:t>
            </a:r>
            <a:r>
              <a:rPr lang="en-US" altLang="ja-JP" sz="1200" dirty="0">
                <a:latin typeface="BIZ UDPゴシック" panose="020B0400000000000000" pitchFamily="50" charset="-128"/>
                <a:ea typeface="BIZ UDPゴシック" panose="020B0400000000000000" pitchFamily="50" charset="-128"/>
              </a:rPr>
              <a:t>: )</a:t>
            </a:r>
          </a:p>
          <a:p>
            <a:pPr marL="342900" indent="-250825">
              <a:buFont typeface="+mj-lt"/>
              <a:buAutoNum type="arabicPeriod"/>
            </a:pPr>
            <a:r>
              <a:rPr lang="en-US" altLang="ja-JP" sz="1200" dirty="0">
                <a:latin typeface="BIZ UDPゴシック" panose="020B0400000000000000" pitchFamily="50" charset="-128"/>
                <a:ea typeface="BIZ UDPゴシック" panose="020B0400000000000000" pitchFamily="50" charset="-128"/>
              </a:rPr>
              <a:t>C (</a:t>
            </a:r>
            <a:r>
              <a:rPr lang="ja-JP" altLang="en-US" sz="1200" dirty="0">
                <a:latin typeface="BIZ UDPゴシック" panose="020B0400000000000000" pitchFamily="50" charset="-128"/>
                <a:ea typeface="BIZ UDPゴシック" panose="020B0400000000000000" pitchFamily="50" charset="-128"/>
              </a:rPr>
              <a:t>完了時期</a:t>
            </a:r>
            <a:r>
              <a:rPr lang="en-US" altLang="ja-JP" sz="1200" dirty="0">
                <a:latin typeface="BIZ UDPゴシック" panose="020B0400000000000000" pitchFamily="50" charset="-128"/>
                <a:ea typeface="BIZ UDPゴシック" panose="020B0400000000000000" pitchFamily="50" charset="-128"/>
              </a:rPr>
              <a:t>: )</a:t>
            </a:r>
          </a:p>
        </p:txBody>
      </p:sp>
      <p:sp>
        <p:nvSpPr>
          <p:cNvPr id="35" name="テキスト ボックス 34">
            <a:extLst>
              <a:ext uri="{FF2B5EF4-FFF2-40B4-BE49-F238E27FC236}">
                <a16:creationId xmlns:a16="http://schemas.microsoft.com/office/drawing/2014/main" id="{2C96F04B-B66F-6CED-B909-59E8475EE9B2}"/>
              </a:ext>
            </a:extLst>
          </p:cNvPr>
          <p:cNvSpPr txBox="1"/>
          <p:nvPr/>
        </p:nvSpPr>
        <p:spPr>
          <a:xfrm>
            <a:off x="6081221" y="5046097"/>
            <a:ext cx="5761037" cy="180000"/>
          </a:xfrm>
          <a:prstGeom prst="rect">
            <a:avLst/>
          </a:prstGeom>
          <a:noFill/>
          <a:ln>
            <a:solidFill>
              <a:schemeClr val="bg1">
                <a:lumMod val="65000"/>
              </a:schemeClr>
            </a:solidFill>
          </a:ln>
        </p:spPr>
        <p:txBody>
          <a:bodyPr wrap="square" lIns="0" tIns="0" rIns="0" bIns="0" rtlCol="0" anchor="ctr" anchorCtr="0">
            <a:noAutofit/>
          </a:bodyPr>
          <a:lstStyle/>
          <a:p>
            <a:pPr indent="92075" algn="l"/>
            <a:r>
              <a:rPr lang="ja-JP" altLang="en-US" sz="1200" b="1" dirty="0">
                <a:latin typeface="BIZ UDPゴシック" panose="020B0400000000000000" pitchFamily="50" charset="-128"/>
                <a:ea typeface="BIZ UDPゴシック" panose="020B0400000000000000" pitchFamily="50" charset="-128"/>
              </a:rPr>
              <a:t>役割</a:t>
            </a:r>
            <a:r>
              <a:rPr lang="en-US" altLang="ja-JP" sz="1200" b="1" dirty="0">
                <a:latin typeface="BIZ UDPゴシック" panose="020B0400000000000000" pitchFamily="50" charset="-128"/>
                <a:ea typeface="BIZ UDPゴシック" panose="020B0400000000000000" pitchFamily="50" charset="-128"/>
              </a:rPr>
              <a:t>/</a:t>
            </a:r>
            <a:r>
              <a:rPr lang="ja-JP" altLang="en-US" sz="1200" b="1" dirty="0">
                <a:latin typeface="BIZ UDPゴシック" panose="020B0400000000000000" pitchFamily="50" charset="-128"/>
                <a:ea typeface="BIZ UDPゴシック" panose="020B0400000000000000" pitchFamily="50" charset="-128"/>
              </a:rPr>
              <a:t>責務</a:t>
            </a:r>
            <a:endParaRPr kumimoji="1" lang="ja-JP" altLang="en-US" sz="1200" b="1" dirty="0">
              <a:latin typeface="BIZ UDPゴシック" panose="020B0400000000000000" pitchFamily="50" charset="-128"/>
              <a:ea typeface="BIZ UDPゴシック" panose="020B0400000000000000" pitchFamily="50" charset="-128"/>
            </a:endParaRPr>
          </a:p>
        </p:txBody>
      </p:sp>
      <p:sp>
        <p:nvSpPr>
          <p:cNvPr id="36" name="テキスト ボックス 35">
            <a:extLst>
              <a:ext uri="{FF2B5EF4-FFF2-40B4-BE49-F238E27FC236}">
                <a16:creationId xmlns:a16="http://schemas.microsoft.com/office/drawing/2014/main" id="{D6A29DC4-835A-8A84-F7B1-3030BBC69F63}"/>
              </a:ext>
            </a:extLst>
          </p:cNvPr>
          <p:cNvSpPr txBox="1"/>
          <p:nvPr/>
        </p:nvSpPr>
        <p:spPr>
          <a:xfrm>
            <a:off x="6081221" y="5226096"/>
            <a:ext cx="5761037" cy="1260000"/>
          </a:xfrm>
          <a:prstGeom prst="rect">
            <a:avLst/>
          </a:prstGeom>
          <a:noFill/>
          <a:ln>
            <a:solidFill>
              <a:schemeClr val="bg1">
                <a:lumMod val="65000"/>
              </a:schemeClr>
            </a:solidFill>
          </a:ln>
        </p:spPr>
        <p:txBody>
          <a:bodyPr wrap="square" lIns="0" tIns="0" rIns="0" bIns="0" rtlCol="0" anchor="ctr" anchorCtr="0">
            <a:noAutofit/>
          </a:bodyPr>
          <a:lstStyle/>
          <a:p>
            <a:pPr marL="342900" indent="-250825">
              <a:buFont typeface="+mj-lt"/>
              <a:buAutoNum type="arabicPeriod"/>
            </a:pPr>
            <a:r>
              <a:rPr lang="en-US" altLang="ja-JP" sz="1200" dirty="0">
                <a:latin typeface="BIZ UDPゴシック" panose="020B0400000000000000" pitchFamily="50" charset="-128"/>
                <a:ea typeface="BIZ UDPゴシック" panose="020B0400000000000000" pitchFamily="50" charset="-128"/>
              </a:rPr>
              <a:t>A</a:t>
            </a:r>
          </a:p>
          <a:p>
            <a:pPr marL="342900" indent="-250825">
              <a:buFont typeface="+mj-lt"/>
              <a:buAutoNum type="arabicPeriod"/>
            </a:pPr>
            <a:r>
              <a:rPr lang="en-US" altLang="ja-JP" sz="1200" dirty="0">
                <a:latin typeface="BIZ UDPゴシック" panose="020B0400000000000000" pitchFamily="50" charset="-128"/>
                <a:ea typeface="BIZ UDPゴシック" panose="020B0400000000000000" pitchFamily="50" charset="-128"/>
              </a:rPr>
              <a:t>B</a:t>
            </a:r>
          </a:p>
          <a:p>
            <a:pPr marL="342900" indent="-250825">
              <a:buFont typeface="+mj-lt"/>
              <a:buAutoNum type="arabicPeriod"/>
            </a:pPr>
            <a:r>
              <a:rPr lang="en-US" altLang="ja-JP" sz="1200" dirty="0">
                <a:latin typeface="BIZ UDPゴシック" panose="020B0400000000000000" pitchFamily="50" charset="-128"/>
                <a:ea typeface="BIZ UDPゴシック" panose="020B0400000000000000" pitchFamily="50" charset="-128"/>
              </a:rPr>
              <a:t>C</a:t>
            </a:r>
          </a:p>
        </p:txBody>
      </p:sp>
      <p:sp>
        <p:nvSpPr>
          <p:cNvPr id="37" name="テキスト ボックス 36">
            <a:extLst>
              <a:ext uri="{FF2B5EF4-FFF2-40B4-BE49-F238E27FC236}">
                <a16:creationId xmlns:a16="http://schemas.microsoft.com/office/drawing/2014/main" id="{E7ABDE2D-3D81-4C37-57DC-E24D37BBBE06}"/>
              </a:ext>
            </a:extLst>
          </p:cNvPr>
          <p:cNvSpPr txBox="1"/>
          <p:nvPr/>
        </p:nvSpPr>
        <p:spPr>
          <a:xfrm>
            <a:off x="8958534" y="2700000"/>
            <a:ext cx="2880000" cy="180000"/>
          </a:xfrm>
          <a:prstGeom prst="rect">
            <a:avLst/>
          </a:prstGeom>
          <a:noFill/>
          <a:ln>
            <a:solidFill>
              <a:schemeClr val="bg1">
                <a:lumMod val="65000"/>
              </a:schemeClr>
            </a:solidFill>
          </a:ln>
        </p:spPr>
        <p:txBody>
          <a:bodyPr wrap="square" lIns="0" tIns="0" rIns="0" bIns="0" rtlCol="0" anchor="ctr" anchorCtr="0">
            <a:noAutofit/>
          </a:bodyPr>
          <a:lstStyle/>
          <a:p>
            <a:pPr indent="92075" algn="l"/>
            <a:r>
              <a:rPr lang="en-US" altLang="ja-JP" sz="1200" b="1" dirty="0">
                <a:latin typeface="BIZ UDPゴシック" panose="020B0400000000000000" pitchFamily="50" charset="-128"/>
                <a:ea typeface="BIZ UDPゴシック" panose="020B0400000000000000" pitchFamily="50" charset="-128"/>
              </a:rPr>
              <a:t>Out of Scope</a:t>
            </a:r>
            <a:endParaRPr kumimoji="1" lang="ja-JP" altLang="en-US" sz="1200" b="1" dirty="0">
              <a:latin typeface="BIZ UDPゴシック" panose="020B0400000000000000" pitchFamily="50" charset="-128"/>
              <a:ea typeface="BIZ UDPゴシック" panose="020B0400000000000000" pitchFamily="50" charset="-128"/>
            </a:endParaRPr>
          </a:p>
        </p:txBody>
      </p:sp>
      <p:sp>
        <p:nvSpPr>
          <p:cNvPr id="38" name="テキスト ボックス 37">
            <a:extLst>
              <a:ext uri="{FF2B5EF4-FFF2-40B4-BE49-F238E27FC236}">
                <a16:creationId xmlns:a16="http://schemas.microsoft.com/office/drawing/2014/main" id="{81B75877-DA24-7258-6A75-CFEB82A49D1E}"/>
              </a:ext>
            </a:extLst>
          </p:cNvPr>
          <p:cNvSpPr txBox="1"/>
          <p:nvPr/>
        </p:nvSpPr>
        <p:spPr>
          <a:xfrm>
            <a:off x="8958534" y="2879998"/>
            <a:ext cx="2880000" cy="1088751"/>
          </a:xfrm>
          <a:prstGeom prst="rect">
            <a:avLst/>
          </a:prstGeom>
          <a:noFill/>
          <a:ln>
            <a:solidFill>
              <a:schemeClr val="bg1">
                <a:lumMod val="65000"/>
              </a:schemeClr>
            </a:solidFill>
          </a:ln>
        </p:spPr>
        <p:txBody>
          <a:bodyPr wrap="square" lIns="0" tIns="0" rIns="0" bIns="0" rtlCol="0" anchor="ctr" anchorCtr="0">
            <a:noAutofit/>
          </a:bodyPr>
          <a:lstStyle/>
          <a:p>
            <a:pPr marL="342900" indent="-250825" algn="l">
              <a:buFont typeface="+mj-lt"/>
              <a:buAutoNum type="arabicPeriod"/>
            </a:pPr>
            <a:r>
              <a:rPr kumimoji="1" lang="en-US" altLang="ja-JP" sz="1200" dirty="0">
                <a:latin typeface="BIZ UDPゴシック" panose="020B0400000000000000" pitchFamily="50" charset="-128"/>
                <a:ea typeface="BIZ UDPゴシック" panose="020B0400000000000000" pitchFamily="50" charset="-128"/>
              </a:rPr>
              <a:t>A</a:t>
            </a:r>
          </a:p>
          <a:p>
            <a:pPr marL="342900" indent="-250825" algn="l">
              <a:buFont typeface="+mj-lt"/>
              <a:buAutoNum type="arabicPeriod"/>
            </a:pPr>
            <a:r>
              <a:rPr kumimoji="1" lang="en-US" altLang="ja-JP" sz="1200" dirty="0">
                <a:latin typeface="BIZ UDPゴシック" panose="020B0400000000000000" pitchFamily="50" charset="-128"/>
                <a:ea typeface="BIZ UDPゴシック" panose="020B0400000000000000" pitchFamily="50" charset="-128"/>
              </a:rPr>
              <a:t>B</a:t>
            </a:r>
          </a:p>
          <a:p>
            <a:pPr marL="342900" indent="-250825" algn="l">
              <a:buFont typeface="+mj-lt"/>
              <a:buAutoNum type="arabicPeriod"/>
            </a:pPr>
            <a:r>
              <a:rPr lang="en-US" altLang="ja-JP" sz="1200" dirty="0">
                <a:latin typeface="BIZ UDPゴシック" panose="020B0400000000000000" pitchFamily="50" charset="-128"/>
                <a:ea typeface="BIZ UDPゴシック" panose="020B0400000000000000" pitchFamily="50" charset="-128"/>
              </a:rPr>
              <a:t>C</a:t>
            </a:r>
            <a:endParaRPr kumimoji="1" lang="en-US" altLang="ja-JP" sz="120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011240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275B44B-4016-54D0-790D-BA5F87DBBB79}"/>
              </a:ext>
            </a:extLst>
          </p:cNvPr>
          <p:cNvSpPr>
            <a:spLocks noGrp="1"/>
          </p:cNvSpPr>
          <p:nvPr>
            <p:ph type="title"/>
          </p:nvPr>
        </p:nvSpPr>
        <p:spPr/>
        <p:txBody>
          <a:bodyPr/>
          <a:lstStyle/>
          <a:p>
            <a:r>
              <a:rPr lang="ja-JP" altLang="en-US" dirty="0"/>
              <a:t>体制</a:t>
            </a:r>
            <a:endParaRPr kumimoji="1" lang="ja-JP" altLang="en-US" dirty="0"/>
          </a:p>
        </p:txBody>
      </p:sp>
      <p:sp>
        <p:nvSpPr>
          <p:cNvPr id="3" name="フッター プレースホルダー 2">
            <a:extLst>
              <a:ext uri="{FF2B5EF4-FFF2-40B4-BE49-F238E27FC236}">
                <a16:creationId xmlns:a16="http://schemas.microsoft.com/office/drawing/2014/main" id="{47FB845D-CF92-E09B-1137-7C4D36747032}"/>
              </a:ext>
            </a:extLst>
          </p:cNvPr>
          <p:cNvSpPr>
            <a:spLocks noGrp="1"/>
          </p:cNvSpPr>
          <p:nvPr>
            <p:ph type="ftr" sz="quarter" idx="11"/>
          </p:nvPr>
        </p:nvSpPr>
        <p:spPr/>
        <p:txBody>
          <a:bodyPr/>
          <a:lstStyle/>
          <a:p>
            <a:r>
              <a:rPr lang="ja-JP" altLang="en-US"/>
              <a:t>出所：</a:t>
            </a:r>
            <a:endParaRPr lang="ja-JP" altLang="en-US" sz="900" dirty="0"/>
          </a:p>
        </p:txBody>
      </p:sp>
      <p:sp>
        <p:nvSpPr>
          <p:cNvPr id="4" name="スライド番号プレースホルダー 3">
            <a:extLst>
              <a:ext uri="{FF2B5EF4-FFF2-40B4-BE49-F238E27FC236}">
                <a16:creationId xmlns:a16="http://schemas.microsoft.com/office/drawing/2014/main" id="{4B9E2219-DF1B-9B2E-055D-CAC23A17AB92}"/>
              </a:ext>
            </a:extLst>
          </p:cNvPr>
          <p:cNvSpPr>
            <a:spLocks noGrp="1"/>
          </p:cNvSpPr>
          <p:nvPr>
            <p:ph type="sldNum" sz="quarter" idx="12"/>
          </p:nvPr>
        </p:nvSpPr>
        <p:spPr/>
        <p:txBody>
          <a:bodyPr/>
          <a:lstStyle/>
          <a:p>
            <a:fld id="{DCB5AA93-092B-49A1-87A7-3C88D5F38AD7}" type="slidenum">
              <a:rPr lang="ja-JP" altLang="en-US" smtClean="0"/>
              <a:pPr/>
              <a:t>32</a:t>
            </a:fld>
            <a:endParaRPr lang="ja-JP" altLang="en-US" sz="900" dirty="0"/>
          </a:p>
        </p:txBody>
      </p:sp>
      <p:sp>
        <p:nvSpPr>
          <p:cNvPr id="5" name="テキスト プレースホルダー 4">
            <a:extLst>
              <a:ext uri="{FF2B5EF4-FFF2-40B4-BE49-F238E27FC236}">
                <a16:creationId xmlns:a16="http://schemas.microsoft.com/office/drawing/2014/main" id="{11C317E7-64B1-3868-76A7-7B4C6823CA46}"/>
              </a:ext>
            </a:extLst>
          </p:cNvPr>
          <p:cNvSpPr>
            <a:spLocks noGrp="1"/>
          </p:cNvSpPr>
          <p:nvPr>
            <p:ph type="body" sz="quarter" idx="13"/>
          </p:nvPr>
        </p:nvSpPr>
        <p:spPr/>
        <p:txBody>
          <a:bodyPr/>
          <a:lstStyle/>
          <a:p>
            <a:endParaRPr kumimoji="1" lang="ja-JP" altLang="en-US" dirty="0"/>
          </a:p>
        </p:txBody>
      </p:sp>
      <p:sp>
        <p:nvSpPr>
          <p:cNvPr id="6" name="正方形/長方形 5">
            <a:extLst>
              <a:ext uri="{FF2B5EF4-FFF2-40B4-BE49-F238E27FC236}">
                <a16:creationId xmlns:a16="http://schemas.microsoft.com/office/drawing/2014/main" id="{65FDC65C-C156-5915-BE29-73F2C0E04025}"/>
              </a:ext>
            </a:extLst>
          </p:cNvPr>
          <p:cNvSpPr/>
          <p:nvPr/>
        </p:nvSpPr>
        <p:spPr>
          <a:xfrm>
            <a:off x="1613697" y="4991278"/>
            <a:ext cx="2758354" cy="1498419"/>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268288" indent="-268288" algn="l">
              <a:buFont typeface="+mj-ea"/>
              <a:buAutoNum type="circleNumDbPlain"/>
            </a:pPr>
            <a:endPar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7" name="正方形/長方形 6">
            <a:extLst>
              <a:ext uri="{FF2B5EF4-FFF2-40B4-BE49-F238E27FC236}">
                <a16:creationId xmlns:a16="http://schemas.microsoft.com/office/drawing/2014/main" id="{5214C083-1B76-78F4-4F9E-55DE38AF6577}"/>
              </a:ext>
            </a:extLst>
          </p:cNvPr>
          <p:cNvSpPr/>
          <p:nvPr/>
        </p:nvSpPr>
        <p:spPr>
          <a:xfrm>
            <a:off x="4372050" y="1482732"/>
            <a:ext cx="7484988" cy="500696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268288" indent="-268288" algn="l">
              <a:buFont typeface="+mj-ea"/>
              <a:buAutoNum type="circleNumDbPlain"/>
            </a:pPr>
            <a:endPar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8" name="正方形/長方形 7">
            <a:extLst>
              <a:ext uri="{FF2B5EF4-FFF2-40B4-BE49-F238E27FC236}">
                <a16:creationId xmlns:a16="http://schemas.microsoft.com/office/drawing/2014/main" id="{CFFC6C86-422B-A44B-941A-495F526AF66D}"/>
              </a:ext>
            </a:extLst>
          </p:cNvPr>
          <p:cNvSpPr/>
          <p:nvPr/>
        </p:nvSpPr>
        <p:spPr>
          <a:xfrm>
            <a:off x="1613696" y="1482733"/>
            <a:ext cx="2430194" cy="3220135"/>
          </a:xfrm>
          <a:prstGeom prst="rect">
            <a:avLst/>
          </a:prstGeom>
          <a:solidFill>
            <a:schemeClr val="accent6">
              <a:lumMod val="20000"/>
              <a:lumOff val="8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268288" indent="-268288" algn="l">
              <a:buFont typeface="+mj-ea"/>
              <a:buAutoNum type="circleNumDbPlain"/>
            </a:pPr>
            <a:endPar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9" name="テキスト ボックス 8">
            <a:extLst>
              <a:ext uri="{FF2B5EF4-FFF2-40B4-BE49-F238E27FC236}">
                <a16:creationId xmlns:a16="http://schemas.microsoft.com/office/drawing/2014/main" id="{CD47DBB5-4975-C57F-85E5-28EDF76D3FF1}"/>
              </a:ext>
            </a:extLst>
          </p:cNvPr>
          <p:cNvSpPr txBox="1"/>
          <p:nvPr/>
        </p:nvSpPr>
        <p:spPr>
          <a:xfrm>
            <a:off x="360000" y="2048501"/>
            <a:ext cx="825547" cy="184666"/>
          </a:xfrm>
          <a:prstGeom prst="rect">
            <a:avLst/>
          </a:prstGeom>
          <a:noFill/>
        </p:spPr>
        <p:txBody>
          <a:bodyPr wrap="square" lIns="0" tIns="0" rIns="0" bIns="0" rtlCol="0">
            <a:noAutofit/>
          </a:bodyPr>
          <a:lstStyle/>
          <a:p>
            <a:r>
              <a:rPr lang="ja-JP" altLang="en-US" sz="1200" dirty="0">
                <a:latin typeface="BIZ UDPゴシック" panose="020B0400000000000000" pitchFamily="50" charset="-128"/>
                <a:ea typeface="BIZ UDPゴシック" panose="020B0400000000000000" pitchFamily="50" charset="-128"/>
              </a:rPr>
              <a:t>マネジメント</a:t>
            </a:r>
          </a:p>
        </p:txBody>
      </p:sp>
      <p:sp>
        <p:nvSpPr>
          <p:cNvPr id="10" name="テキスト ボックス 9">
            <a:extLst>
              <a:ext uri="{FF2B5EF4-FFF2-40B4-BE49-F238E27FC236}">
                <a16:creationId xmlns:a16="http://schemas.microsoft.com/office/drawing/2014/main" id="{66F92B3F-EFD5-8FE9-0FEB-01AE792BA4AA}"/>
              </a:ext>
            </a:extLst>
          </p:cNvPr>
          <p:cNvSpPr txBox="1"/>
          <p:nvPr/>
        </p:nvSpPr>
        <p:spPr>
          <a:xfrm>
            <a:off x="360000" y="3305133"/>
            <a:ext cx="573875" cy="184666"/>
          </a:xfrm>
          <a:prstGeom prst="rect">
            <a:avLst/>
          </a:prstGeom>
          <a:noFill/>
        </p:spPr>
        <p:txBody>
          <a:bodyPr wrap="square" lIns="0" tIns="0" rIns="0" bIns="0" rtlCol="0">
            <a:noAutofit/>
          </a:bodyPr>
          <a:lstStyle/>
          <a:p>
            <a:r>
              <a:rPr lang="ja-JP" altLang="en-US" sz="1200" dirty="0">
                <a:latin typeface="BIZ UDPゴシック" panose="020B0400000000000000" pitchFamily="50" charset="-128"/>
                <a:ea typeface="BIZ UDPゴシック" panose="020B0400000000000000" pitchFamily="50" charset="-128"/>
              </a:rPr>
              <a:t>リーダー</a:t>
            </a:r>
          </a:p>
        </p:txBody>
      </p:sp>
      <p:sp>
        <p:nvSpPr>
          <p:cNvPr id="11" name="テキスト ボックス 10">
            <a:extLst>
              <a:ext uri="{FF2B5EF4-FFF2-40B4-BE49-F238E27FC236}">
                <a16:creationId xmlns:a16="http://schemas.microsoft.com/office/drawing/2014/main" id="{3F916119-A1C6-4FE3-D17B-AD809E371C8F}"/>
              </a:ext>
            </a:extLst>
          </p:cNvPr>
          <p:cNvSpPr txBox="1"/>
          <p:nvPr/>
        </p:nvSpPr>
        <p:spPr>
          <a:xfrm>
            <a:off x="360000" y="5002050"/>
            <a:ext cx="307777" cy="184666"/>
          </a:xfrm>
          <a:prstGeom prst="rect">
            <a:avLst/>
          </a:prstGeom>
          <a:noFill/>
        </p:spPr>
        <p:txBody>
          <a:bodyPr wrap="square" lIns="0" tIns="0" rIns="0" bIns="0" rtlCol="0">
            <a:noAutofit/>
          </a:bodyPr>
          <a:lstStyle/>
          <a:p>
            <a:r>
              <a:rPr lang="ja-JP" altLang="en-US" sz="1200" dirty="0">
                <a:latin typeface="BIZ UDPゴシック" panose="020B0400000000000000" pitchFamily="50" charset="-128"/>
                <a:ea typeface="BIZ UDPゴシック" panose="020B0400000000000000" pitchFamily="50" charset="-128"/>
              </a:rPr>
              <a:t>実行</a:t>
            </a:r>
          </a:p>
        </p:txBody>
      </p:sp>
      <p:cxnSp>
        <p:nvCxnSpPr>
          <p:cNvPr id="12" name="コネクタ: カギ線 11">
            <a:extLst>
              <a:ext uri="{FF2B5EF4-FFF2-40B4-BE49-F238E27FC236}">
                <a16:creationId xmlns:a16="http://schemas.microsoft.com/office/drawing/2014/main" id="{07DD33FF-1D3C-B44A-F05A-102929C8DE37}"/>
              </a:ext>
            </a:extLst>
          </p:cNvPr>
          <p:cNvCxnSpPr>
            <a:cxnSpLocks/>
            <a:stCxn id="30" idx="2"/>
            <a:endCxn id="35" idx="0"/>
          </p:cNvCxnSpPr>
          <p:nvPr/>
        </p:nvCxnSpPr>
        <p:spPr>
          <a:xfrm rot="16200000" flipH="1">
            <a:off x="6599736" y="3189582"/>
            <a:ext cx="1064894" cy="2818735"/>
          </a:xfrm>
          <a:prstGeom prst="bentConnector3">
            <a:avLst>
              <a:gd name="adj1" fmla="val 50000"/>
            </a:avLst>
          </a:prstGeom>
          <a:ln w="12700">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sp>
        <p:nvSpPr>
          <p:cNvPr id="13" name="テキスト ボックス 12">
            <a:extLst>
              <a:ext uri="{FF2B5EF4-FFF2-40B4-BE49-F238E27FC236}">
                <a16:creationId xmlns:a16="http://schemas.microsoft.com/office/drawing/2014/main" id="{18EBCF0D-DB54-AF09-526E-2F90849CA702}"/>
              </a:ext>
            </a:extLst>
          </p:cNvPr>
          <p:cNvSpPr txBox="1"/>
          <p:nvPr/>
        </p:nvSpPr>
        <p:spPr>
          <a:xfrm>
            <a:off x="1717590" y="1586499"/>
            <a:ext cx="474489" cy="215444"/>
          </a:xfrm>
          <a:prstGeom prst="rect">
            <a:avLst/>
          </a:prstGeom>
          <a:noFill/>
        </p:spPr>
        <p:txBody>
          <a:bodyPr wrap="none" lIns="0" tIns="0" rIns="0" bIns="0" rtlCol="0">
            <a:spAutoFit/>
          </a:bodyPr>
          <a:lstStyle/>
          <a:p>
            <a:r>
              <a:rPr lang="ja-JP" altLang="en-US" sz="1400" dirty="0">
                <a:latin typeface="BIZ UDPゴシック" panose="020B0400000000000000" pitchFamily="50" charset="-128"/>
                <a:ea typeface="BIZ UDPゴシック" panose="020B0400000000000000" pitchFamily="50" charset="-128"/>
              </a:rPr>
              <a:t>顧客</a:t>
            </a:r>
            <a:r>
              <a:rPr lang="en-US" altLang="ja-JP" sz="1400" dirty="0">
                <a:latin typeface="BIZ UDPゴシック" panose="020B0400000000000000" pitchFamily="50" charset="-128"/>
                <a:ea typeface="BIZ UDPゴシック" panose="020B0400000000000000" pitchFamily="50" charset="-128"/>
              </a:rPr>
              <a:t>: </a:t>
            </a:r>
            <a:endParaRPr lang="ja-JP" altLang="en-US" sz="1400" dirty="0">
              <a:latin typeface="BIZ UDPゴシック" panose="020B0400000000000000" pitchFamily="50" charset="-128"/>
              <a:ea typeface="BIZ UDPゴシック" panose="020B0400000000000000" pitchFamily="50" charset="-128"/>
            </a:endParaRPr>
          </a:p>
        </p:txBody>
      </p:sp>
      <p:sp>
        <p:nvSpPr>
          <p:cNvPr id="14" name="テキスト ボックス 13">
            <a:extLst>
              <a:ext uri="{FF2B5EF4-FFF2-40B4-BE49-F238E27FC236}">
                <a16:creationId xmlns:a16="http://schemas.microsoft.com/office/drawing/2014/main" id="{35E34398-D13E-CDC0-7528-BBF7D2C957D1}"/>
              </a:ext>
            </a:extLst>
          </p:cNvPr>
          <p:cNvSpPr txBox="1"/>
          <p:nvPr/>
        </p:nvSpPr>
        <p:spPr>
          <a:xfrm>
            <a:off x="4432010" y="1586499"/>
            <a:ext cx="3491340" cy="215444"/>
          </a:xfrm>
          <a:prstGeom prst="rect">
            <a:avLst/>
          </a:prstGeom>
          <a:noFill/>
        </p:spPr>
        <p:txBody>
          <a:bodyPr wrap="none" lIns="0" tIns="0" rIns="0" bIns="0" rtlCol="0">
            <a:spAutoFit/>
          </a:bodyPr>
          <a:lstStyle/>
          <a:p>
            <a:r>
              <a:rPr lang="ja-JP" altLang="en-US" sz="1400" dirty="0">
                <a:latin typeface="BIZ UDPゴシック" panose="020B0400000000000000" pitchFamily="50" charset="-128"/>
                <a:ea typeface="BIZ UDPゴシック" panose="020B0400000000000000" pitchFamily="50" charset="-128"/>
              </a:rPr>
              <a:t>弊社</a:t>
            </a:r>
            <a:r>
              <a:rPr lang="en-US" altLang="ja-JP" sz="1400" dirty="0">
                <a:latin typeface="BIZ UDPゴシック" panose="020B0400000000000000" pitchFamily="50" charset="-128"/>
                <a:ea typeface="BIZ UDPゴシック" panose="020B0400000000000000" pitchFamily="50" charset="-128"/>
              </a:rPr>
              <a:t>: </a:t>
            </a:r>
            <a:r>
              <a:rPr lang="ja-JP" altLang="en-US" sz="1400" dirty="0">
                <a:latin typeface="BIZ UDPゴシック" panose="020B0400000000000000" pitchFamily="50" charset="-128"/>
                <a:ea typeface="BIZ UDPゴシック" panose="020B0400000000000000" pitchFamily="50" charset="-128"/>
              </a:rPr>
              <a:t>委託業務の遂行責任 および 報告責務</a:t>
            </a:r>
          </a:p>
        </p:txBody>
      </p:sp>
      <p:sp>
        <p:nvSpPr>
          <p:cNvPr id="15" name="テキスト ボックス 14">
            <a:extLst>
              <a:ext uri="{FF2B5EF4-FFF2-40B4-BE49-F238E27FC236}">
                <a16:creationId xmlns:a16="http://schemas.microsoft.com/office/drawing/2014/main" id="{476729B1-CD46-BD07-6036-5FFAD1E0CB14}"/>
              </a:ext>
            </a:extLst>
          </p:cNvPr>
          <p:cNvSpPr txBox="1"/>
          <p:nvPr/>
        </p:nvSpPr>
        <p:spPr>
          <a:xfrm>
            <a:off x="4680476" y="2140834"/>
            <a:ext cx="2077406" cy="215444"/>
          </a:xfrm>
          <a:prstGeom prst="rect">
            <a:avLst/>
          </a:prstGeom>
          <a:solidFill>
            <a:schemeClr val="tx2">
              <a:lumMod val="75000"/>
              <a:lumOff val="25000"/>
              <a:alpha val="40000"/>
            </a:schemeClr>
          </a:solidFill>
          <a:ln w="28575">
            <a:noFill/>
          </a:ln>
        </p:spPr>
        <p:txBody>
          <a:bodyPr wrap="square" lIns="0" tIns="0" rIns="0" bIns="0" rtlCol="0">
            <a:spAutoFit/>
          </a:bodyPr>
          <a:lstStyle/>
          <a:p>
            <a:pPr algn="ctr"/>
            <a:r>
              <a:rPr kumimoji="1" lang="ja-JP" altLang="en-US" sz="1400" dirty="0">
                <a:latin typeface="BIZ UDPゴシック" panose="020B0400000000000000" pitchFamily="50" charset="-128"/>
                <a:ea typeface="BIZ UDPゴシック" panose="020B0400000000000000" pitchFamily="50" charset="-128"/>
              </a:rPr>
              <a:t>プロジェクトオーナー</a:t>
            </a:r>
            <a:endParaRPr kumimoji="1" lang="en-US" altLang="ja-JP" sz="1400" dirty="0">
              <a:latin typeface="BIZ UDPゴシック" panose="020B0400000000000000" pitchFamily="50" charset="-128"/>
              <a:ea typeface="BIZ UDPゴシック" panose="020B0400000000000000" pitchFamily="50" charset="-128"/>
            </a:endParaRPr>
          </a:p>
        </p:txBody>
      </p:sp>
      <p:sp>
        <p:nvSpPr>
          <p:cNvPr id="16" name="テキスト ボックス 15">
            <a:extLst>
              <a:ext uri="{FF2B5EF4-FFF2-40B4-BE49-F238E27FC236}">
                <a16:creationId xmlns:a16="http://schemas.microsoft.com/office/drawing/2014/main" id="{F375E58F-1CC0-4C00-D121-4891900BB82E}"/>
              </a:ext>
            </a:extLst>
          </p:cNvPr>
          <p:cNvSpPr txBox="1"/>
          <p:nvPr/>
        </p:nvSpPr>
        <p:spPr>
          <a:xfrm>
            <a:off x="4680476" y="2355551"/>
            <a:ext cx="2077406" cy="215444"/>
          </a:xfrm>
          <a:prstGeom prst="rect">
            <a:avLst/>
          </a:prstGeom>
          <a:solidFill>
            <a:schemeClr val="bg1"/>
          </a:solidFill>
          <a:ln w="28575">
            <a:noFill/>
          </a:ln>
        </p:spPr>
        <p:txBody>
          <a:bodyPr wrap="square" lIns="0" tIns="0" rIns="0" bIns="0" rtlCol="0" anchor="t" anchorCtr="0">
            <a:spAutoFit/>
          </a:bodyPr>
          <a:lstStyle/>
          <a:p>
            <a:pPr algn="ctr"/>
            <a:r>
              <a:rPr lang="en-US" altLang="ja-JP" sz="1400" dirty="0">
                <a:latin typeface="BIZ UDPゴシック" panose="020B0400000000000000" pitchFamily="50" charset="-128"/>
                <a:ea typeface="BIZ UDPゴシック" panose="020B0400000000000000" pitchFamily="50" charset="-128"/>
              </a:rPr>
              <a:t>C</a:t>
            </a:r>
            <a:r>
              <a:rPr lang="ja-JP" altLang="en-US" sz="1400" dirty="0">
                <a:latin typeface="BIZ UDPゴシック" panose="020B0400000000000000" pitchFamily="50" charset="-128"/>
                <a:ea typeface="BIZ UDPゴシック" panose="020B0400000000000000" pitchFamily="50" charset="-128"/>
              </a:rPr>
              <a:t>部長</a:t>
            </a:r>
            <a:endParaRPr lang="en-US" altLang="ja-JP" sz="1400" dirty="0">
              <a:latin typeface="BIZ UDPゴシック" panose="020B0400000000000000" pitchFamily="50" charset="-128"/>
              <a:ea typeface="BIZ UDPゴシック" panose="020B0400000000000000" pitchFamily="50" charset="-128"/>
            </a:endParaRPr>
          </a:p>
        </p:txBody>
      </p:sp>
      <p:sp>
        <p:nvSpPr>
          <p:cNvPr id="17" name="テキスト ボックス 16">
            <a:extLst>
              <a:ext uri="{FF2B5EF4-FFF2-40B4-BE49-F238E27FC236}">
                <a16:creationId xmlns:a16="http://schemas.microsoft.com/office/drawing/2014/main" id="{EFEEB9C2-B968-627D-A211-7A14A8B8D175}"/>
              </a:ext>
            </a:extLst>
          </p:cNvPr>
          <p:cNvSpPr txBox="1"/>
          <p:nvPr/>
        </p:nvSpPr>
        <p:spPr>
          <a:xfrm>
            <a:off x="3471911" y="2637816"/>
            <a:ext cx="1107676" cy="369332"/>
          </a:xfrm>
          <a:prstGeom prst="rect">
            <a:avLst/>
          </a:prstGeom>
          <a:noFill/>
        </p:spPr>
        <p:txBody>
          <a:bodyPr wrap="none" lIns="0" tIns="0" rIns="0" bIns="0" rtlCol="0">
            <a:spAutoFit/>
          </a:bodyPr>
          <a:lstStyle/>
          <a:p>
            <a:r>
              <a:rPr lang="en-US" altLang="ja-JP" sz="1200" dirty="0">
                <a:latin typeface="BIZ UDPゴシック" panose="020B0400000000000000" pitchFamily="50" charset="-128"/>
                <a:ea typeface="BIZ UDPゴシック" panose="020B0400000000000000" pitchFamily="50" charset="-128"/>
              </a:rPr>
              <a:t>PJ</a:t>
            </a:r>
            <a:r>
              <a:rPr lang="ja-JP" altLang="en-US" sz="1200" dirty="0">
                <a:latin typeface="BIZ UDPゴシック" panose="020B0400000000000000" pitchFamily="50" charset="-128"/>
                <a:ea typeface="BIZ UDPゴシック" panose="020B0400000000000000" pitchFamily="50" charset="-128"/>
              </a:rPr>
              <a:t>進行に関わる</a:t>
            </a:r>
            <a:endParaRPr lang="en-US" altLang="ja-JP" sz="1200" dirty="0">
              <a:latin typeface="BIZ UDPゴシック" panose="020B0400000000000000" pitchFamily="50" charset="-128"/>
              <a:ea typeface="BIZ UDPゴシック" panose="020B0400000000000000" pitchFamily="50" charset="-128"/>
            </a:endParaRPr>
          </a:p>
          <a:p>
            <a:r>
              <a:rPr lang="ja-JP" altLang="en-US" sz="1200" dirty="0">
                <a:latin typeface="BIZ UDPゴシック" panose="020B0400000000000000" pitchFamily="50" charset="-128"/>
                <a:ea typeface="BIZ UDPゴシック" panose="020B0400000000000000" pitchFamily="50" charset="-128"/>
              </a:rPr>
              <a:t>意思決定</a:t>
            </a:r>
          </a:p>
        </p:txBody>
      </p:sp>
      <p:sp>
        <p:nvSpPr>
          <p:cNvPr id="18" name="テキスト ボックス 17">
            <a:extLst>
              <a:ext uri="{FF2B5EF4-FFF2-40B4-BE49-F238E27FC236}">
                <a16:creationId xmlns:a16="http://schemas.microsoft.com/office/drawing/2014/main" id="{7B7424F4-37AE-F31E-C2D7-C934DE3FCA43}"/>
              </a:ext>
            </a:extLst>
          </p:cNvPr>
          <p:cNvSpPr txBox="1"/>
          <p:nvPr/>
        </p:nvSpPr>
        <p:spPr>
          <a:xfrm>
            <a:off x="6130347" y="4082322"/>
            <a:ext cx="1274388" cy="369332"/>
          </a:xfrm>
          <a:prstGeom prst="rect">
            <a:avLst/>
          </a:prstGeom>
          <a:noFill/>
        </p:spPr>
        <p:txBody>
          <a:bodyPr wrap="none" lIns="0" tIns="0" rIns="0" bIns="0" rtlCol="0">
            <a:spAutoFit/>
          </a:bodyPr>
          <a:lstStyle/>
          <a:p>
            <a:r>
              <a:rPr lang="en-US" altLang="ja-JP" sz="1200" dirty="0">
                <a:latin typeface="BIZ UDPゴシック" panose="020B0400000000000000" pitchFamily="50" charset="-128"/>
                <a:ea typeface="BIZ UDPゴシック" panose="020B0400000000000000" pitchFamily="50" charset="-128"/>
              </a:rPr>
              <a:t>PJ</a:t>
            </a:r>
            <a:r>
              <a:rPr lang="ja-JP" altLang="en-US" sz="1200" dirty="0">
                <a:latin typeface="BIZ UDPゴシック" panose="020B0400000000000000" pitchFamily="50" charset="-128"/>
                <a:ea typeface="BIZ UDPゴシック" panose="020B0400000000000000" pitchFamily="50" charset="-128"/>
              </a:rPr>
              <a:t>計画の進行管理</a:t>
            </a:r>
            <a:endParaRPr lang="en-US" altLang="ja-JP" sz="1200" dirty="0">
              <a:latin typeface="BIZ UDPゴシック" panose="020B0400000000000000" pitchFamily="50" charset="-128"/>
              <a:ea typeface="BIZ UDPゴシック" panose="020B0400000000000000" pitchFamily="50" charset="-128"/>
            </a:endParaRPr>
          </a:p>
          <a:p>
            <a:r>
              <a:rPr lang="en-US" altLang="ja-JP" sz="1200" dirty="0">
                <a:latin typeface="BIZ UDPゴシック" panose="020B0400000000000000" pitchFamily="50" charset="-128"/>
                <a:ea typeface="BIZ UDPゴシック" panose="020B0400000000000000" pitchFamily="50" charset="-128"/>
              </a:rPr>
              <a:t>PJ</a:t>
            </a:r>
            <a:r>
              <a:rPr lang="ja-JP" altLang="en-US" sz="1200" dirty="0">
                <a:latin typeface="BIZ UDPゴシック" panose="020B0400000000000000" pitchFamily="50" charset="-128"/>
                <a:ea typeface="BIZ UDPゴシック" panose="020B0400000000000000" pitchFamily="50" charset="-128"/>
              </a:rPr>
              <a:t>進捗報告の責任</a:t>
            </a:r>
          </a:p>
        </p:txBody>
      </p:sp>
      <p:sp>
        <p:nvSpPr>
          <p:cNvPr id="19" name="テキスト ボックス 18">
            <a:extLst>
              <a:ext uri="{FF2B5EF4-FFF2-40B4-BE49-F238E27FC236}">
                <a16:creationId xmlns:a16="http://schemas.microsoft.com/office/drawing/2014/main" id="{600671F9-C31A-A466-00B9-5B2FB45E6C3D}"/>
              </a:ext>
            </a:extLst>
          </p:cNvPr>
          <p:cNvSpPr txBox="1"/>
          <p:nvPr/>
        </p:nvSpPr>
        <p:spPr>
          <a:xfrm>
            <a:off x="6130347" y="2602658"/>
            <a:ext cx="1461939" cy="184666"/>
          </a:xfrm>
          <a:prstGeom prst="rect">
            <a:avLst/>
          </a:prstGeom>
          <a:noFill/>
        </p:spPr>
        <p:txBody>
          <a:bodyPr wrap="none" lIns="0" tIns="0" rIns="0" bIns="0" rtlCol="0">
            <a:spAutoFit/>
          </a:bodyPr>
          <a:lstStyle/>
          <a:p>
            <a:r>
              <a:rPr lang="ja-JP" altLang="en-US" sz="1200" dirty="0">
                <a:latin typeface="BIZ UDPゴシック" panose="020B0400000000000000" pitchFamily="50" charset="-128"/>
                <a:ea typeface="BIZ UDPゴシック" panose="020B0400000000000000" pitchFamily="50" charset="-128"/>
              </a:rPr>
              <a:t>契約・予算の執行責任</a:t>
            </a:r>
            <a:endParaRPr lang="en-US" altLang="ja-JP" sz="1200" dirty="0">
              <a:latin typeface="BIZ UDPゴシック" panose="020B0400000000000000" pitchFamily="50" charset="-128"/>
              <a:ea typeface="BIZ UDPゴシック" panose="020B0400000000000000" pitchFamily="50" charset="-128"/>
            </a:endParaRPr>
          </a:p>
        </p:txBody>
      </p:sp>
      <p:sp>
        <p:nvSpPr>
          <p:cNvPr id="20" name="テキスト ボックス 19">
            <a:extLst>
              <a:ext uri="{FF2B5EF4-FFF2-40B4-BE49-F238E27FC236}">
                <a16:creationId xmlns:a16="http://schemas.microsoft.com/office/drawing/2014/main" id="{F17F8485-6DE6-C606-7FB8-6D9A3E8B76FA}"/>
              </a:ext>
            </a:extLst>
          </p:cNvPr>
          <p:cNvSpPr txBox="1"/>
          <p:nvPr/>
        </p:nvSpPr>
        <p:spPr>
          <a:xfrm>
            <a:off x="10223239" y="2791087"/>
            <a:ext cx="1077218" cy="184666"/>
          </a:xfrm>
          <a:prstGeom prst="rect">
            <a:avLst/>
          </a:prstGeom>
          <a:noFill/>
        </p:spPr>
        <p:txBody>
          <a:bodyPr wrap="none" lIns="0" tIns="0" rIns="0" bIns="0" rtlCol="0">
            <a:spAutoFit/>
          </a:bodyPr>
          <a:lstStyle/>
          <a:p>
            <a:r>
              <a:rPr lang="ja-JP" altLang="en-US" sz="1200" dirty="0">
                <a:latin typeface="BIZ UDPゴシック" panose="020B0400000000000000" pitchFamily="50" charset="-128"/>
                <a:ea typeface="BIZ UDPゴシック" panose="020B0400000000000000" pitchFamily="50" charset="-128"/>
              </a:rPr>
              <a:t>人員確保の責任</a:t>
            </a:r>
            <a:endParaRPr lang="en-US" altLang="ja-JP" sz="1200" dirty="0">
              <a:latin typeface="BIZ UDPゴシック" panose="020B0400000000000000" pitchFamily="50" charset="-128"/>
              <a:ea typeface="BIZ UDPゴシック" panose="020B0400000000000000" pitchFamily="50" charset="-128"/>
            </a:endParaRPr>
          </a:p>
        </p:txBody>
      </p:sp>
      <p:sp>
        <p:nvSpPr>
          <p:cNvPr id="21" name="テキスト ボックス 20">
            <a:extLst>
              <a:ext uri="{FF2B5EF4-FFF2-40B4-BE49-F238E27FC236}">
                <a16:creationId xmlns:a16="http://schemas.microsoft.com/office/drawing/2014/main" id="{3C95F60C-A818-598A-212D-73DF7579008E}"/>
              </a:ext>
            </a:extLst>
          </p:cNvPr>
          <p:cNvSpPr txBox="1"/>
          <p:nvPr/>
        </p:nvSpPr>
        <p:spPr>
          <a:xfrm>
            <a:off x="10181749" y="4397956"/>
            <a:ext cx="1538883" cy="369332"/>
          </a:xfrm>
          <a:prstGeom prst="rect">
            <a:avLst/>
          </a:prstGeom>
          <a:noFill/>
        </p:spPr>
        <p:txBody>
          <a:bodyPr wrap="none" lIns="0" tIns="0" rIns="0" bIns="0" rtlCol="0">
            <a:spAutoFit/>
          </a:bodyPr>
          <a:lstStyle/>
          <a:p>
            <a:r>
              <a:rPr lang="ja-JP" altLang="en-US" sz="1200" dirty="0">
                <a:latin typeface="メイリオ" panose="020B0604030504040204" pitchFamily="50" charset="-128"/>
                <a:ea typeface="メイリオ" panose="020B0604030504040204" pitchFamily="50" charset="-128"/>
              </a:rPr>
              <a:t>リーダーと現場の整合</a:t>
            </a:r>
            <a:endParaRPr lang="en-US" altLang="ja-JP" sz="1200" dirty="0">
              <a:latin typeface="メイリオ" panose="020B0604030504040204" pitchFamily="50" charset="-128"/>
              <a:ea typeface="メイリオ" panose="020B0604030504040204" pitchFamily="50" charset="-128"/>
            </a:endParaRPr>
          </a:p>
          <a:p>
            <a:r>
              <a:rPr lang="ja-JP" altLang="en-US" sz="1200" dirty="0">
                <a:latin typeface="メイリオ" panose="020B0604030504040204" pitchFamily="50" charset="-128"/>
                <a:ea typeface="メイリオ" panose="020B0604030504040204" pitchFamily="50" charset="-128"/>
              </a:rPr>
              <a:t>ギャップ解消</a:t>
            </a:r>
            <a:endParaRPr lang="en-US" altLang="ja-JP" sz="1200" dirty="0">
              <a:latin typeface="メイリオ" panose="020B0604030504040204" pitchFamily="50" charset="-128"/>
              <a:ea typeface="メイリオ" panose="020B0604030504040204" pitchFamily="50" charset="-128"/>
            </a:endParaRPr>
          </a:p>
        </p:txBody>
      </p:sp>
      <p:sp>
        <p:nvSpPr>
          <p:cNvPr id="22" name="テキスト ボックス 21">
            <a:extLst>
              <a:ext uri="{FF2B5EF4-FFF2-40B4-BE49-F238E27FC236}">
                <a16:creationId xmlns:a16="http://schemas.microsoft.com/office/drawing/2014/main" id="{5EE889FB-6A61-45E4-366A-8D3384D19BA1}"/>
              </a:ext>
            </a:extLst>
          </p:cNvPr>
          <p:cNvSpPr txBox="1"/>
          <p:nvPr/>
        </p:nvSpPr>
        <p:spPr>
          <a:xfrm>
            <a:off x="2627635" y="5831956"/>
            <a:ext cx="769441" cy="369332"/>
          </a:xfrm>
          <a:prstGeom prst="rect">
            <a:avLst/>
          </a:prstGeom>
          <a:noFill/>
        </p:spPr>
        <p:txBody>
          <a:bodyPr wrap="none" lIns="0" tIns="0" rIns="0" bIns="0" rtlCol="0">
            <a:spAutoFit/>
          </a:bodyPr>
          <a:lstStyle/>
          <a:p>
            <a:r>
              <a:rPr lang="ja-JP" altLang="en-US" sz="1200" dirty="0">
                <a:latin typeface="BIZ UDPゴシック" panose="020B0400000000000000" pitchFamily="50" charset="-128"/>
                <a:ea typeface="BIZ UDPゴシック" panose="020B0400000000000000" pitchFamily="50" charset="-128"/>
              </a:rPr>
              <a:t>設計判断</a:t>
            </a:r>
            <a:endParaRPr lang="en-US" altLang="ja-JP" sz="1200" dirty="0">
              <a:latin typeface="BIZ UDPゴシック" panose="020B0400000000000000" pitchFamily="50" charset="-128"/>
              <a:ea typeface="BIZ UDPゴシック" panose="020B0400000000000000" pitchFamily="50" charset="-128"/>
            </a:endParaRPr>
          </a:p>
          <a:p>
            <a:r>
              <a:rPr lang="ja-JP" altLang="en-US" sz="1200" dirty="0">
                <a:latin typeface="BIZ UDPゴシック" panose="020B0400000000000000" pitchFamily="50" charset="-128"/>
                <a:ea typeface="BIZ UDPゴシック" panose="020B0400000000000000" pitchFamily="50" charset="-128"/>
              </a:rPr>
              <a:t>実現可能性</a:t>
            </a:r>
            <a:endParaRPr lang="en-US" altLang="ja-JP" sz="1200" dirty="0">
              <a:latin typeface="BIZ UDPゴシック" panose="020B0400000000000000" pitchFamily="50" charset="-128"/>
              <a:ea typeface="BIZ UDPゴシック" panose="020B0400000000000000" pitchFamily="50" charset="-128"/>
            </a:endParaRPr>
          </a:p>
        </p:txBody>
      </p:sp>
      <p:sp>
        <p:nvSpPr>
          <p:cNvPr id="23" name="テキスト ボックス 22">
            <a:extLst>
              <a:ext uri="{FF2B5EF4-FFF2-40B4-BE49-F238E27FC236}">
                <a16:creationId xmlns:a16="http://schemas.microsoft.com/office/drawing/2014/main" id="{79BA1F63-98AE-AD4C-C155-A56AE4DDFE09}"/>
              </a:ext>
            </a:extLst>
          </p:cNvPr>
          <p:cNvSpPr txBox="1"/>
          <p:nvPr/>
        </p:nvSpPr>
        <p:spPr>
          <a:xfrm>
            <a:off x="5385989" y="5831956"/>
            <a:ext cx="615553" cy="369332"/>
          </a:xfrm>
          <a:prstGeom prst="rect">
            <a:avLst/>
          </a:prstGeom>
          <a:noFill/>
        </p:spPr>
        <p:txBody>
          <a:bodyPr wrap="none" lIns="0" tIns="0" rIns="0" bIns="0" rtlCol="0">
            <a:spAutoFit/>
          </a:bodyPr>
          <a:lstStyle/>
          <a:p>
            <a:r>
              <a:rPr lang="ja-JP" altLang="en-US" sz="1200" dirty="0">
                <a:latin typeface="BIZ UDPゴシック" panose="020B0400000000000000" pitchFamily="50" charset="-128"/>
                <a:ea typeface="BIZ UDPゴシック" panose="020B0400000000000000" pitchFamily="50" charset="-128"/>
              </a:rPr>
              <a:t>効率改善</a:t>
            </a:r>
            <a:endParaRPr lang="en-US" altLang="ja-JP" sz="1200" dirty="0">
              <a:latin typeface="BIZ UDPゴシック" panose="020B0400000000000000" pitchFamily="50" charset="-128"/>
              <a:ea typeface="BIZ UDPゴシック" panose="020B0400000000000000" pitchFamily="50" charset="-128"/>
            </a:endParaRPr>
          </a:p>
          <a:p>
            <a:r>
              <a:rPr lang="ja-JP" altLang="en-US" sz="1200" dirty="0">
                <a:latin typeface="BIZ UDPゴシック" panose="020B0400000000000000" pitchFamily="50" charset="-128"/>
                <a:ea typeface="BIZ UDPゴシック" panose="020B0400000000000000" pitchFamily="50" charset="-128"/>
              </a:rPr>
              <a:t>品質担保</a:t>
            </a:r>
            <a:endParaRPr lang="en-US" altLang="ja-JP" sz="1200" dirty="0">
              <a:latin typeface="BIZ UDPゴシック" panose="020B0400000000000000" pitchFamily="50" charset="-128"/>
              <a:ea typeface="BIZ UDPゴシック" panose="020B0400000000000000" pitchFamily="50" charset="-128"/>
            </a:endParaRPr>
          </a:p>
        </p:txBody>
      </p:sp>
      <p:sp>
        <p:nvSpPr>
          <p:cNvPr id="24" name="テキスト ボックス 23">
            <a:extLst>
              <a:ext uri="{FF2B5EF4-FFF2-40B4-BE49-F238E27FC236}">
                <a16:creationId xmlns:a16="http://schemas.microsoft.com/office/drawing/2014/main" id="{74B91E90-083B-EDCE-A1BC-9D2C7949BD2E}"/>
              </a:ext>
            </a:extLst>
          </p:cNvPr>
          <p:cNvSpPr txBox="1"/>
          <p:nvPr/>
        </p:nvSpPr>
        <p:spPr>
          <a:xfrm>
            <a:off x="7960330" y="5831956"/>
            <a:ext cx="1384995" cy="369332"/>
          </a:xfrm>
          <a:prstGeom prst="rect">
            <a:avLst/>
          </a:prstGeom>
          <a:noFill/>
        </p:spPr>
        <p:txBody>
          <a:bodyPr wrap="none" lIns="0" tIns="0" rIns="0" bIns="0" rtlCol="0">
            <a:spAutoFit/>
          </a:bodyPr>
          <a:lstStyle/>
          <a:p>
            <a:r>
              <a:rPr lang="ja-JP" altLang="en-US" sz="1200" dirty="0">
                <a:latin typeface="BIZ UDPゴシック" panose="020B0400000000000000" pitchFamily="50" charset="-128"/>
                <a:ea typeface="BIZ UDPゴシック" panose="020B0400000000000000" pitchFamily="50" charset="-128"/>
              </a:rPr>
              <a:t>業務要件の意思決定</a:t>
            </a:r>
            <a:endParaRPr lang="en-US" altLang="ja-JP" sz="1200" dirty="0">
              <a:latin typeface="BIZ UDPゴシック" panose="020B0400000000000000" pitchFamily="50" charset="-128"/>
              <a:ea typeface="BIZ UDPゴシック" panose="020B0400000000000000" pitchFamily="50" charset="-128"/>
            </a:endParaRPr>
          </a:p>
          <a:p>
            <a:r>
              <a:rPr lang="ja-JP" altLang="en-US" sz="1200" dirty="0">
                <a:latin typeface="BIZ UDPゴシック" panose="020B0400000000000000" pitchFamily="50" charset="-128"/>
                <a:ea typeface="BIZ UDPゴシック" panose="020B0400000000000000" pitchFamily="50" charset="-128"/>
              </a:rPr>
              <a:t>要望窓口</a:t>
            </a:r>
            <a:endParaRPr lang="en-US" altLang="ja-JP" sz="1200" dirty="0">
              <a:latin typeface="BIZ UDPゴシック" panose="020B0400000000000000" pitchFamily="50" charset="-128"/>
              <a:ea typeface="BIZ UDPゴシック" panose="020B0400000000000000" pitchFamily="50" charset="-128"/>
            </a:endParaRPr>
          </a:p>
        </p:txBody>
      </p:sp>
      <p:sp>
        <p:nvSpPr>
          <p:cNvPr id="25" name="テキスト ボックス 24">
            <a:extLst>
              <a:ext uri="{FF2B5EF4-FFF2-40B4-BE49-F238E27FC236}">
                <a16:creationId xmlns:a16="http://schemas.microsoft.com/office/drawing/2014/main" id="{B119DF04-1C2A-675E-0788-83C8722561D8}"/>
              </a:ext>
            </a:extLst>
          </p:cNvPr>
          <p:cNvSpPr txBox="1"/>
          <p:nvPr/>
        </p:nvSpPr>
        <p:spPr>
          <a:xfrm>
            <a:off x="9143046" y="2140834"/>
            <a:ext cx="2077406" cy="215444"/>
          </a:xfrm>
          <a:prstGeom prst="rect">
            <a:avLst/>
          </a:prstGeom>
          <a:solidFill>
            <a:schemeClr val="tx2">
              <a:lumMod val="75000"/>
              <a:lumOff val="25000"/>
              <a:alpha val="40000"/>
            </a:schemeClr>
          </a:solidFill>
          <a:ln w="28575">
            <a:noFill/>
          </a:ln>
        </p:spPr>
        <p:txBody>
          <a:bodyPr wrap="square" lIns="0" tIns="0" rIns="0" bIns="0" rtlCol="0">
            <a:spAutoFit/>
          </a:bodyPr>
          <a:lstStyle/>
          <a:p>
            <a:pPr algn="ctr"/>
            <a:r>
              <a:rPr kumimoji="1" lang="ja-JP" altLang="en-US" sz="1400" dirty="0">
                <a:latin typeface="BIZ UDPゴシック" panose="020B0400000000000000" pitchFamily="50" charset="-128"/>
                <a:ea typeface="BIZ UDPゴシック" panose="020B0400000000000000" pitchFamily="50" charset="-128"/>
              </a:rPr>
              <a:t>社内サポート</a:t>
            </a:r>
            <a:endParaRPr kumimoji="1" lang="en-US" altLang="ja-JP" sz="1400" dirty="0">
              <a:latin typeface="BIZ UDPゴシック" panose="020B0400000000000000" pitchFamily="50" charset="-128"/>
              <a:ea typeface="BIZ UDPゴシック" panose="020B0400000000000000" pitchFamily="50" charset="-128"/>
            </a:endParaRPr>
          </a:p>
        </p:txBody>
      </p:sp>
      <p:sp>
        <p:nvSpPr>
          <p:cNvPr id="26" name="テキスト ボックス 25">
            <a:extLst>
              <a:ext uri="{FF2B5EF4-FFF2-40B4-BE49-F238E27FC236}">
                <a16:creationId xmlns:a16="http://schemas.microsoft.com/office/drawing/2014/main" id="{260C31E1-0008-B660-DD2E-4D475D1AFC83}"/>
              </a:ext>
            </a:extLst>
          </p:cNvPr>
          <p:cNvSpPr txBox="1"/>
          <p:nvPr/>
        </p:nvSpPr>
        <p:spPr>
          <a:xfrm>
            <a:off x="9143046" y="2355551"/>
            <a:ext cx="2077406" cy="430887"/>
          </a:xfrm>
          <a:prstGeom prst="rect">
            <a:avLst/>
          </a:prstGeom>
          <a:solidFill>
            <a:schemeClr val="bg1"/>
          </a:solidFill>
          <a:ln w="28575">
            <a:noFill/>
          </a:ln>
        </p:spPr>
        <p:txBody>
          <a:bodyPr wrap="square" lIns="0" tIns="0" rIns="0" bIns="0" rtlCol="0" anchor="t" anchorCtr="0">
            <a:spAutoFit/>
          </a:bodyPr>
          <a:lstStyle/>
          <a:p>
            <a:pPr algn="ctr"/>
            <a:r>
              <a:rPr lang="en-US" altLang="ja-JP" sz="1400" dirty="0">
                <a:latin typeface="BIZ UDPゴシック" panose="020B0400000000000000" pitchFamily="50" charset="-128"/>
                <a:ea typeface="BIZ UDPゴシック" panose="020B0400000000000000" pitchFamily="50" charset="-128"/>
              </a:rPr>
              <a:t>D</a:t>
            </a:r>
            <a:r>
              <a:rPr lang="ja-JP" altLang="en-US" sz="1400" dirty="0">
                <a:latin typeface="BIZ UDPゴシック" panose="020B0400000000000000" pitchFamily="50" charset="-128"/>
                <a:ea typeface="BIZ UDPゴシック" panose="020B0400000000000000" pitchFamily="50" charset="-128"/>
              </a:rPr>
              <a:t> 部長</a:t>
            </a:r>
            <a:endParaRPr lang="en-US" altLang="ja-JP" sz="1400" dirty="0">
              <a:latin typeface="BIZ UDPゴシック" panose="020B0400000000000000" pitchFamily="50" charset="-128"/>
              <a:ea typeface="BIZ UDPゴシック" panose="020B0400000000000000" pitchFamily="50" charset="-128"/>
            </a:endParaRPr>
          </a:p>
          <a:p>
            <a:pPr algn="ctr"/>
            <a:r>
              <a:rPr lang="en-US" altLang="ja-JP" sz="1400" dirty="0">
                <a:latin typeface="BIZ UDPゴシック" panose="020B0400000000000000" pitchFamily="50" charset="-128"/>
                <a:ea typeface="BIZ UDPゴシック" panose="020B0400000000000000" pitchFamily="50" charset="-128"/>
              </a:rPr>
              <a:t>E</a:t>
            </a:r>
            <a:r>
              <a:rPr lang="ja-JP" altLang="en-US" sz="1400" dirty="0">
                <a:latin typeface="BIZ UDPゴシック" panose="020B0400000000000000" pitchFamily="50" charset="-128"/>
                <a:ea typeface="BIZ UDPゴシック" panose="020B0400000000000000" pitchFamily="50" charset="-128"/>
              </a:rPr>
              <a:t> 課長</a:t>
            </a:r>
            <a:endParaRPr lang="en-US" altLang="ja-JP" sz="1400" dirty="0">
              <a:latin typeface="BIZ UDPゴシック" panose="020B0400000000000000" pitchFamily="50" charset="-128"/>
              <a:ea typeface="BIZ UDPゴシック" panose="020B0400000000000000" pitchFamily="50" charset="-128"/>
            </a:endParaRPr>
          </a:p>
        </p:txBody>
      </p:sp>
      <p:sp>
        <p:nvSpPr>
          <p:cNvPr id="27" name="テキスト ボックス 26">
            <a:extLst>
              <a:ext uri="{FF2B5EF4-FFF2-40B4-BE49-F238E27FC236}">
                <a16:creationId xmlns:a16="http://schemas.microsoft.com/office/drawing/2014/main" id="{8E46C3DF-8679-E5FA-137E-EF52ADB528F7}"/>
              </a:ext>
            </a:extLst>
          </p:cNvPr>
          <p:cNvSpPr txBox="1"/>
          <p:nvPr/>
        </p:nvSpPr>
        <p:spPr>
          <a:xfrm>
            <a:off x="9143046" y="3637099"/>
            <a:ext cx="2077406" cy="215444"/>
          </a:xfrm>
          <a:prstGeom prst="rect">
            <a:avLst/>
          </a:prstGeom>
          <a:solidFill>
            <a:schemeClr val="tx2">
              <a:lumMod val="75000"/>
              <a:lumOff val="25000"/>
              <a:alpha val="40000"/>
            </a:schemeClr>
          </a:solidFill>
          <a:ln w="28575">
            <a:noFill/>
          </a:ln>
        </p:spPr>
        <p:txBody>
          <a:bodyPr wrap="square" lIns="0" tIns="0" rIns="0" bIns="0" rtlCol="0">
            <a:spAutoFit/>
          </a:bodyPr>
          <a:lstStyle/>
          <a:p>
            <a:pPr algn="ctr"/>
            <a:r>
              <a:rPr kumimoji="1" lang="ja-JP" altLang="en-US" sz="1400" dirty="0">
                <a:latin typeface="BIZ UDPゴシック" panose="020B0400000000000000" pitchFamily="50" charset="-128"/>
                <a:ea typeface="BIZ UDPゴシック" panose="020B0400000000000000" pitchFamily="50" charset="-128"/>
              </a:rPr>
              <a:t>マネジメント補佐</a:t>
            </a:r>
            <a:endParaRPr kumimoji="1" lang="en-US" altLang="ja-JP" sz="1400" dirty="0">
              <a:latin typeface="BIZ UDPゴシック" panose="020B0400000000000000" pitchFamily="50" charset="-128"/>
              <a:ea typeface="BIZ UDPゴシック" panose="020B0400000000000000" pitchFamily="50" charset="-128"/>
            </a:endParaRPr>
          </a:p>
        </p:txBody>
      </p:sp>
      <p:sp>
        <p:nvSpPr>
          <p:cNvPr id="28" name="テキスト ボックス 27">
            <a:extLst>
              <a:ext uri="{FF2B5EF4-FFF2-40B4-BE49-F238E27FC236}">
                <a16:creationId xmlns:a16="http://schemas.microsoft.com/office/drawing/2014/main" id="{4820771F-0D43-A7D8-3EEF-4545B7C0704A}"/>
              </a:ext>
            </a:extLst>
          </p:cNvPr>
          <p:cNvSpPr txBox="1"/>
          <p:nvPr/>
        </p:nvSpPr>
        <p:spPr>
          <a:xfrm>
            <a:off x="9143046" y="3851816"/>
            <a:ext cx="2077406" cy="430887"/>
          </a:xfrm>
          <a:prstGeom prst="rect">
            <a:avLst/>
          </a:prstGeom>
          <a:solidFill>
            <a:schemeClr val="bg1"/>
          </a:solidFill>
          <a:ln w="28575">
            <a:noFill/>
          </a:ln>
        </p:spPr>
        <p:txBody>
          <a:bodyPr wrap="square" lIns="0" tIns="0" rIns="0" bIns="0" rtlCol="0" anchor="t" anchorCtr="0">
            <a:spAutoFit/>
          </a:bodyPr>
          <a:lstStyle/>
          <a:p>
            <a:pPr algn="ctr"/>
            <a:r>
              <a:rPr lang="en-US" altLang="ja-JP" sz="1400" dirty="0">
                <a:latin typeface="BIZ UDPゴシック" panose="020B0400000000000000" pitchFamily="50" charset="-128"/>
                <a:ea typeface="BIZ UDPゴシック" panose="020B0400000000000000" pitchFamily="50" charset="-128"/>
              </a:rPr>
              <a:t>G</a:t>
            </a:r>
            <a:r>
              <a:rPr lang="ja-JP" altLang="en-US" sz="1400" dirty="0">
                <a:latin typeface="BIZ UDPゴシック" panose="020B0400000000000000" pitchFamily="50" charset="-128"/>
                <a:ea typeface="BIZ UDPゴシック" panose="020B0400000000000000" pitchFamily="50" charset="-128"/>
              </a:rPr>
              <a:t>さん</a:t>
            </a:r>
            <a:endParaRPr lang="en-US" altLang="ja-JP" sz="1400" dirty="0">
              <a:latin typeface="BIZ UDPゴシック" panose="020B0400000000000000" pitchFamily="50" charset="-128"/>
              <a:ea typeface="BIZ UDPゴシック" panose="020B0400000000000000" pitchFamily="50" charset="-128"/>
            </a:endParaRPr>
          </a:p>
          <a:p>
            <a:pPr algn="ctr"/>
            <a:r>
              <a:rPr lang="en-US" altLang="ja-JP" sz="1400" dirty="0">
                <a:latin typeface="BIZ UDPゴシック" panose="020B0400000000000000" pitchFamily="50" charset="-128"/>
                <a:ea typeface="BIZ UDPゴシック" panose="020B0400000000000000" pitchFamily="50" charset="-128"/>
              </a:rPr>
              <a:t>H</a:t>
            </a:r>
            <a:r>
              <a:rPr lang="ja-JP" altLang="en-US" sz="1400" dirty="0">
                <a:latin typeface="BIZ UDPゴシック" panose="020B0400000000000000" pitchFamily="50" charset="-128"/>
                <a:ea typeface="BIZ UDPゴシック" panose="020B0400000000000000" pitchFamily="50" charset="-128"/>
              </a:rPr>
              <a:t>さん</a:t>
            </a:r>
            <a:endParaRPr lang="en-US" altLang="ja-JP" sz="1400" dirty="0">
              <a:latin typeface="BIZ UDPゴシック" panose="020B0400000000000000" pitchFamily="50" charset="-128"/>
              <a:ea typeface="BIZ UDPゴシック" panose="020B0400000000000000" pitchFamily="50" charset="-128"/>
            </a:endParaRPr>
          </a:p>
        </p:txBody>
      </p:sp>
      <p:sp>
        <p:nvSpPr>
          <p:cNvPr id="29" name="テキスト ボックス 28">
            <a:extLst>
              <a:ext uri="{FF2B5EF4-FFF2-40B4-BE49-F238E27FC236}">
                <a16:creationId xmlns:a16="http://schemas.microsoft.com/office/drawing/2014/main" id="{42FAF023-FB09-9FDF-16A0-4D933F83607B}"/>
              </a:ext>
            </a:extLst>
          </p:cNvPr>
          <p:cNvSpPr txBox="1"/>
          <p:nvPr/>
        </p:nvSpPr>
        <p:spPr>
          <a:xfrm>
            <a:off x="4684113" y="3636342"/>
            <a:ext cx="2077406" cy="215444"/>
          </a:xfrm>
          <a:prstGeom prst="rect">
            <a:avLst/>
          </a:prstGeom>
          <a:solidFill>
            <a:schemeClr val="tx2">
              <a:lumMod val="75000"/>
              <a:lumOff val="25000"/>
              <a:alpha val="40000"/>
            </a:schemeClr>
          </a:solidFill>
          <a:ln w="28575">
            <a:noFill/>
          </a:ln>
        </p:spPr>
        <p:txBody>
          <a:bodyPr wrap="square" lIns="0" tIns="0" rIns="0" bIns="0" rtlCol="0">
            <a:spAutoFit/>
          </a:bodyPr>
          <a:lstStyle/>
          <a:p>
            <a:pPr algn="ctr"/>
            <a:r>
              <a:rPr kumimoji="1" lang="ja-JP" altLang="en-US" sz="1400" dirty="0">
                <a:latin typeface="BIZ UDPゴシック" panose="020B0400000000000000" pitchFamily="50" charset="-128"/>
                <a:ea typeface="BIZ UDPゴシック" panose="020B0400000000000000" pitchFamily="50" charset="-128"/>
              </a:rPr>
              <a:t>プロジェクトマネージャー</a:t>
            </a:r>
            <a:endParaRPr kumimoji="1" lang="en-US" altLang="ja-JP" sz="1400" dirty="0">
              <a:latin typeface="BIZ UDPゴシック" panose="020B0400000000000000" pitchFamily="50" charset="-128"/>
              <a:ea typeface="BIZ UDPゴシック" panose="020B0400000000000000" pitchFamily="50" charset="-128"/>
            </a:endParaRPr>
          </a:p>
        </p:txBody>
      </p:sp>
      <p:sp>
        <p:nvSpPr>
          <p:cNvPr id="30" name="テキスト ボックス 29">
            <a:extLst>
              <a:ext uri="{FF2B5EF4-FFF2-40B4-BE49-F238E27FC236}">
                <a16:creationId xmlns:a16="http://schemas.microsoft.com/office/drawing/2014/main" id="{077A3CBB-431B-619D-0915-AF04DE086900}"/>
              </a:ext>
            </a:extLst>
          </p:cNvPr>
          <p:cNvSpPr txBox="1"/>
          <p:nvPr/>
        </p:nvSpPr>
        <p:spPr>
          <a:xfrm>
            <a:off x="4684113" y="3851059"/>
            <a:ext cx="2077406" cy="215444"/>
          </a:xfrm>
          <a:prstGeom prst="rect">
            <a:avLst/>
          </a:prstGeom>
          <a:solidFill>
            <a:schemeClr val="bg1"/>
          </a:solidFill>
          <a:ln w="28575">
            <a:noFill/>
          </a:ln>
        </p:spPr>
        <p:txBody>
          <a:bodyPr wrap="square" lIns="0" tIns="0" rIns="0" bIns="0" rtlCol="0" anchor="t" anchorCtr="0">
            <a:spAutoFit/>
          </a:bodyPr>
          <a:lstStyle/>
          <a:p>
            <a:pPr algn="ctr"/>
            <a:r>
              <a:rPr lang="en-US" altLang="ja-JP" sz="1400" dirty="0">
                <a:latin typeface="BIZ UDPゴシック" panose="020B0400000000000000" pitchFamily="50" charset="-128"/>
                <a:ea typeface="BIZ UDPゴシック" panose="020B0400000000000000" pitchFamily="50" charset="-128"/>
              </a:rPr>
              <a:t>F</a:t>
            </a:r>
            <a:r>
              <a:rPr lang="ja-JP" altLang="en-US" sz="1400" dirty="0">
                <a:latin typeface="BIZ UDPゴシック" panose="020B0400000000000000" pitchFamily="50" charset="-128"/>
                <a:ea typeface="BIZ UDPゴシック" panose="020B0400000000000000" pitchFamily="50" charset="-128"/>
              </a:rPr>
              <a:t>さん</a:t>
            </a:r>
            <a:endParaRPr lang="en-US" altLang="ja-JP" sz="1400" dirty="0">
              <a:latin typeface="BIZ UDPゴシック" panose="020B0400000000000000" pitchFamily="50" charset="-128"/>
              <a:ea typeface="BIZ UDPゴシック" panose="020B0400000000000000" pitchFamily="50" charset="-128"/>
            </a:endParaRPr>
          </a:p>
        </p:txBody>
      </p:sp>
      <p:sp>
        <p:nvSpPr>
          <p:cNvPr id="31" name="テキスト ボックス 30">
            <a:extLst>
              <a:ext uri="{FF2B5EF4-FFF2-40B4-BE49-F238E27FC236}">
                <a16:creationId xmlns:a16="http://schemas.microsoft.com/office/drawing/2014/main" id="{791F4DFE-E3D6-318C-D947-D68BC438B072}"/>
              </a:ext>
            </a:extLst>
          </p:cNvPr>
          <p:cNvSpPr txBox="1"/>
          <p:nvPr/>
        </p:nvSpPr>
        <p:spPr>
          <a:xfrm>
            <a:off x="4679828" y="5131397"/>
            <a:ext cx="2077406" cy="215444"/>
          </a:xfrm>
          <a:prstGeom prst="rect">
            <a:avLst/>
          </a:prstGeom>
          <a:solidFill>
            <a:schemeClr val="tx2">
              <a:lumMod val="75000"/>
              <a:lumOff val="25000"/>
              <a:alpha val="40000"/>
            </a:schemeClr>
          </a:solidFill>
          <a:ln w="28575">
            <a:noFill/>
          </a:ln>
        </p:spPr>
        <p:txBody>
          <a:bodyPr wrap="square" lIns="0" tIns="0" rIns="0" bIns="0" rtlCol="0">
            <a:spAutoFit/>
          </a:bodyPr>
          <a:lstStyle/>
          <a:p>
            <a:pPr algn="ctr"/>
            <a:r>
              <a:rPr kumimoji="1" lang="ja-JP" altLang="en-US" sz="1400" dirty="0">
                <a:latin typeface="BIZ UDPゴシック" panose="020B0400000000000000" pitchFamily="50" charset="-128"/>
                <a:ea typeface="BIZ UDPゴシック" panose="020B0400000000000000" pitchFamily="50" charset="-128"/>
              </a:rPr>
              <a:t>開発チーム</a:t>
            </a:r>
            <a:endParaRPr kumimoji="1" lang="en-US" altLang="ja-JP" sz="1400" dirty="0">
              <a:latin typeface="BIZ UDPゴシック" panose="020B0400000000000000" pitchFamily="50" charset="-128"/>
              <a:ea typeface="BIZ UDPゴシック" panose="020B0400000000000000" pitchFamily="50" charset="-128"/>
            </a:endParaRPr>
          </a:p>
        </p:txBody>
      </p:sp>
      <p:sp>
        <p:nvSpPr>
          <p:cNvPr id="32" name="テキスト ボックス 31">
            <a:extLst>
              <a:ext uri="{FF2B5EF4-FFF2-40B4-BE49-F238E27FC236}">
                <a16:creationId xmlns:a16="http://schemas.microsoft.com/office/drawing/2014/main" id="{98E339BD-18E6-A408-F669-501C3A46E4F8}"/>
              </a:ext>
            </a:extLst>
          </p:cNvPr>
          <p:cNvSpPr txBox="1"/>
          <p:nvPr/>
        </p:nvSpPr>
        <p:spPr>
          <a:xfrm>
            <a:off x="4679828" y="5346114"/>
            <a:ext cx="2077406" cy="215444"/>
          </a:xfrm>
          <a:prstGeom prst="rect">
            <a:avLst/>
          </a:prstGeom>
          <a:solidFill>
            <a:schemeClr val="bg1"/>
          </a:solidFill>
          <a:ln w="28575">
            <a:noFill/>
          </a:ln>
        </p:spPr>
        <p:txBody>
          <a:bodyPr wrap="square" lIns="0" tIns="0" rIns="0" bIns="0" rtlCol="0" anchor="t" anchorCtr="0">
            <a:spAutoFit/>
          </a:bodyPr>
          <a:lstStyle/>
          <a:p>
            <a:pPr algn="ctr"/>
            <a:r>
              <a:rPr lang="en-US" altLang="ja-JP" sz="1400" dirty="0">
                <a:latin typeface="BIZ UDPゴシック" panose="020B0400000000000000" pitchFamily="50" charset="-128"/>
                <a:ea typeface="BIZ UDPゴシック" panose="020B0400000000000000" pitchFamily="50" charset="-128"/>
              </a:rPr>
              <a:t>F</a:t>
            </a:r>
            <a:r>
              <a:rPr lang="ja-JP" altLang="en-US" sz="1400" dirty="0">
                <a:latin typeface="BIZ UDPゴシック" panose="020B0400000000000000" pitchFamily="50" charset="-128"/>
                <a:ea typeface="BIZ UDPゴシック" panose="020B0400000000000000" pitchFamily="50" charset="-128"/>
              </a:rPr>
              <a:t>さん</a:t>
            </a:r>
            <a:endParaRPr lang="en-US" altLang="ja-JP" sz="1400" dirty="0">
              <a:latin typeface="BIZ UDPゴシック" panose="020B0400000000000000" pitchFamily="50" charset="-128"/>
              <a:ea typeface="BIZ UDPゴシック" panose="020B0400000000000000" pitchFamily="50" charset="-128"/>
            </a:endParaRPr>
          </a:p>
        </p:txBody>
      </p:sp>
      <p:sp>
        <p:nvSpPr>
          <p:cNvPr id="33" name="テキスト ボックス 32">
            <a:extLst>
              <a:ext uri="{FF2B5EF4-FFF2-40B4-BE49-F238E27FC236}">
                <a16:creationId xmlns:a16="http://schemas.microsoft.com/office/drawing/2014/main" id="{87B558CE-914D-F151-BEAC-B342D055CC3B}"/>
              </a:ext>
            </a:extLst>
          </p:cNvPr>
          <p:cNvSpPr txBox="1"/>
          <p:nvPr/>
        </p:nvSpPr>
        <p:spPr>
          <a:xfrm>
            <a:off x="2244899" y="5131397"/>
            <a:ext cx="2077406" cy="215444"/>
          </a:xfrm>
          <a:prstGeom prst="rect">
            <a:avLst/>
          </a:prstGeom>
          <a:solidFill>
            <a:schemeClr val="tx2">
              <a:lumMod val="75000"/>
              <a:lumOff val="25000"/>
              <a:alpha val="40000"/>
            </a:schemeClr>
          </a:solidFill>
          <a:ln w="28575">
            <a:noFill/>
          </a:ln>
        </p:spPr>
        <p:txBody>
          <a:bodyPr wrap="square" lIns="0" tIns="0" rIns="0" bIns="0" rtlCol="0">
            <a:spAutoFit/>
          </a:bodyPr>
          <a:lstStyle/>
          <a:p>
            <a:pPr algn="ctr"/>
            <a:r>
              <a:rPr kumimoji="1" lang="ja-JP" altLang="en-US" sz="1400" dirty="0">
                <a:latin typeface="BIZ UDPゴシック" panose="020B0400000000000000" pitchFamily="50" charset="-128"/>
                <a:ea typeface="BIZ UDPゴシック" panose="020B0400000000000000" pitchFamily="50" charset="-128"/>
              </a:rPr>
              <a:t>テスト</a:t>
            </a:r>
            <a:r>
              <a:rPr kumimoji="1" lang="en-US" altLang="ja-JP" sz="1400" dirty="0">
                <a:latin typeface="BIZ UDPゴシック" panose="020B0400000000000000" pitchFamily="50" charset="-128"/>
                <a:ea typeface="BIZ UDPゴシック" panose="020B0400000000000000" pitchFamily="50" charset="-128"/>
              </a:rPr>
              <a:t>/</a:t>
            </a:r>
            <a:r>
              <a:rPr kumimoji="1" lang="ja-JP" altLang="en-US" sz="1400" dirty="0">
                <a:latin typeface="BIZ UDPゴシック" panose="020B0400000000000000" pitchFamily="50" charset="-128"/>
                <a:ea typeface="BIZ UDPゴシック" panose="020B0400000000000000" pitchFamily="50" charset="-128"/>
              </a:rPr>
              <a:t>ツールチーム</a:t>
            </a:r>
            <a:endParaRPr kumimoji="1" lang="en-US" altLang="ja-JP" sz="1400" dirty="0">
              <a:latin typeface="BIZ UDPゴシック" panose="020B0400000000000000" pitchFamily="50" charset="-128"/>
              <a:ea typeface="BIZ UDPゴシック" panose="020B0400000000000000" pitchFamily="50" charset="-128"/>
            </a:endParaRPr>
          </a:p>
        </p:txBody>
      </p:sp>
      <p:sp>
        <p:nvSpPr>
          <p:cNvPr id="34" name="テキスト ボックス 33">
            <a:extLst>
              <a:ext uri="{FF2B5EF4-FFF2-40B4-BE49-F238E27FC236}">
                <a16:creationId xmlns:a16="http://schemas.microsoft.com/office/drawing/2014/main" id="{9B9EA90C-21D1-12C4-CD3A-4BFD04AF1474}"/>
              </a:ext>
            </a:extLst>
          </p:cNvPr>
          <p:cNvSpPr txBox="1"/>
          <p:nvPr/>
        </p:nvSpPr>
        <p:spPr>
          <a:xfrm>
            <a:off x="2244899" y="5346114"/>
            <a:ext cx="2077406" cy="215444"/>
          </a:xfrm>
          <a:prstGeom prst="rect">
            <a:avLst/>
          </a:prstGeom>
          <a:solidFill>
            <a:schemeClr val="bg1"/>
          </a:solidFill>
          <a:ln w="28575">
            <a:noFill/>
          </a:ln>
        </p:spPr>
        <p:txBody>
          <a:bodyPr wrap="square" lIns="0" tIns="0" rIns="0" bIns="0" rtlCol="0" anchor="t" anchorCtr="0">
            <a:spAutoFit/>
          </a:bodyPr>
          <a:lstStyle/>
          <a:p>
            <a:pPr algn="ctr"/>
            <a:r>
              <a:rPr lang="en-US" altLang="ja-JP" sz="1400" dirty="0">
                <a:latin typeface="BIZ UDPゴシック" panose="020B0400000000000000" pitchFamily="50" charset="-128"/>
                <a:ea typeface="BIZ UDPゴシック" panose="020B0400000000000000" pitchFamily="50" charset="-128"/>
              </a:rPr>
              <a:t>F</a:t>
            </a:r>
            <a:r>
              <a:rPr lang="ja-JP" altLang="en-US" sz="1400" dirty="0">
                <a:latin typeface="BIZ UDPゴシック" panose="020B0400000000000000" pitchFamily="50" charset="-128"/>
                <a:ea typeface="BIZ UDPゴシック" panose="020B0400000000000000" pitchFamily="50" charset="-128"/>
              </a:rPr>
              <a:t>さん</a:t>
            </a:r>
            <a:endParaRPr lang="en-US" altLang="ja-JP" sz="1400" dirty="0">
              <a:latin typeface="BIZ UDPゴシック" panose="020B0400000000000000" pitchFamily="50" charset="-128"/>
              <a:ea typeface="BIZ UDPゴシック" panose="020B0400000000000000" pitchFamily="50" charset="-128"/>
            </a:endParaRPr>
          </a:p>
        </p:txBody>
      </p:sp>
      <p:sp>
        <p:nvSpPr>
          <p:cNvPr id="35" name="テキスト ボックス 34">
            <a:extLst>
              <a:ext uri="{FF2B5EF4-FFF2-40B4-BE49-F238E27FC236}">
                <a16:creationId xmlns:a16="http://schemas.microsoft.com/office/drawing/2014/main" id="{582528FC-B991-192B-0076-26D7927B7C4D}"/>
              </a:ext>
            </a:extLst>
          </p:cNvPr>
          <p:cNvSpPr txBox="1"/>
          <p:nvPr/>
        </p:nvSpPr>
        <p:spPr>
          <a:xfrm>
            <a:off x="7502848" y="5131397"/>
            <a:ext cx="2077406" cy="215444"/>
          </a:xfrm>
          <a:prstGeom prst="rect">
            <a:avLst/>
          </a:prstGeom>
          <a:solidFill>
            <a:schemeClr val="tx2">
              <a:lumMod val="75000"/>
              <a:lumOff val="25000"/>
              <a:alpha val="40000"/>
            </a:schemeClr>
          </a:solidFill>
          <a:ln w="28575">
            <a:noFill/>
          </a:ln>
        </p:spPr>
        <p:txBody>
          <a:bodyPr wrap="square" lIns="0" tIns="0" rIns="0" bIns="0" rtlCol="0">
            <a:spAutoFit/>
          </a:bodyPr>
          <a:lstStyle/>
          <a:p>
            <a:pPr algn="ctr"/>
            <a:r>
              <a:rPr kumimoji="1" lang="ja-JP" altLang="en-US" sz="1400" dirty="0">
                <a:latin typeface="BIZ UDPゴシック" panose="020B0400000000000000" pitchFamily="50" charset="-128"/>
                <a:ea typeface="BIZ UDPゴシック" panose="020B0400000000000000" pitchFamily="50" charset="-128"/>
              </a:rPr>
              <a:t>運用チーム</a:t>
            </a:r>
            <a:endParaRPr kumimoji="1" lang="en-US" altLang="ja-JP" sz="1400" dirty="0">
              <a:latin typeface="BIZ UDPゴシック" panose="020B0400000000000000" pitchFamily="50" charset="-128"/>
              <a:ea typeface="BIZ UDPゴシック" panose="020B0400000000000000" pitchFamily="50" charset="-128"/>
            </a:endParaRPr>
          </a:p>
        </p:txBody>
      </p:sp>
      <p:sp>
        <p:nvSpPr>
          <p:cNvPr id="36" name="テキスト ボックス 35">
            <a:extLst>
              <a:ext uri="{FF2B5EF4-FFF2-40B4-BE49-F238E27FC236}">
                <a16:creationId xmlns:a16="http://schemas.microsoft.com/office/drawing/2014/main" id="{E74BC785-8D8B-9337-6BEB-62246056C595}"/>
              </a:ext>
            </a:extLst>
          </p:cNvPr>
          <p:cNvSpPr txBox="1"/>
          <p:nvPr/>
        </p:nvSpPr>
        <p:spPr>
          <a:xfrm>
            <a:off x="7502848" y="5346114"/>
            <a:ext cx="2077406" cy="215444"/>
          </a:xfrm>
          <a:prstGeom prst="rect">
            <a:avLst/>
          </a:prstGeom>
          <a:solidFill>
            <a:schemeClr val="bg1"/>
          </a:solidFill>
          <a:ln w="28575">
            <a:noFill/>
          </a:ln>
        </p:spPr>
        <p:txBody>
          <a:bodyPr wrap="square" lIns="0" tIns="0" rIns="0" bIns="0" rtlCol="0" anchor="t" anchorCtr="0">
            <a:spAutoFit/>
          </a:bodyPr>
          <a:lstStyle/>
          <a:p>
            <a:pPr algn="ctr"/>
            <a:r>
              <a:rPr lang="en-US" altLang="ja-JP" sz="1400" dirty="0">
                <a:latin typeface="BIZ UDPゴシック" panose="020B0400000000000000" pitchFamily="50" charset="-128"/>
                <a:ea typeface="BIZ UDPゴシック" panose="020B0400000000000000" pitchFamily="50" charset="-128"/>
              </a:rPr>
              <a:t>F</a:t>
            </a:r>
            <a:r>
              <a:rPr lang="ja-JP" altLang="en-US" sz="1400" dirty="0">
                <a:latin typeface="BIZ UDPゴシック" panose="020B0400000000000000" pitchFamily="50" charset="-128"/>
                <a:ea typeface="BIZ UDPゴシック" panose="020B0400000000000000" pitchFamily="50" charset="-128"/>
              </a:rPr>
              <a:t>さん</a:t>
            </a:r>
            <a:endParaRPr lang="en-US" altLang="ja-JP" sz="1400" dirty="0">
              <a:latin typeface="BIZ UDPゴシック" panose="020B0400000000000000" pitchFamily="50" charset="-128"/>
              <a:ea typeface="BIZ UDPゴシック" panose="020B0400000000000000" pitchFamily="50" charset="-128"/>
            </a:endParaRPr>
          </a:p>
        </p:txBody>
      </p:sp>
      <p:sp>
        <p:nvSpPr>
          <p:cNvPr id="37" name="テキスト ボックス 36">
            <a:extLst>
              <a:ext uri="{FF2B5EF4-FFF2-40B4-BE49-F238E27FC236}">
                <a16:creationId xmlns:a16="http://schemas.microsoft.com/office/drawing/2014/main" id="{FB95BF55-6D69-EE65-443E-D0F6B077F009}"/>
              </a:ext>
            </a:extLst>
          </p:cNvPr>
          <p:cNvSpPr txBox="1"/>
          <p:nvPr/>
        </p:nvSpPr>
        <p:spPr>
          <a:xfrm>
            <a:off x="1895003" y="2154752"/>
            <a:ext cx="1558947" cy="215444"/>
          </a:xfrm>
          <a:prstGeom prst="rect">
            <a:avLst/>
          </a:prstGeom>
          <a:solidFill>
            <a:schemeClr val="accent6">
              <a:lumMod val="75000"/>
              <a:alpha val="40000"/>
            </a:schemeClr>
          </a:solidFill>
          <a:ln w="28575">
            <a:noFill/>
          </a:ln>
        </p:spPr>
        <p:txBody>
          <a:bodyPr wrap="square" lIns="0" tIns="0" rIns="0" bIns="0" rtlCol="0">
            <a:spAutoFit/>
          </a:bodyPr>
          <a:lstStyle/>
          <a:p>
            <a:pPr algn="ctr"/>
            <a:r>
              <a:rPr kumimoji="1" lang="ja-JP" altLang="en-US" sz="1400" dirty="0">
                <a:latin typeface="BIZ UDPゴシック" panose="020B0400000000000000" pitchFamily="50" charset="-128"/>
                <a:ea typeface="BIZ UDPゴシック" panose="020B0400000000000000" pitchFamily="50" charset="-128"/>
              </a:rPr>
              <a:t>ステコミ</a:t>
            </a:r>
            <a:endParaRPr kumimoji="1" lang="en-US" altLang="ja-JP" sz="1400" dirty="0">
              <a:latin typeface="BIZ UDPゴシック" panose="020B0400000000000000" pitchFamily="50" charset="-128"/>
              <a:ea typeface="BIZ UDPゴシック" panose="020B0400000000000000" pitchFamily="50" charset="-128"/>
            </a:endParaRPr>
          </a:p>
        </p:txBody>
      </p:sp>
      <p:sp>
        <p:nvSpPr>
          <p:cNvPr id="38" name="テキスト ボックス 37">
            <a:extLst>
              <a:ext uri="{FF2B5EF4-FFF2-40B4-BE49-F238E27FC236}">
                <a16:creationId xmlns:a16="http://schemas.microsoft.com/office/drawing/2014/main" id="{29EE986F-2F70-769D-31F4-3732324B9675}"/>
              </a:ext>
            </a:extLst>
          </p:cNvPr>
          <p:cNvSpPr txBox="1"/>
          <p:nvPr/>
        </p:nvSpPr>
        <p:spPr>
          <a:xfrm>
            <a:off x="1895003" y="2369469"/>
            <a:ext cx="1558947" cy="430887"/>
          </a:xfrm>
          <a:prstGeom prst="rect">
            <a:avLst/>
          </a:prstGeom>
          <a:solidFill>
            <a:schemeClr val="bg1"/>
          </a:solidFill>
          <a:ln w="28575">
            <a:noFill/>
          </a:ln>
        </p:spPr>
        <p:txBody>
          <a:bodyPr wrap="square" lIns="0" tIns="0" rIns="0" bIns="0" rtlCol="0" anchor="t" anchorCtr="0">
            <a:spAutoFit/>
          </a:bodyPr>
          <a:lstStyle/>
          <a:p>
            <a:pPr algn="ctr"/>
            <a:r>
              <a:rPr lang="en-US" altLang="ja-JP" sz="1400" dirty="0">
                <a:latin typeface="BIZ UDPゴシック" panose="020B0400000000000000" pitchFamily="50" charset="-128"/>
                <a:ea typeface="BIZ UDPゴシック" panose="020B0400000000000000" pitchFamily="50" charset="-128"/>
              </a:rPr>
              <a:t>A</a:t>
            </a:r>
            <a:r>
              <a:rPr lang="ja-JP" altLang="en-US" sz="1400" dirty="0">
                <a:latin typeface="BIZ UDPゴシック" panose="020B0400000000000000" pitchFamily="50" charset="-128"/>
                <a:ea typeface="BIZ UDPゴシック" panose="020B0400000000000000" pitchFamily="50" charset="-128"/>
              </a:rPr>
              <a:t>部長</a:t>
            </a:r>
            <a:endParaRPr lang="en-US" altLang="ja-JP" sz="1400" dirty="0">
              <a:latin typeface="BIZ UDPゴシック" panose="020B0400000000000000" pitchFamily="50" charset="-128"/>
              <a:ea typeface="BIZ UDPゴシック" panose="020B0400000000000000" pitchFamily="50" charset="-128"/>
            </a:endParaRPr>
          </a:p>
          <a:p>
            <a:pPr algn="ctr"/>
            <a:r>
              <a:rPr lang="en-US" altLang="ja-JP" sz="1400" dirty="0">
                <a:latin typeface="BIZ UDPゴシック" panose="020B0400000000000000" pitchFamily="50" charset="-128"/>
                <a:ea typeface="BIZ UDPゴシック" panose="020B0400000000000000" pitchFamily="50" charset="-128"/>
              </a:rPr>
              <a:t>B</a:t>
            </a:r>
            <a:r>
              <a:rPr lang="ja-JP" altLang="en-US" sz="1400" dirty="0">
                <a:latin typeface="BIZ UDPゴシック" panose="020B0400000000000000" pitchFamily="50" charset="-128"/>
                <a:ea typeface="BIZ UDPゴシック" panose="020B0400000000000000" pitchFamily="50" charset="-128"/>
              </a:rPr>
              <a:t>係長</a:t>
            </a:r>
            <a:endParaRPr lang="en-US" altLang="ja-JP" sz="1400" dirty="0">
              <a:latin typeface="BIZ UDPゴシック" panose="020B0400000000000000" pitchFamily="50" charset="-128"/>
              <a:ea typeface="BIZ UDPゴシック" panose="020B0400000000000000" pitchFamily="50" charset="-128"/>
            </a:endParaRPr>
          </a:p>
        </p:txBody>
      </p:sp>
      <p:sp>
        <p:nvSpPr>
          <p:cNvPr id="39" name="テキスト ボックス 38">
            <a:extLst>
              <a:ext uri="{FF2B5EF4-FFF2-40B4-BE49-F238E27FC236}">
                <a16:creationId xmlns:a16="http://schemas.microsoft.com/office/drawing/2014/main" id="{87D0C5E9-B754-F3C8-7A3F-45575F3BCEB8}"/>
              </a:ext>
            </a:extLst>
          </p:cNvPr>
          <p:cNvSpPr txBox="1"/>
          <p:nvPr/>
        </p:nvSpPr>
        <p:spPr>
          <a:xfrm>
            <a:off x="1895003" y="3458777"/>
            <a:ext cx="1558947" cy="215444"/>
          </a:xfrm>
          <a:prstGeom prst="rect">
            <a:avLst/>
          </a:prstGeom>
          <a:solidFill>
            <a:schemeClr val="accent6">
              <a:lumMod val="75000"/>
              <a:alpha val="40000"/>
            </a:schemeClr>
          </a:solidFill>
          <a:ln w="28575">
            <a:noFill/>
          </a:ln>
        </p:spPr>
        <p:txBody>
          <a:bodyPr wrap="square" lIns="0" tIns="0" rIns="0" bIns="0" rtlCol="0">
            <a:spAutoFit/>
          </a:bodyPr>
          <a:lstStyle/>
          <a:p>
            <a:pPr algn="ctr"/>
            <a:r>
              <a:rPr kumimoji="1" lang="en-US" altLang="ja-JP" sz="1400" dirty="0" err="1">
                <a:latin typeface="BIZ UDPゴシック" panose="020B0400000000000000" pitchFamily="50" charset="-128"/>
                <a:ea typeface="BIZ UDPゴシック" panose="020B0400000000000000" pitchFamily="50" charset="-128"/>
              </a:rPr>
              <a:t>hoge</a:t>
            </a:r>
            <a:endParaRPr kumimoji="1" lang="en-US" altLang="ja-JP" sz="1400" dirty="0">
              <a:latin typeface="BIZ UDPゴシック" panose="020B0400000000000000" pitchFamily="50" charset="-128"/>
              <a:ea typeface="BIZ UDPゴシック" panose="020B0400000000000000" pitchFamily="50" charset="-128"/>
            </a:endParaRPr>
          </a:p>
        </p:txBody>
      </p:sp>
      <p:sp>
        <p:nvSpPr>
          <p:cNvPr id="40" name="テキスト ボックス 39">
            <a:extLst>
              <a:ext uri="{FF2B5EF4-FFF2-40B4-BE49-F238E27FC236}">
                <a16:creationId xmlns:a16="http://schemas.microsoft.com/office/drawing/2014/main" id="{BEA60EAB-A69F-92CC-B8A6-C444B8CAB847}"/>
              </a:ext>
            </a:extLst>
          </p:cNvPr>
          <p:cNvSpPr txBox="1"/>
          <p:nvPr/>
        </p:nvSpPr>
        <p:spPr>
          <a:xfrm>
            <a:off x="1895003" y="3673494"/>
            <a:ext cx="1558947" cy="215444"/>
          </a:xfrm>
          <a:prstGeom prst="rect">
            <a:avLst/>
          </a:prstGeom>
          <a:solidFill>
            <a:schemeClr val="bg1"/>
          </a:solidFill>
          <a:ln w="28575">
            <a:noFill/>
          </a:ln>
        </p:spPr>
        <p:txBody>
          <a:bodyPr wrap="square" lIns="0" tIns="0" rIns="0" bIns="0" rtlCol="0" anchor="t" anchorCtr="0">
            <a:spAutoFit/>
          </a:bodyPr>
          <a:lstStyle/>
          <a:p>
            <a:pPr algn="ctr"/>
            <a:r>
              <a:rPr lang="en-US" altLang="ja-JP" sz="1400" dirty="0">
                <a:latin typeface="BIZ UDPゴシック" panose="020B0400000000000000" pitchFamily="50" charset="-128"/>
                <a:ea typeface="BIZ UDPゴシック" panose="020B0400000000000000" pitchFamily="50" charset="-128"/>
              </a:rPr>
              <a:t>C</a:t>
            </a:r>
            <a:r>
              <a:rPr lang="ja-JP" altLang="en-US" sz="1400" dirty="0">
                <a:latin typeface="BIZ UDPゴシック" panose="020B0400000000000000" pitchFamily="50" charset="-128"/>
                <a:ea typeface="BIZ UDPゴシック" panose="020B0400000000000000" pitchFamily="50" charset="-128"/>
              </a:rPr>
              <a:t>係長</a:t>
            </a:r>
            <a:endParaRPr lang="en-US" altLang="ja-JP" sz="1400" dirty="0">
              <a:latin typeface="BIZ UDPゴシック" panose="020B0400000000000000" pitchFamily="50" charset="-128"/>
              <a:ea typeface="BIZ UDPゴシック" panose="020B0400000000000000" pitchFamily="50" charset="-128"/>
            </a:endParaRPr>
          </a:p>
        </p:txBody>
      </p:sp>
      <p:cxnSp>
        <p:nvCxnSpPr>
          <p:cNvPr id="41" name="直線コネクタ 40">
            <a:extLst>
              <a:ext uri="{FF2B5EF4-FFF2-40B4-BE49-F238E27FC236}">
                <a16:creationId xmlns:a16="http://schemas.microsoft.com/office/drawing/2014/main" id="{3CD5DFF4-1EA4-1E2A-166E-C8FAFE2D48E1}"/>
              </a:ext>
            </a:extLst>
          </p:cNvPr>
          <p:cNvCxnSpPr>
            <a:cxnSpLocks/>
          </p:cNvCxnSpPr>
          <p:nvPr/>
        </p:nvCxnSpPr>
        <p:spPr>
          <a:xfrm>
            <a:off x="360000" y="2029902"/>
            <a:ext cx="11520000" cy="0"/>
          </a:xfrm>
          <a:prstGeom prst="line">
            <a:avLst/>
          </a:prstGeom>
          <a:ln>
            <a:solidFill>
              <a:schemeClr val="bg1">
                <a:lumMod val="75000"/>
              </a:schemeClr>
            </a:solidFill>
            <a:prstDash val="sysDash"/>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42" name="直線コネクタ 41">
            <a:extLst>
              <a:ext uri="{FF2B5EF4-FFF2-40B4-BE49-F238E27FC236}">
                <a16:creationId xmlns:a16="http://schemas.microsoft.com/office/drawing/2014/main" id="{E36EDE93-BCB7-6D78-1468-F59F499A7C8D}"/>
              </a:ext>
            </a:extLst>
          </p:cNvPr>
          <p:cNvCxnSpPr>
            <a:cxnSpLocks/>
          </p:cNvCxnSpPr>
          <p:nvPr/>
        </p:nvCxnSpPr>
        <p:spPr>
          <a:xfrm>
            <a:off x="360000" y="3275985"/>
            <a:ext cx="11520000" cy="0"/>
          </a:xfrm>
          <a:prstGeom prst="line">
            <a:avLst/>
          </a:prstGeom>
          <a:ln>
            <a:solidFill>
              <a:schemeClr val="bg1">
                <a:lumMod val="75000"/>
              </a:schemeClr>
            </a:solidFill>
            <a:prstDash val="sysDash"/>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43" name="直線コネクタ 42">
            <a:extLst>
              <a:ext uri="{FF2B5EF4-FFF2-40B4-BE49-F238E27FC236}">
                <a16:creationId xmlns:a16="http://schemas.microsoft.com/office/drawing/2014/main" id="{A5AF18E6-9699-A746-D66C-A2EF9E51174F}"/>
              </a:ext>
            </a:extLst>
          </p:cNvPr>
          <p:cNvCxnSpPr>
            <a:cxnSpLocks/>
          </p:cNvCxnSpPr>
          <p:nvPr/>
        </p:nvCxnSpPr>
        <p:spPr>
          <a:xfrm>
            <a:off x="360000" y="4991278"/>
            <a:ext cx="11520000" cy="0"/>
          </a:xfrm>
          <a:prstGeom prst="line">
            <a:avLst/>
          </a:prstGeom>
          <a:ln>
            <a:solidFill>
              <a:schemeClr val="bg1">
                <a:lumMod val="75000"/>
              </a:schemeClr>
            </a:solidFill>
            <a:prstDash val="sysDash"/>
            <a:headEnd type="none" w="med" len="med"/>
            <a:tailEnd type="none"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699002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977B9DD-14C1-7C8F-8438-1E4E1ACDB65F}"/>
              </a:ext>
            </a:extLst>
          </p:cNvPr>
          <p:cNvSpPr>
            <a:spLocks noGrp="1"/>
          </p:cNvSpPr>
          <p:nvPr>
            <p:ph type="title"/>
          </p:nvPr>
        </p:nvSpPr>
        <p:spPr/>
        <p:txBody>
          <a:bodyPr/>
          <a:lstStyle/>
          <a:p>
            <a:r>
              <a:rPr lang="ja-JP" altLang="en-US" dirty="0"/>
              <a:t>コミュニケーションルール</a:t>
            </a:r>
            <a:endParaRPr kumimoji="1" lang="ja-JP" altLang="en-US" dirty="0"/>
          </a:p>
        </p:txBody>
      </p:sp>
      <p:sp>
        <p:nvSpPr>
          <p:cNvPr id="3" name="フッター プレースホルダー 2">
            <a:extLst>
              <a:ext uri="{FF2B5EF4-FFF2-40B4-BE49-F238E27FC236}">
                <a16:creationId xmlns:a16="http://schemas.microsoft.com/office/drawing/2014/main" id="{EA52D248-7E06-7683-183E-C345CB1ACB4D}"/>
              </a:ext>
            </a:extLst>
          </p:cNvPr>
          <p:cNvSpPr>
            <a:spLocks noGrp="1"/>
          </p:cNvSpPr>
          <p:nvPr>
            <p:ph type="ftr" sz="quarter" idx="11"/>
          </p:nvPr>
        </p:nvSpPr>
        <p:spPr/>
        <p:txBody>
          <a:bodyPr/>
          <a:lstStyle/>
          <a:p>
            <a:r>
              <a:rPr lang="ja-JP" altLang="en-US"/>
              <a:t>出所：</a:t>
            </a:r>
            <a:endParaRPr lang="ja-JP" altLang="en-US" sz="900" dirty="0"/>
          </a:p>
        </p:txBody>
      </p:sp>
      <p:sp>
        <p:nvSpPr>
          <p:cNvPr id="4" name="スライド番号プレースホルダー 3">
            <a:extLst>
              <a:ext uri="{FF2B5EF4-FFF2-40B4-BE49-F238E27FC236}">
                <a16:creationId xmlns:a16="http://schemas.microsoft.com/office/drawing/2014/main" id="{BBBF15D8-B9D5-EEAB-81BC-D9052DB26281}"/>
              </a:ext>
            </a:extLst>
          </p:cNvPr>
          <p:cNvSpPr>
            <a:spLocks noGrp="1"/>
          </p:cNvSpPr>
          <p:nvPr>
            <p:ph type="sldNum" sz="quarter" idx="12"/>
          </p:nvPr>
        </p:nvSpPr>
        <p:spPr/>
        <p:txBody>
          <a:bodyPr/>
          <a:lstStyle/>
          <a:p>
            <a:fld id="{DCB5AA93-092B-49A1-87A7-3C88D5F38AD7}" type="slidenum">
              <a:rPr lang="ja-JP" altLang="en-US" smtClean="0"/>
              <a:pPr/>
              <a:t>33</a:t>
            </a:fld>
            <a:endParaRPr lang="ja-JP" altLang="en-US" sz="900" dirty="0"/>
          </a:p>
        </p:txBody>
      </p:sp>
      <p:sp>
        <p:nvSpPr>
          <p:cNvPr id="5" name="テキスト プレースホルダー 4">
            <a:extLst>
              <a:ext uri="{FF2B5EF4-FFF2-40B4-BE49-F238E27FC236}">
                <a16:creationId xmlns:a16="http://schemas.microsoft.com/office/drawing/2014/main" id="{4C8CA596-9BCA-9BD7-3D73-5C31F5135E1D}"/>
              </a:ext>
            </a:extLst>
          </p:cNvPr>
          <p:cNvSpPr>
            <a:spLocks noGrp="1"/>
          </p:cNvSpPr>
          <p:nvPr>
            <p:ph type="body" sz="quarter" idx="13"/>
          </p:nvPr>
        </p:nvSpPr>
        <p:spPr/>
        <p:txBody>
          <a:bodyPr/>
          <a:lstStyle/>
          <a:p>
            <a:endParaRPr kumimoji="1" lang="ja-JP" altLang="en-US"/>
          </a:p>
        </p:txBody>
      </p:sp>
      <p:graphicFrame>
        <p:nvGraphicFramePr>
          <p:cNvPr id="6" name="表 5">
            <a:extLst>
              <a:ext uri="{FF2B5EF4-FFF2-40B4-BE49-F238E27FC236}">
                <a16:creationId xmlns:a16="http://schemas.microsoft.com/office/drawing/2014/main" id="{A4D1A672-AFDC-C733-5E51-BE09CA5249E3}"/>
              </a:ext>
            </a:extLst>
          </p:cNvPr>
          <p:cNvGraphicFramePr>
            <a:graphicFrameLocks noGrp="1"/>
          </p:cNvGraphicFramePr>
          <p:nvPr>
            <p:extLst>
              <p:ext uri="{D42A27DB-BD31-4B8C-83A1-F6EECF244321}">
                <p14:modId xmlns:p14="http://schemas.microsoft.com/office/powerpoint/2010/main" val="2603555702"/>
              </p:ext>
            </p:extLst>
          </p:nvPr>
        </p:nvGraphicFramePr>
        <p:xfrm>
          <a:off x="334963" y="1268413"/>
          <a:ext cx="11522074" cy="3941688"/>
        </p:xfrm>
        <a:graphic>
          <a:graphicData uri="http://schemas.openxmlformats.org/drawingml/2006/table">
            <a:tbl>
              <a:tblPr firstRow="1" bandRow="1">
                <a:tableStyleId>{5C22544A-7EE6-4342-B048-85BDC9FD1C3A}</a:tableStyleId>
              </a:tblPr>
              <a:tblGrid>
                <a:gridCol w="428718">
                  <a:extLst>
                    <a:ext uri="{9D8B030D-6E8A-4147-A177-3AD203B41FA5}">
                      <a16:colId xmlns:a16="http://schemas.microsoft.com/office/drawing/2014/main" val="279041293"/>
                    </a:ext>
                  </a:extLst>
                </a:gridCol>
                <a:gridCol w="1717568">
                  <a:extLst>
                    <a:ext uri="{9D8B030D-6E8A-4147-A177-3AD203B41FA5}">
                      <a16:colId xmlns:a16="http://schemas.microsoft.com/office/drawing/2014/main" val="1769139613"/>
                    </a:ext>
                  </a:extLst>
                </a:gridCol>
                <a:gridCol w="2104862">
                  <a:extLst>
                    <a:ext uri="{9D8B030D-6E8A-4147-A177-3AD203B41FA5}">
                      <a16:colId xmlns:a16="http://schemas.microsoft.com/office/drawing/2014/main" val="2390303899"/>
                    </a:ext>
                  </a:extLst>
                </a:gridCol>
                <a:gridCol w="1742826">
                  <a:extLst>
                    <a:ext uri="{9D8B030D-6E8A-4147-A177-3AD203B41FA5}">
                      <a16:colId xmlns:a16="http://schemas.microsoft.com/office/drawing/2014/main" val="4223384442"/>
                    </a:ext>
                  </a:extLst>
                </a:gridCol>
                <a:gridCol w="2201363">
                  <a:extLst>
                    <a:ext uri="{9D8B030D-6E8A-4147-A177-3AD203B41FA5}">
                      <a16:colId xmlns:a16="http://schemas.microsoft.com/office/drawing/2014/main" val="1379525383"/>
                    </a:ext>
                  </a:extLst>
                </a:gridCol>
                <a:gridCol w="1639067">
                  <a:extLst>
                    <a:ext uri="{9D8B030D-6E8A-4147-A177-3AD203B41FA5}">
                      <a16:colId xmlns:a16="http://schemas.microsoft.com/office/drawing/2014/main" val="411652451"/>
                    </a:ext>
                  </a:extLst>
                </a:gridCol>
                <a:gridCol w="1687670">
                  <a:extLst>
                    <a:ext uri="{9D8B030D-6E8A-4147-A177-3AD203B41FA5}">
                      <a16:colId xmlns:a16="http://schemas.microsoft.com/office/drawing/2014/main" val="3439538324"/>
                    </a:ext>
                  </a:extLst>
                </a:gridCol>
              </a:tblGrid>
              <a:tr h="324924">
                <a:tc>
                  <a:txBody>
                    <a:bodyPr/>
                    <a:lstStyle/>
                    <a:p>
                      <a:r>
                        <a:rPr kumimoji="1" lang="en-US" altLang="ja-JP" sz="1200" dirty="0">
                          <a:solidFill>
                            <a:schemeClr val="bg1"/>
                          </a:solidFill>
                          <a:latin typeface="BIZ UDPゴシック" panose="020B0400000000000000" pitchFamily="50" charset="-128"/>
                          <a:ea typeface="BIZ UDPゴシック" panose="020B0400000000000000" pitchFamily="50" charset="-128"/>
                        </a:rPr>
                        <a:t>#</a:t>
                      </a:r>
                      <a:endParaRPr kumimoji="1" lang="ja-JP" altLang="en-US" sz="1200" dirty="0">
                        <a:solidFill>
                          <a:schemeClr val="bg1"/>
                        </a:solidFill>
                        <a:latin typeface="BIZ UDPゴシック" panose="020B0400000000000000" pitchFamily="50" charset="-128"/>
                        <a:ea typeface="BIZ UDPゴシック" panose="020B0400000000000000" pitchFamily="50" charset="-128"/>
                      </a:endParaRPr>
                    </a:p>
                  </a:txBody>
                  <a:tcPr>
                    <a:solidFill>
                      <a:schemeClr val="tx2">
                        <a:lumMod val="75000"/>
                        <a:lumOff val="25000"/>
                      </a:schemeClr>
                    </a:solidFill>
                  </a:tcPr>
                </a:tc>
                <a:tc>
                  <a:txBody>
                    <a:bodyPr/>
                    <a:lstStyle/>
                    <a:p>
                      <a:r>
                        <a:rPr kumimoji="1" lang="ja-JP" altLang="en-US" sz="1200" dirty="0">
                          <a:solidFill>
                            <a:schemeClr val="bg1"/>
                          </a:solidFill>
                          <a:latin typeface="BIZ UDPゴシック" panose="020B0400000000000000" pitchFamily="50" charset="-128"/>
                          <a:ea typeface="BIZ UDPゴシック" panose="020B0400000000000000" pitchFamily="50" charset="-128"/>
                        </a:rPr>
                        <a:t>会議体名</a:t>
                      </a:r>
                    </a:p>
                  </a:txBody>
                  <a:tcPr>
                    <a:solidFill>
                      <a:schemeClr val="tx2">
                        <a:lumMod val="75000"/>
                        <a:lumOff val="25000"/>
                      </a:schemeClr>
                    </a:solidFill>
                  </a:tcPr>
                </a:tc>
                <a:tc>
                  <a:txBody>
                    <a:bodyPr/>
                    <a:lstStyle/>
                    <a:p>
                      <a:r>
                        <a:rPr kumimoji="1" lang="ja-JP" altLang="en-US" sz="1200" dirty="0">
                          <a:solidFill>
                            <a:schemeClr val="bg1"/>
                          </a:solidFill>
                          <a:latin typeface="BIZ UDPゴシック" panose="020B0400000000000000" pitchFamily="50" charset="-128"/>
                          <a:ea typeface="BIZ UDPゴシック" panose="020B0400000000000000" pitchFamily="50" charset="-128"/>
                        </a:rPr>
                        <a:t>主な議題</a:t>
                      </a:r>
                    </a:p>
                  </a:txBody>
                  <a:tcPr>
                    <a:solidFill>
                      <a:schemeClr val="tx2">
                        <a:lumMod val="75000"/>
                        <a:lumOff val="25000"/>
                      </a:schemeClr>
                    </a:solidFill>
                  </a:tcPr>
                </a:tc>
                <a:tc>
                  <a:txBody>
                    <a:bodyPr/>
                    <a:lstStyle/>
                    <a:p>
                      <a:r>
                        <a:rPr kumimoji="1" lang="ja-JP" altLang="en-US" sz="1200" dirty="0">
                          <a:solidFill>
                            <a:schemeClr val="bg1"/>
                          </a:solidFill>
                          <a:latin typeface="BIZ UDPゴシック" panose="020B0400000000000000" pitchFamily="50" charset="-128"/>
                          <a:ea typeface="BIZ UDPゴシック" panose="020B0400000000000000" pitchFamily="50" charset="-128"/>
                        </a:rPr>
                        <a:t>日時</a:t>
                      </a:r>
                    </a:p>
                  </a:txBody>
                  <a:tcPr>
                    <a:solidFill>
                      <a:schemeClr val="tx2">
                        <a:lumMod val="75000"/>
                        <a:lumOff val="25000"/>
                      </a:schemeClr>
                    </a:solidFill>
                  </a:tcPr>
                </a:tc>
                <a:tc>
                  <a:txBody>
                    <a:bodyPr/>
                    <a:lstStyle/>
                    <a:p>
                      <a:r>
                        <a:rPr kumimoji="1" lang="ja-JP" altLang="en-US" sz="1200" dirty="0">
                          <a:solidFill>
                            <a:schemeClr val="bg1"/>
                          </a:solidFill>
                          <a:latin typeface="BIZ UDPゴシック" panose="020B0400000000000000" pitchFamily="50" charset="-128"/>
                          <a:ea typeface="BIZ UDPゴシック" panose="020B0400000000000000" pitchFamily="50" charset="-128"/>
                        </a:rPr>
                        <a:t>参加者</a:t>
                      </a:r>
                    </a:p>
                  </a:txBody>
                  <a:tcPr>
                    <a:solidFill>
                      <a:schemeClr val="tx2">
                        <a:lumMod val="75000"/>
                        <a:lumOff val="25000"/>
                      </a:schemeClr>
                    </a:solidFill>
                  </a:tcPr>
                </a:tc>
                <a:tc>
                  <a:txBody>
                    <a:bodyPr/>
                    <a:lstStyle/>
                    <a:p>
                      <a:r>
                        <a:rPr kumimoji="1" lang="ja-JP" altLang="en-US" sz="1200" dirty="0">
                          <a:solidFill>
                            <a:schemeClr val="bg1"/>
                          </a:solidFill>
                          <a:latin typeface="BIZ UDPゴシック" panose="020B0400000000000000" pitchFamily="50" charset="-128"/>
                          <a:ea typeface="BIZ UDPゴシック" panose="020B0400000000000000" pitchFamily="50" charset="-128"/>
                        </a:rPr>
                        <a:t>必要資料</a:t>
                      </a:r>
                      <a:r>
                        <a:rPr kumimoji="1" lang="en-US" altLang="ja-JP" sz="1200" dirty="0">
                          <a:solidFill>
                            <a:schemeClr val="bg1"/>
                          </a:solidFill>
                          <a:latin typeface="BIZ UDPゴシック" panose="020B0400000000000000" pitchFamily="50" charset="-128"/>
                          <a:ea typeface="BIZ UDPゴシック" panose="020B0400000000000000" pitchFamily="50" charset="-128"/>
                        </a:rPr>
                        <a:t>/</a:t>
                      </a:r>
                      <a:r>
                        <a:rPr kumimoji="1" lang="ja-JP" altLang="en-US" sz="1200" dirty="0">
                          <a:solidFill>
                            <a:schemeClr val="bg1"/>
                          </a:solidFill>
                          <a:latin typeface="BIZ UDPゴシック" panose="020B0400000000000000" pitchFamily="50" charset="-128"/>
                          <a:ea typeface="BIZ UDPゴシック" panose="020B0400000000000000" pitchFamily="50" charset="-128"/>
                        </a:rPr>
                        <a:t>進行役</a:t>
                      </a:r>
                    </a:p>
                  </a:txBody>
                  <a:tcPr>
                    <a:solidFill>
                      <a:schemeClr val="tx2">
                        <a:lumMod val="75000"/>
                        <a:lumOff val="25000"/>
                      </a:schemeClr>
                    </a:solidFill>
                  </a:tcPr>
                </a:tc>
                <a:tc>
                  <a:txBody>
                    <a:bodyPr/>
                    <a:lstStyle/>
                    <a:p>
                      <a:r>
                        <a:rPr kumimoji="1" lang="ja-JP" altLang="en-US" sz="1200" dirty="0">
                          <a:solidFill>
                            <a:schemeClr val="bg1"/>
                          </a:solidFill>
                          <a:latin typeface="BIZ UDPゴシック" panose="020B0400000000000000" pitchFamily="50" charset="-128"/>
                          <a:ea typeface="BIZ UDPゴシック" panose="020B0400000000000000" pitchFamily="50" charset="-128"/>
                        </a:rPr>
                        <a:t>成果物</a:t>
                      </a:r>
                    </a:p>
                  </a:txBody>
                  <a:tcPr>
                    <a:solidFill>
                      <a:schemeClr val="tx2">
                        <a:lumMod val="75000"/>
                        <a:lumOff val="25000"/>
                      </a:schemeClr>
                    </a:solidFill>
                  </a:tcPr>
                </a:tc>
                <a:extLst>
                  <a:ext uri="{0D108BD9-81ED-4DB2-BD59-A6C34878D82A}">
                    <a16:rowId xmlns:a16="http://schemas.microsoft.com/office/drawing/2014/main" val="1515397185"/>
                  </a:ext>
                </a:extLst>
              </a:tr>
              <a:tr h="438891">
                <a:tc>
                  <a:txBody>
                    <a:bodyPr/>
                    <a:lstStyle/>
                    <a:p>
                      <a:r>
                        <a:rPr kumimoji="1" lang="en-US" altLang="ja-JP" sz="1200" dirty="0">
                          <a:latin typeface="BIZ UDPゴシック" panose="020B0400000000000000" pitchFamily="50" charset="-128"/>
                          <a:ea typeface="BIZ UDPゴシック" panose="020B0400000000000000" pitchFamily="50" charset="-128"/>
                        </a:rPr>
                        <a:t>1</a:t>
                      </a: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プロジェクトキックオフ</a:t>
                      </a:r>
                    </a:p>
                  </a:txBody>
                  <a:tcPr>
                    <a:solidFill>
                      <a:schemeClr val="bg1">
                        <a:lumMod val="9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メンバーに対する計画の共有</a:t>
                      </a:r>
                    </a:p>
                  </a:txBody>
                  <a:tcPr>
                    <a:solidFill>
                      <a:schemeClr val="bg1">
                        <a:lumMod val="95000"/>
                      </a:schemeClr>
                    </a:solidFill>
                  </a:tcPr>
                </a:tc>
                <a:tc>
                  <a:txBody>
                    <a:bodyPr/>
                    <a:lstStyle/>
                    <a:p>
                      <a:r>
                        <a:rPr kumimoji="1" lang="en-US" altLang="ja-JP" sz="1200" dirty="0">
                          <a:latin typeface="BIZ UDPゴシック" panose="020B0400000000000000" pitchFamily="50" charset="-128"/>
                          <a:ea typeface="BIZ UDPゴシック" panose="020B0400000000000000" pitchFamily="50" charset="-128"/>
                        </a:rPr>
                        <a:t>2025/10/xx 1.0h</a:t>
                      </a: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82563" indent="-182563">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Ｈｈ</a:t>
                      </a:r>
                    </a:p>
                  </a:txBody>
                  <a:tcPr>
                    <a:solidFill>
                      <a:schemeClr val="bg1">
                        <a:lumMod val="9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計画書</a:t>
                      </a:r>
                    </a:p>
                  </a:txBody>
                  <a:tcPr>
                    <a:solidFill>
                      <a:schemeClr val="bg1">
                        <a:lumMod val="9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議事録</a:t>
                      </a:r>
                    </a:p>
                  </a:txBody>
                  <a:tcPr>
                    <a:solidFill>
                      <a:schemeClr val="bg1">
                        <a:lumMod val="95000"/>
                      </a:schemeClr>
                    </a:solidFill>
                  </a:tcPr>
                </a:tc>
                <a:extLst>
                  <a:ext uri="{0D108BD9-81ED-4DB2-BD59-A6C34878D82A}">
                    <a16:rowId xmlns:a16="http://schemas.microsoft.com/office/drawing/2014/main" val="1031105590"/>
                  </a:ext>
                </a:extLst>
              </a:tr>
              <a:tr h="614447">
                <a:tc>
                  <a:txBody>
                    <a:bodyPr/>
                    <a:lstStyle/>
                    <a:p>
                      <a:r>
                        <a:rPr kumimoji="1" lang="en-US" altLang="ja-JP" sz="1200" dirty="0">
                          <a:latin typeface="BIZ UDPゴシック" panose="020B0400000000000000" pitchFamily="50" charset="-128"/>
                          <a:ea typeface="BIZ UDPゴシック" panose="020B0400000000000000" pitchFamily="50" charset="-128"/>
                        </a:rPr>
                        <a:t>2</a:t>
                      </a: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ステコミ</a:t>
                      </a:r>
                    </a:p>
                  </a:txBody>
                  <a:tcPr>
                    <a:solidFill>
                      <a:schemeClr val="bg1">
                        <a:lumMod val="9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進行状況の報告</a:t>
                      </a:r>
                    </a:p>
                  </a:txBody>
                  <a:tcPr>
                    <a:solidFill>
                      <a:schemeClr val="bg1">
                        <a:lumMod val="9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月初 </a:t>
                      </a:r>
                      <a:r>
                        <a:rPr kumimoji="1" lang="en-US" altLang="ja-JP" sz="1200" dirty="0">
                          <a:latin typeface="BIZ UDPゴシック" panose="020B0400000000000000" pitchFamily="50" charset="-128"/>
                          <a:ea typeface="BIZ UDPゴシック" panose="020B0400000000000000" pitchFamily="50" charset="-128"/>
                        </a:rPr>
                        <a:t>1.0h</a:t>
                      </a:r>
                    </a:p>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82563" indent="-182563">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顧客 </a:t>
                      </a:r>
                      <a:r>
                        <a:rPr kumimoji="1" lang="en-US" altLang="ja-JP" sz="1200" dirty="0">
                          <a:latin typeface="BIZ UDPゴシック" panose="020B0400000000000000" pitchFamily="50" charset="-128"/>
                          <a:ea typeface="BIZ UDPゴシック" panose="020B0400000000000000" pitchFamily="50" charset="-128"/>
                        </a:rPr>
                        <a:t>A</a:t>
                      </a:r>
                      <a:r>
                        <a:rPr kumimoji="1" lang="ja-JP" altLang="en-US" sz="1200" dirty="0">
                          <a:latin typeface="BIZ UDPゴシック" panose="020B0400000000000000" pitchFamily="50" charset="-128"/>
                          <a:ea typeface="BIZ UDPゴシック" panose="020B0400000000000000" pitchFamily="50" charset="-128"/>
                        </a:rPr>
                        <a:t>部長</a:t>
                      </a:r>
                      <a:endParaRPr kumimoji="1" lang="en-US" altLang="ja-JP" sz="1200" dirty="0">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プロジェクトオーナー</a:t>
                      </a:r>
                      <a:endParaRPr kumimoji="1" lang="en-US" altLang="ja-JP" sz="1200" dirty="0">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プロジェクトリーダー</a:t>
                      </a:r>
                    </a:p>
                  </a:txBody>
                  <a:tcPr>
                    <a:solidFill>
                      <a:schemeClr val="bg1">
                        <a:lumMod val="9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スケジュール表</a:t>
                      </a:r>
                      <a:endParaRPr kumimoji="1" lang="en-US" altLang="ja-JP"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議事録</a:t>
                      </a:r>
                    </a:p>
                  </a:txBody>
                  <a:tcPr>
                    <a:solidFill>
                      <a:schemeClr val="bg1">
                        <a:lumMod val="95000"/>
                      </a:schemeClr>
                    </a:solidFill>
                  </a:tcPr>
                </a:tc>
                <a:extLst>
                  <a:ext uri="{0D108BD9-81ED-4DB2-BD59-A6C34878D82A}">
                    <a16:rowId xmlns:a16="http://schemas.microsoft.com/office/drawing/2014/main" val="2247178784"/>
                  </a:ext>
                </a:extLst>
              </a:tr>
              <a:tr h="438891">
                <a:tc>
                  <a:txBody>
                    <a:bodyPr/>
                    <a:lstStyle/>
                    <a:p>
                      <a:r>
                        <a:rPr kumimoji="1" lang="en-US" altLang="ja-JP" sz="1200" dirty="0">
                          <a:latin typeface="BIZ UDPゴシック" panose="020B0400000000000000" pitchFamily="50" charset="-128"/>
                          <a:ea typeface="BIZ UDPゴシック" panose="020B0400000000000000" pitchFamily="50" charset="-128"/>
                        </a:rPr>
                        <a:t>3</a:t>
                      </a: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顧客定例</a:t>
                      </a: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毎週 </a:t>
                      </a:r>
                      <a:r>
                        <a:rPr kumimoji="1" lang="en-US" altLang="ja-JP" sz="1200" dirty="0">
                          <a:latin typeface="BIZ UDPゴシック" panose="020B0400000000000000" pitchFamily="50" charset="-128"/>
                          <a:ea typeface="BIZ UDPゴシック" panose="020B0400000000000000" pitchFamily="50" charset="-128"/>
                        </a:rPr>
                        <a:t>x</a:t>
                      </a:r>
                      <a:r>
                        <a:rPr kumimoji="1" lang="ja-JP" altLang="en-US" sz="1200" dirty="0">
                          <a:latin typeface="BIZ UDPゴシック" panose="020B0400000000000000" pitchFamily="50" charset="-128"/>
                          <a:ea typeface="BIZ UDPゴシック" panose="020B0400000000000000" pitchFamily="50" charset="-128"/>
                        </a:rPr>
                        <a:t>曜日 </a:t>
                      </a:r>
                      <a:r>
                        <a:rPr kumimoji="1" lang="en-US" altLang="ja-JP" sz="1200" dirty="0">
                          <a:latin typeface="BIZ UDPゴシック" panose="020B0400000000000000" pitchFamily="50" charset="-128"/>
                          <a:ea typeface="BIZ UDPゴシック" panose="020B0400000000000000" pitchFamily="50" charset="-128"/>
                        </a:rPr>
                        <a:t>1.0h</a:t>
                      </a:r>
                    </a:p>
                    <a:p>
                      <a:r>
                        <a:rPr kumimoji="1" lang="en-US" altLang="ja-JP" sz="1200" dirty="0">
                          <a:latin typeface="BIZ UDPゴシック" panose="020B0400000000000000" pitchFamily="50" charset="-128"/>
                          <a:ea typeface="BIZ UDPゴシック" panose="020B0400000000000000" pitchFamily="50" charset="-128"/>
                        </a:rPr>
                        <a:t>xx:00</a:t>
                      </a:r>
                      <a:r>
                        <a:rPr kumimoji="1" lang="ja-JP" altLang="en-US" sz="1200" dirty="0">
                          <a:latin typeface="BIZ UDPゴシック" panose="020B0400000000000000" pitchFamily="50" charset="-128"/>
                          <a:ea typeface="BIZ UDPゴシック" panose="020B0400000000000000" pitchFamily="50" charset="-128"/>
                        </a:rPr>
                        <a:t>～</a:t>
                      </a:r>
                    </a:p>
                  </a:txBody>
                  <a:tcPr>
                    <a:solidFill>
                      <a:schemeClr val="bg1">
                        <a:lumMod val="95000"/>
                      </a:schemeClr>
                    </a:solidFill>
                  </a:tcPr>
                </a:tc>
                <a:tc>
                  <a:txBody>
                    <a:bodyPr/>
                    <a:lstStyle/>
                    <a:p>
                      <a:pPr marL="182563" indent="-182563">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顧客 </a:t>
                      </a:r>
                      <a:r>
                        <a:rPr kumimoji="1" lang="en-US" altLang="ja-JP" sz="1200" dirty="0">
                          <a:latin typeface="BIZ UDPゴシック" panose="020B0400000000000000" pitchFamily="50" charset="-128"/>
                          <a:ea typeface="BIZ UDPゴシック" panose="020B0400000000000000" pitchFamily="50" charset="-128"/>
                        </a:rPr>
                        <a:t>B</a:t>
                      </a:r>
                      <a:r>
                        <a:rPr kumimoji="1" lang="ja-JP" altLang="en-US" sz="1200" dirty="0">
                          <a:latin typeface="BIZ UDPゴシック" panose="020B0400000000000000" pitchFamily="50" charset="-128"/>
                          <a:ea typeface="BIZ UDPゴシック" panose="020B0400000000000000" pitchFamily="50" charset="-128"/>
                        </a:rPr>
                        <a:t>課長</a:t>
                      </a:r>
                      <a:endParaRPr kumimoji="1" lang="en-US" altLang="ja-JP" sz="1200" dirty="0">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プロジェクトリーダー</a:t>
                      </a:r>
                    </a:p>
                  </a:txBody>
                  <a:tcPr>
                    <a:solidFill>
                      <a:schemeClr val="bg1">
                        <a:lumMod val="9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ガントチャート</a:t>
                      </a:r>
                      <a:endParaRPr kumimoji="1" lang="en-US" altLang="ja-JP" sz="1200" dirty="0">
                        <a:latin typeface="BIZ UDPゴシック" panose="020B0400000000000000" pitchFamily="50" charset="-128"/>
                        <a:ea typeface="BIZ UDPゴシック" panose="020B0400000000000000" pitchFamily="50" charset="-128"/>
                      </a:endParaRPr>
                    </a:p>
                    <a:p>
                      <a:r>
                        <a:rPr kumimoji="1" lang="en-US" altLang="ja-JP" sz="1200" dirty="0">
                          <a:latin typeface="BIZ UDPゴシック" panose="020B0400000000000000" pitchFamily="50" charset="-128"/>
                          <a:ea typeface="BIZ UDPゴシック" panose="020B0400000000000000" pitchFamily="50" charset="-128"/>
                        </a:rPr>
                        <a:t>JIRA </a:t>
                      </a:r>
                      <a:r>
                        <a:rPr kumimoji="1" lang="ja-JP" altLang="en-US" sz="1200" dirty="0">
                          <a:latin typeface="BIZ UDPゴシック" panose="020B0400000000000000" pitchFamily="50" charset="-128"/>
                          <a:ea typeface="BIZ UDPゴシック" panose="020B0400000000000000" pitchFamily="50" charset="-128"/>
                        </a:rPr>
                        <a:t>チケット</a:t>
                      </a: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extLst>
                  <a:ext uri="{0D108BD9-81ED-4DB2-BD59-A6C34878D82A}">
                    <a16:rowId xmlns:a16="http://schemas.microsoft.com/office/drawing/2014/main" val="3489119852"/>
                  </a:ext>
                </a:extLst>
              </a:tr>
              <a:tr h="614447">
                <a:tc>
                  <a:txBody>
                    <a:bodyPr/>
                    <a:lstStyle/>
                    <a:p>
                      <a:r>
                        <a:rPr kumimoji="1" lang="en-US" altLang="ja-JP" sz="1200" dirty="0">
                          <a:latin typeface="BIZ UDPゴシック" panose="020B0400000000000000" pitchFamily="50" charset="-128"/>
                          <a:ea typeface="BIZ UDPゴシック" panose="020B0400000000000000" pitchFamily="50" charset="-128"/>
                        </a:rPr>
                        <a:t>4</a:t>
                      </a: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プロジェクト定例</a:t>
                      </a:r>
                    </a:p>
                  </a:txBody>
                  <a:tcPr>
                    <a:solidFill>
                      <a:schemeClr val="bg1">
                        <a:lumMod val="95000"/>
                      </a:schemeClr>
                    </a:solidFill>
                  </a:tcPr>
                </a:tc>
                <a:tc>
                  <a:txBody>
                    <a:bodyPr/>
                    <a:lstStyle/>
                    <a:p>
                      <a:pPr marL="182563" indent="-182563">
                        <a:buFont typeface="Arial" panose="020B0604020202020204" pitchFamily="34" charset="0"/>
                        <a:buChar char="•"/>
                      </a:pP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毎週 </a:t>
                      </a:r>
                      <a:r>
                        <a:rPr kumimoji="1" lang="en-US" altLang="ja-JP" sz="1200" dirty="0">
                          <a:latin typeface="BIZ UDPゴシック" panose="020B0400000000000000" pitchFamily="50" charset="-128"/>
                          <a:ea typeface="BIZ UDPゴシック" panose="020B0400000000000000" pitchFamily="50" charset="-128"/>
                        </a:rPr>
                        <a:t>x</a:t>
                      </a:r>
                      <a:r>
                        <a:rPr kumimoji="1" lang="ja-JP" altLang="en-US" sz="1200" dirty="0">
                          <a:latin typeface="BIZ UDPゴシック" panose="020B0400000000000000" pitchFamily="50" charset="-128"/>
                          <a:ea typeface="BIZ UDPゴシック" panose="020B0400000000000000" pitchFamily="50" charset="-128"/>
                        </a:rPr>
                        <a:t>曜日 </a:t>
                      </a:r>
                      <a:r>
                        <a:rPr kumimoji="1" lang="en-US" altLang="ja-JP" sz="1200" dirty="0">
                          <a:latin typeface="BIZ UDPゴシック" panose="020B0400000000000000" pitchFamily="50" charset="-128"/>
                          <a:ea typeface="BIZ UDPゴシック" panose="020B0400000000000000" pitchFamily="50" charset="-128"/>
                        </a:rPr>
                        <a:t>1.0h</a:t>
                      </a:r>
                    </a:p>
                    <a:p>
                      <a:r>
                        <a:rPr kumimoji="1" lang="en-US" altLang="ja-JP" sz="1200" dirty="0">
                          <a:latin typeface="BIZ UDPゴシック" panose="020B0400000000000000" pitchFamily="50" charset="-128"/>
                          <a:ea typeface="BIZ UDPゴシック" panose="020B0400000000000000" pitchFamily="50" charset="-128"/>
                        </a:rPr>
                        <a:t>xx:00</a:t>
                      </a:r>
                      <a:r>
                        <a:rPr kumimoji="1" lang="ja-JP" altLang="en-US" sz="1200" dirty="0">
                          <a:latin typeface="BIZ UDPゴシック" panose="020B0400000000000000" pitchFamily="50" charset="-128"/>
                          <a:ea typeface="BIZ UDPゴシック" panose="020B0400000000000000" pitchFamily="50" charset="-128"/>
                        </a:rPr>
                        <a:t>～</a:t>
                      </a:r>
                    </a:p>
                  </a:txBody>
                  <a:tcPr>
                    <a:solidFill>
                      <a:schemeClr val="bg1">
                        <a:lumMod val="95000"/>
                      </a:schemeClr>
                    </a:solidFill>
                  </a:tcPr>
                </a:tc>
                <a:tc>
                  <a:txBody>
                    <a:bodyPr/>
                    <a:lstStyle/>
                    <a:p>
                      <a:pPr marL="182563" indent="-182563">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プロジェクトマネージャー</a:t>
                      </a:r>
                      <a:endParaRPr kumimoji="1" lang="en-US" altLang="ja-JP" sz="1200" dirty="0">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プロジェクトリーダー</a:t>
                      </a:r>
                    </a:p>
                    <a:p>
                      <a:pPr marL="182563" indent="-182563">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メンバー</a:t>
                      </a:r>
                    </a:p>
                  </a:txBody>
                  <a:tcPr>
                    <a:solidFill>
                      <a:schemeClr val="bg1">
                        <a:lumMod val="9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ガントチャート</a:t>
                      </a: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extLst>
                  <a:ext uri="{0D108BD9-81ED-4DB2-BD59-A6C34878D82A}">
                    <a16:rowId xmlns:a16="http://schemas.microsoft.com/office/drawing/2014/main" val="199895045"/>
                  </a:ext>
                </a:extLst>
              </a:tr>
              <a:tr h="614447">
                <a:tc>
                  <a:txBody>
                    <a:bodyPr/>
                    <a:lstStyle/>
                    <a:p>
                      <a:r>
                        <a:rPr kumimoji="1" lang="en-US" altLang="ja-JP" sz="1200" dirty="0">
                          <a:latin typeface="BIZ UDPゴシック" panose="020B0400000000000000" pitchFamily="50" charset="-128"/>
                          <a:ea typeface="BIZ UDPゴシック" panose="020B0400000000000000" pitchFamily="50" charset="-128"/>
                        </a:rPr>
                        <a:t>5</a:t>
                      </a: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チーム定例</a:t>
                      </a:r>
                    </a:p>
                  </a:txBody>
                  <a:tcPr>
                    <a:solidFill>
                      <a:schemeClr val="bg1">
                        <a:lumMod val="95000"/>
                      </a:schemeClr>
                    </a:solidFill>
                  </a:tcPr>
                </a:tc>
                <a:tc>
                  <a:txBody>
                    <a:bodyPr/>
                    <a:lstStyle/>
                    <a:p>
                      <a:pPr marL="182563" indent="-182563">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昨日タスクの遅れ報告</a:t>
                      </a:r>
                      <a:endParaRPr kumimoji="1" lang="en-US" altLang="ja-JP" sz="1200" dirty="0">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当日タスクの内容報告</a:t>
                      </a:r>
                      <a:endParaRPr kumimoji="1" lang="en-US" altLang="ja-JP" sz="1200" dirty="0">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翌日タスクの懸念報告</a:t>
                      </a:r>
                    </a:p>
                  </a:txBody>
                  <a:tcPr>
                    <a:solidFill>
                      <a:schemeClr val="bg1">
                        <a:lumMod val="9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毎日 </a:t>
                      </a:r>
                      <a:r>
                        <a:rPr kumimoji="1" lang="en-US" altLang="ja-JP" sz="1200" dirty="0">
                          <a:latin typeface="BIZ UDPゴシック" panose="020B0400000000000000" pitchFamily="50" charset="-128"/>
                          <a:ea typeface="BIZ UDPゴシック" panose="020B0400000000000000" pitchFamily="50" charset="-128"/>
                        </a:rPr>
                        <a:t>15</a:t>
                      </a:r>
                      <a:r>
                        <a:rPr kumimoji="1" lang="ja-JP" altLang="en-US" sz="1200" dirty="0">
                          <a:latin typeface="BIZ UDPゴシック" panose="020B0400000000000000" pitchFamily="50" charset="-128"/>
                          <a:ea typeface="BIZ UDPゴシック" panose="020B0400000000000000" pitchFamily="50" charset="-128"/>
                        </a:rPr>
                        <a:t>分</a:t>
                      </a:r>
                      <a:endParaRPr kumimoji="1" lang="en-US" altLang="ja-JP" sz="1200" dirty="0">
                        <a:latin typeface="BIZ UDPゴシック" panose="020B0400000000000000" pitchFamily="50" charset="-128"/>
                        <a:ea typeface="BIZ UDPゴシック" panose="020B0400000000000000" pitchFamily="50" charset="-128"/>
                      </a:endParaRPr>
                    </a:p>
                    <a:p>
                      <a:r>
                        <a:rPr kumimoji="1" lang="en-US" altLang="ja-JP" sz="1200" dirty="0">
                          <a:latin typeface="BIZ UDPゴシック" panose="020B0400000000000000" pitchFamily="50" charset="-128"/>
                          <a:ea typeface="BIZ UDPゴシック" panose="020B0400000000000000" pitchFamily="50" charset="-128"/>
                        </a:rPr>
                        <a:t>xx:00</a:t>
                      </a:r>
                      <a:r>
                        <a:rPr kumimoji="1" lang="ja-JP" altLang="en-US" sz="1200" dirty="0">
                          <a:latin typeface="BIZ UDPゴシック" panose="020B0400000000000000" pitchFamily="50" charset="-128"/>
                          <a:ea typeface="BIZ UDPゴシック" panose="020B0400000000000000" pitchFamily="50" charset="-128"/>
                        </a:rPr>
                        <a:t>～</a:t>
                      </a:r>
                    </a:p>
                  </a:txBody>
                  <a:tcPr>
                    <a:solidFill>
                      <a:schemeClr val="bg1">
                        <a:lumMod val="95000"/>
                      </a:schemeClr>
                    </a:solidFill>
                  </a:tcPr>
                </a:tc>
                <a:tc>
                  <a:txBody>
                    <a:bodyPr/>
                    <a:lstStyle/>
                    <a:p>
                      <a:pPr marL="182563" indent="-182563">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プロジェクトリーダー</a:t>
                      </a:r>
                    </a:p>
                    <a:p>
                      <a:pPr marL="182563" indent="-182563">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メンバー</a:t>
                      </a:r>
                    </a:p>
                  </a:txBody>
                  <a:tcPr>
                    <a:solidFill>
                      <a:schemeClr val="bg1">
                        <a:lumMod val="95000"/>
                      </a:schemeClr>
                    </a:solidFill>
                  </a:tcPr>
                </a:tc>
                <a:tc>
                  <a:txBody>
                    <a:bodyPr/>
                    <a:lstStyle/>
                    <a:p>
                      <a:pPr marL="0" marR="0" lvl="0" indent="0" algn="l" defTabSz="914373" rtl="0" eaLnBrk="1" fontAlgn="auto" latinLnBrk="0" hangingPunct="1">
                        <a:lnSpc>
                          <a:spcPct val="100000"/>
                        </a:lnSpc>
                        <a:spcBef>
                          <a:spcPts val="0"/>
                        </a:spcBef>
                        <a:spcAft>
                          <a:spcPts val="0"/>
                        </a:spcAft>
                        <a:buClrTx/>
                        <a:buSzTx/>
                        <a:buFontTx/>
                        <a:buNone/>
                        <a:tabLst/>
                        <a:defRPr/>
                      </a:pPr>
                      <a:r>
                        <a:rPr kumimoji="1" lang="en-US" altLang="ja-JP" sz="1200" dirty="0">
                          <a:latin typeface="BIZ UDPゴシック" panose="020B0400000000000000" pitchFamily="50" charset="-128"/>
                          <a:ea typeface="BIZ UDPゴシック" panose="020B0400000000000000" pitchFamily="50" charset="-128"/>
                        </a:rPr>
                        <a:t>JIRA </a:t>
                      </a:r>
                      <a:r>
                        <a:rPr kumimoji="1" lang="ja-JP" altLang="en-US" sz="1200" dirty="0">
                          <a:latin typeface="BIZ UDPゴシック" panose="020B0400000000000000" pitchFamily="50" charset="-128"/>
                          <a:ea typeface="BIZ UDPゴシック" panose="020B0400000000000000" pitchFamily="50" charset="-128"/>
                        </a:rPr>
                        <a:t>チケット</a:t>
                      </a:r>
                      <a:endParaRPr kumimoji="1" lang="en-US" altLang="ja-JP" sz="1200" dirty="0">
                        <a:latin typeface="BIZ UDPゴシック" panose="020B0400000000000000" pitchFamily="50" charset="-128"/>
                        <a:ea typeface="BIZ UDPゴシック" panose="020B0400000000000000" pitchFamily="50" charset="-128"/>
                      </a:endParaRPr>
                    </a:p>
                    <a:p>
                      <a:pPr marL="0" marR="0" lvl="0" indent="0" algn="l" defTabSz="914373" rtl="0" eaLnBrk="1" fontAlgn="auto" latinLnBrk="0" hangingPunct="1">
                        <a:lnSpc>
                          <a:spcPct val="100000"/>
                        </a:lnSpc>
                        <a:spcBef>
                          <a:spcPts val="0"/>
                        </a:spcBef>
                        <a:spcAft>
                          <a:spcPts val="0"/>
                        </a:spcAft>
                        <a:buClrTx/>
                        <a:buSzTx/>
                        <a:buFontTx/>
                        <a:buNone/>
                        <a:tabLst/>
                        <a:defRPr/>
                      </a:pPr>
                      <a:r>
                        <a:rPr kumimoji="1" lang="ja-JP" altLang="en-US" sz="1200" dirty="0">
                          <a:latin typeface="BIZ UDPゴシック" panose="020B0400000000000000" pitchFamily="50" charset="-128"/>
                          <a:ea typeface="BIZ UDPゴシック" panose="020B0400000000000000" pitchFamily="50" charset="-128"/>
                        </a:rPr>
                        <a:t>課題ログ</a:t>
                      </a: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extLst>
                  <a:ext uri="{0D108BD9-81ED-4DB2-BD59-A6C34878D82A}">
                    <a16:rowId xmlns:a16="http://schemas.microsoft.com/office/drawing/2014/main" val="1587732588"/>
                  </a:ext>
                </a:extLst>
              </a:tr>
              <a:tr h="438891">
                <a:tc>
                  <a:txBody>
                    <a:bodyPr/>
                    <a:lstStyle/>
                    <a:p>
                      <a:r>
                        <a:rPr kumimoji="1" lang="en-US" altLang="ja-JP" sz="1200" dirty="0">
                          <a:latin typeface="BIZ UDPゴシック" panose="020B0400000000000000" pitchFamily="50" charset="-128"/>
                          <a:ea typeface="BIZ UDPゴシック" panose="020B0400000000000000" pitchFamily="50" charset="-128"/>
                        </a:rPr>
                        <a:t>6</a:t>
                      </a: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ハドルミーティング</a:t>
                      </a:r>
                    </a:p>
                  </a:txBody>
                  <a:tcPr>
                    <a:solidFill>
                      <a:schemeClr val="bg1">
                        <a:lumMod val="95000"/>
                      </a:schemeClr>
                    </a:solidFill>
                  </a:tcPr>
                </a:tc>
                <a:tc>
                  <a:txBody>
                    <a:bodyPr/>
                    <a:lstStyle/>
                    <a:p>
                      <a:pPr marL="182563" indent="-182563">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技術課題の議論</a:t>
                      </a:r>
                      <a:endParaRPr kumimoji="1" lang="en-US" altLang="ja-JP"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不定期 </a:t>
                      </a:r>
                      <a:r>
                        <a:rPr kumimoji="1" lang="en-US" altLang="ja-JP" sz="1200" dirty="0">
                          <a:latin typeface="BIZ UDPゴシック" panose="020B0400000000000000" pitchFamily="50" charset="-128"/>
                          <a:ea typeface="BIZ UDPゴシック" panose="020B0400000000000000" pitchFamily="50" charset="-128"/>
                        </a:rPr>
                        <a:t>15</a:t>
                      </a:r>
                      <a:r>
                        <a:rPr kumimoji="1" lang="ja-JP" altLang="en-US" sz="1200" dirty="0">
                          <a:latin typeface="BIZ UDPゴシック" panose="020B0400000000000000" pitchFamily="50" charset="-128"/>
                          <a:ea typeface="BIZ UDPゴシック" panose="020B0400000000000000" pitchFamily="50" charset="-128"/>
                        </a:rPr>
                        <a:t>分</a:t>
                      </a:r>
                      <a:endParaRPr kumimoji="1" lang="en-US" altLang="ja-JP"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82563" marR="0" lvl="0" indent="-182563" algn="l" defTabSz="914373"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dirty="0">
                          <a:latin typeface="BIZ UDPゴシック" panose="020B0400000000000000" pitchFamily="50" charset="-128"/>
                          <a:ea typeface="BIZ UDPゴシック" panose="020B0400000000000000" pitchFamily="50" charset="-128"/>
                        </a:rPr>
                        <a:t>プロジェクトリーダー</a:t>
                      </a:r>
                      <a:endParaRPr kumimoji="1" lang="en-US" altLang="ja-JP" sz="1200" dirty="0">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メンバー</a:t>
                      </a:r>
                    </a:p>
                  </a:txBody>
                  <a:tcPr>
                    <a:solidFill>
                      <a:schemeClr val="bg1">
                        <a:lumMod val="95000"/>
                      </a:schemeClr>
                    </a:solidFill>
                  </a:tcPr>
                </a:tc>
                <a:tc>
                  <a:txBody>
                    <a:bodyPr/>
                    <a:lstStyle/>
                    <a:p>
                      <a:pPr marL="0" marR="0" lvl="0" indent="0" algn="l" defTabSz="914373" rtl="0" eaLnBrk="1" fontAlgn="auto" latinLnBrk="0" hangingPunct="1">
                        <a:lnSpc>
                          <a:spcPct val="100000"/>
                        </a:lnSpc>
                        <a:spcBef>
                          <a:spcPts val="0"/>
                        </a:spcBef>
                        <a:spcAft>
                          <a:spcPts val="0"/>
                        </a:spcAft>
                        <a:buClrTx/>
                        <a:buSzTx/>
                        <a:buFontTx/>
                        <a:buNone/>
                        <a:tabLst/>
                        <a:defRPr/>
                      </a:pPr>
                      <a:r>
                        <a:rPr kumimoji="1" lang="en-US" altLang="ja-JP" sz="1200" dirty="0">
                          <a:latin typeface="BIZ UDPゴシック" panose="020B0400000000000000" pitchFamily="50" charset="-128"/>
                          <a:ea typeface="BIZ UDPゴシック" panose="020B0400000000000000" pitchFamily="50" charset="-128"/>
                        </a:rPr>
                        <a:t>JIRA </a:t>
                      </a:r>
                      <a:r>
                        <a:rPr kumimoji="1" lang="ja-JP" altLang="en-US" sz="1200" dirty="0">
                          <a:latin typeface="BIZ UDPゴシック" panose="020B0400000000000000" pitchFamily="50" charset="-128"/>
                          <a:ea typeface="BIZ UDPゴシック" panose="020B0400000000000000" pitchFamily="50" charset="-128"/>
                        </a:rPr>
                        <a:t>チケット</a:t>
                      </a: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extLst>
                  <a:ext uri="{0D108BD9-81ED-4DB2-BD59-A6C34878D82A}">
                    <a16:rowId xmlns:a16="http://schemas.microsoft.com/office/drawing/2014/main" val="613087573"/>
                  </a:ext>
                </a:extLst>
              </a:tr>
              <a:tr h="324924">
                <a:tc>
                  <a:txBody>
                    <a:bodyPr/>
                    <a:lstStyle/>
                    <a:p>
                      <a:r>
                        <a:rPr kumimoji="1" lang="en-US" altLang="ja-JP" sz="1200" dirty="0">
                          <a:latin typeface="BIZ UDPゴシック" panose="020B0400000000000000" pitchFamily="50" charset="-128"/>
                          <a:ea typeface="BIZ UDPゴシック" panose="020B0400000000000000" pitchFamily="50" charset="-128"/>
                        </a:rPr>
                        <a:t>7</a:t>
                      </a: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extLst>
                  <a:ext uri="{0D108BD9-81ED-4DB2-BD59-A6C34878D82A}">
                    <a16:rowId xmlns:a16="http://schemas.microsoft.com/office/drawing/2014/main" val="1349657474"/>
                  </a:ext>
                </a:extLst>
              </a:tr>
            </a:tbl>
          </a:graphicData>
        </a:graphic>
      </p:graphicFrame>
      <p:sp>
        <p:nvSpPr>
          <p:cNvPr id="7" name="テキスト ボックス 6">
            <a:extLst>
              <a:ext uri="{FF2B5EF4-FFF2-40B4-BE49-F238E27FC236}">
                <a16:creationId xmlns:a16="http://schemas.microsoft.com/office/drawing/2014/main" id="{ACA8343F-07A8-C2FB-6752-769E70AB473B}"/>
              </a:ext>
            </a:extLst>
          </p:cNvPr>
          <p:cNvSpPr txBox="1"/>
          <p:nvPr/>
        </p:nvSpPr>
        <p:spPr>
          <a:xfrm>
            <a:off x="3961359" y="5662594"/>
            <a:ext cx="7822654" cy="646331"/>
          </a:xfrm>
          <a:prstGeom prst="rect">
            <a:avLst/>
          </a:prstGeom>
          <a:noFill/>
        </p:spPr>
        <p:txBody>
          <a:bodyPr wrap="square" lIns="0" tIns="0" rIns="0" bIns="0" rtlCol="0">
            <a:spAutoFit/>
          </a:bodyPr>
          <a:lstStyle/>
          <a:p>
            <a:pPr algn="l"/>
            <a:r>
              <a:rPr kumimoji="1" lang="ja-JP" altLang="en-US" sz="1400" dirty="0">
                <a:latin typeface="BIZ UDPゴシック" panose="020B0400000000000000" pitchFamily="50" charset="-128"/>
                <a:ea typeface="BIZ UDPゴシック" panose="020B0400000000000000" pitchFamily="50" charset="-128"/>
              </a:rPr>
              <a:t>打合せは全体工数の</a:t>
            </a:r>
            <a:r>
              <a:rPr kumimoji="1" lang="en-US" altLang="ja-JP" sz="1400" dirty="0">
                <a:latin typeface="BIZ UDPゴシック" panose="020B0400000000000000" pitchFamily="50" charset="-128"/>
                <a:ea typeface="BIZ UDPゴシック" panose="020B0400000000000000" pitchFamily="50" charset="-128"/>
              </a:rPr>
              <a:t>10%</a:t>
            </a:r>
            <a:r>
              <a:rPr kumimoji="1" lang="ja-JP" altLang="en-US" sz="1400" dirty="0">
                <a:latin typeface="BIZ UDPゴシック" panose="020B0400000000000000" pitchFamily="50" charset="-128"/>
                <a:ea typeface="BIZ UDPゴシック" panose="020B0400000000000000" pitchFamily="50" charset="-128"/>
              </a:rPr>
              <a:t>～</a:t>
            </a:r>
            <a:r>
              <a:rPr kumimoji="1" lang="en-US" altLang="ja-JP" sz="1400" dirty="0">
                <a:latin typeface="BIZ UDPゴシック" panose="020B0400000000000000" pitchFamily="50" charset="-128"/>
                <a:ea typeface="BIZ UDPゴシック" panose="020B0400000000000000" pitchFamily="50" charset="-128"/>
              </a:rPr>
              <a:t>25%</a:t>
            </a:r>
            <a:r>
              <a:rPr kumimoji="1" lang="ja-JP" altLang="en-US" sz="1400" dirty="0">
                <a:latin typeface="BIZ UDPゴシック" panose="020B0400000000000000" pitchFamily="50" charset="-128"/>
                <a:ea typeface="BIZ UDPゴシック" panose="020B0400000000000000" pitchFamily="50" charset="-128"/>
              </a:rPr>
              <a:t>を目指す</a:t>
            </a:r>
            <a:r>
              <a:rPr lang="ja-JP" altLang="en-US" sz="1400" dirty="0">
                <a:latin typeface="BIZ UDPゴシック" panose="020B0400000000000000" pitchFamily="50" charset="-128"/>
                <a:ea typeface="BIZ UDPゴシック" panose="020B0400000000000000" pitchFamily="50" charset="-128"/>
              </a:rPr>
              <a:t>。超える場合はマネジメントレベルで最適化を図る</a:t>
            </a:r>
            <a:endParaRPr kumimoji="1" lang="en-US" altLang="ja-JP" sz="1400" dirty="0">
              <a:latin typeface="BIZ UDPゴシック" panose="020B0400000000000000" pitchFamily="50" charset="-128"/>
              <a:ea typeface="BIZ UDPゴシック" panose="020B0400000000000000" pitchFamily="50" charset="-128"/>
            </a:endParaRPr>
          </a:p>
          <a:p>
            <a:pPr marL="182563" indent="-182563" algn="l">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リーダー層：</a:t>
            </a:r>
            <a:r>
              <a:rPr lang="en-US" altLang="ja-JP" sz="1400" dirty="0">
                <a:latin typeface="BIZ UDPゴシック" panose="020B0400000000000000" pitchFamily="50" charset="-128"/>
                <a:ea typeface="BIZ UDPゴシック" panose="020B0400000000000000" pitchFamily="50" charset="-128"/>
              </a:rPr>
              <a:t>25% (8h * 5days * 25% = 10h</a:t>
            </a:r>
          </a:p>
          <a:p>
            <a:pPr marL="182563" indent="-182563" algn="l">
              <a:buFont typeface="Arial" panose="020B0604020202020204" pitchFamily="34" charset="0"/>
              <a:buChar char="•"/>
            </a:pPr>
            <a:r>
              <a:rPr kumimoji="1" lang="ja-JP" altLang="en-US" sz="1400" dirty="0">
                <a:latin typeface="BIZ UDPゴシック" panose="020B0400000000000000" pitchFamily="50" charset="-128"/>
                <a:ea typeface="BIZ UDPゴシック" panose="020B0400000000000000" pitchFamily="50" charset="-128"/>
              </a:rPr>
              <a:t>メンバー層：</a:t>
            </a:r>
            <a:r>
              <a:rPr kumimoji="1" lang="en-US" altLang="ja-JP" sz="1400" dirty="0">
                <a:latin typeface="BIZ UDPゴシック" panose="020B0400000000000000" pitchFamily="50" charset="-128"/>
                <a:ea typeface="BIZ UDPゴシック" panose="020B0400000000000000" pitchFamily="50" charset="-128"/>
              </a:rPr>
              <a:t>10% (8h * 5days * 10% =   4h</a:t>
            </a:r>
            <a:endParaRPr kumimoji="1" lang="ja-JP" altLang="en-US" sz="140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5812074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0788D6C-6610-ED5F-5A5C-FE60FAFA175E}"/>
              </a:ext>
            </a:extLst>
          </p:cNvPr>
          <p:cNvSpPr>
            <a:spLocks noGrp="1"/>
          </p:cNvSpPr>
          <p:nvPr>
            <p:ph type="title"/>
          </p:nvPr>
        </p:nvSpPr>
        <p:spPr/>
        <p:txBody>
          <a:bodyPr/>
          <a:lstStyle/>
          <a:p>
            <a:r>
              <a:rPr lang="ja-JP" altLang="en-US" dirty="0"/>
              <a:t>責任分担表</a:t>
            </a:r>
            <a:endParaRPr kumimoji="1" lang="ja-JP" altLang="en-US" dirty="0"/>
          </a:p>
        </p:txBody>
      </p:sp>
      <p:sp>
        <p:nvSpPr>
          <p:cNvPr id="3" name="フッター プレースホルダー 2">
            <a:extLst>
              <a:ext uri="{FF2B5EF4-FFF2-40B4-BE49-F238E27FC236}">
                <a16:creationId xmlns:a16="http://schemas.microsoft.com/office/drawing/2014/main" id="{E5B42A50-0676-3E31-282D-395FDB2190C8}"/>
              </a:ext>
            </a:extLst>
          </p:cNvPr>
          <p:cNvSpPr>
            <a:spLocks noGrp="1"/>
          </p:cNvSpPr>
          <p:nvPr>
            <p:ph type="ftr" sz="quarter" idx="11"/>
          </p:nvPr>
        </p:nvSpPr>
        <p:spPr/>
        <p:txBody>
          <a:bodyPr/>
          <a:lstStyle/>
          <a:p>
            <a:r>
              <a:rPr lang="ja-JP" altLang="en-US"/>
              <a:t>出所：</a:t>
            </a:r>
            <a:endParaRPr lang="ja-JP" altLang="en-US" sz="900" dirty="0"/>
          </a:p>
        </p:txBody>
      </p:sp>
      <p:sp>
        <p:nvSpPr>
          <p:cNvPr id="4" name="スライド番号プレースホルダー 3">
            <a:extLst>
              <a:ext uri="{FF2B5EF4-FFF2-40B4-BE49-F238E27FC236}">
                <a16:creationId xmlns:a16="http://schemas.microsoft.com/office/drawing/2014/main" id="{CBF3EC83-751D-CD99-A75B-300D4F071D62}"/>
              </a:ext>
            </a:extLst>
          </p:cNvPr>
          <p:cNvSpPr>
            <a:spLocks noGrp="1"/>
          </p:cNvSpPr>
          <p:nvPr>
            <p:ph type="sldNum" sz="quarter" idx="12"/>
          </p:nvPr>
        </p:nvSpPr>
        <p:spPr/>
        <p:txBody>
          <a:bodyPr/>
          <a:lstStyle/>
          <a:p>
            <a:fld id="{DCB5AA93-092B-49A1-87A7-3C88D5F38AD7}" type="slidenum">
              <a:rPr lang="ja-JP" altLang="en-US" smtClean="0"/>
              <a:pPr/>
              <a:t>34</a:t>
            </a:fld>
            <a:endParaRPr lang="ja-JP" altLang="en-US" sz="900" dirty="0"/>
          </a:p>
        </p:txBody>
      </p:sp>
      <p:sp>
        <p:nvSpPr>
          <p:cNvPr id="5" name="テキスト プレースホルダー 4">
            <a:extLst>
              <a:ext uri="{FF2B5EF4-FFF2-40B4-BE49-F238E27FC236}">
                <a16:creationId xmlns:a16="http://schemas.microsoft.com/office/drawing/2014/main" id="{5093336F-68C6-83CA-F5EA-ED5BE5153624}"/>
              </a:ext>
            </a:extLst>
          </p:cNvPr>
          <p:cNvSpPr>
            <a:spLocks noGrp="1"/>
          </p:cNvSpPr>
          <p:nvPr>
            <p:ph type="body" sz="quarter" idx="13"/>
          </p:nvPr>
        </p:nvSpPr>
        <p:spPr/>
        <p:txBody>
          <a:bodyPr/>
          <a:lstStyle/>
          <a:p>
            <a:endParaRPr kumimoji="1" lang="ja-JP" altLang="en-US" dirty="0"/>
          </a:p>
        </p:txBody>
      </p:sp>
      <p:graphicFrame>
        <p:nvGraphicFramePr>
          <p:cNvPr id="6" name="表 5">
            <a:extLst>
              <a:ext uri="{FF2B5EF4-FFF2-40B4-BE49-F238E27FC236}">
                <a16:creationId xmlns:a16="http://schemas.microsoft.com/office/drawing/2014/main" id="{B81FFAD3-9712-DB4D-8893-C2759B5D10D3}"/>
              </a:ext>
            </a:extLst>
          </p:cNvPr>
          <p:cNvGraphicFramePr>
            <a:graphicFrameLocks noGrp="1"/>
          </p:cNvGraphicFramePr>
          <p:nvPr>
            <p:extLst>
              <p:ext uri="{D42A27DB-BD31-4B8C-83A1-F6EECF244321}">
                <p14:modId xmlns:p14="http://schemas.microsoft.com/office/powerpoint/2010/main" val="2691835130"/>
              </p:ext>
            </p:extLst>
          </p:nvPr>
        </p:nvGraphicFramePr>
        <p:xfrm>
          <a:off x="334963" y="1268413"/>
          <a:ext cx="11522074" cy="3358139"/>
        </p:xfrm>
        <a:graphic>
          <a:graphicData uri="http://schemas.openxmlformats.org/drawingml/2006/table">
            <a:tbl>
              <a:tblPr firstRow="1" bandRow="1">
                <a:tableStyleId>{5C22544A-7EE6-4342-B048-85BDC9FD1C3A}</a:tableStyleId>
              </a:tblPr>
              <a:tblGrid>
                <a:gridCol w="502289">
                  <a:extLst>
                    <a:ext uri="{9D8B030D-6E8A-4147-A177-3AD203B41FA5}">
                      <a16:colId xmlns:a16="http://schemas.microsoft.com/office/drawing/2014/main" val="279041293"/>
                    </a:ext>
                  </a:extLst>
                </a:gridCol>
                <a:gridCol w="1268628">
                  <a:extLst>
                    <a:ext uri="{9D8B030D-6E8A-4147-A177-3AD203B41FA5}">
                      <a16:colId xmlns:a16="http://schemas.microsoft.com/office/drawing/2014/main" val="1769139613"/>
                    </a:ext>
                  </a:extLst>
                </a:gridCol>
                <a:gridCol w="4175346">
                  <a:extLst>
                    <a:ext uri="{9D8B030D-6E8A-4147-A177-3AD203B41FA5}">
                      <a16:colId xmlns:a16="http://schemas.microsoft.com/office/drawing/2014/main" val="2390303899"/>
                    </a:ext>
                  </a:extLst>
                </a:gridCol>
                <a:gridCol w="1620744">
                  <a:extLst>
                    <a:ext uri="{9D8B030D-6E8A-4147-A177-3AD203B41FA5}">
                      <a16:colId xmlns:a16="http://schemas.microsoft.com/office/drawing/2014/main" val="4223384442"/>
                    </a:ext>
                  </a:extLst>
                </a:gridCol>
                <a:gridCol w="2034721">
                  <a:extLst>
                    <a:ext uri="{9D8B030D-6E8A-4147-A177-3AD203B41FA5}">
                      <a16:colId xmlns:a16="http://schemas.microsoft.com/office/drawing/2014/main" val="1379525383"/>
                    </a:ext>
                  </a:extLst>
                </a:gridCol>
                <a:gridCol w="1920346">
                  <a:extLst>
                    <a:ext uri="{9D8B030D-6E8A-4147-A177-3AD203B41FA5}">
                      <a16:colId xmlns:a16="http://schemas.microsoft.com/office/drawing/2014/main" val="411652451"/>
                    </a:ext>
                  </a:extLst>
                </a:gridCol>
              </a:tblGrid>
              <a:tr h="340619">
                <a:tc>
                  <a:txBody>
                    <a:bodyPr/>
                    <a:lstStyle/>
                    <a:p>
                      <a:r>
                        <a:rPr kumimoji="1" lang="en-US" altLang="ja-JP" sz="1200" dirty="0">
                          <a:solidFill>
                            <a:schemeClr val="bg1"/>
                          </a:solidFill>
                          <a:latin typeface="BIZ UDPゴシック" panose="020B0400000000000000" pitchFamily="50" charset="-128"/>
                          <a:ea typeface="BIZ UDPゴシック" panose="020B0400000000000000" pitchFamily="50" charset="-128"/>
                        </a:rPr>
                        <a:t>#</a:t>
                      </a:r>
                      <a:endParaRPr kumimoji="1" lang="ja-JP" altLang="en-US" sz="1200" dirty="0">
                        <a:solidFill>
                          <a:schemeClr val="bg1"/>
                        </a:solidFill>
                        <a:latin typeface="BIZ UDPゴシック" panose="020B0400000000000000" pitchFamily="50" charset="-128"/>
                        <a:ea typeface="BIZ UDPゴシック" panose="020B0400000000000000" pitchFamily="50" charset="-128"/>
                      </a:endParaRPr>
                    </a:p>
                  </a:txBody>
                  <a:tcPr>
                    <a:solidFill>
                      <a:schemeClr val="tx2">
                        <a:lumMod val="75000"/>
                        <a:lumOff val="25000"/>
                      </a:schemeClr>
                    </a:solidFill>
                  </a:tcPr>
                </a:tc>
                <a:tc>
                  <a:txBody>
                    <a:bodyPr/>
                    <a:lstStyle/>
                    <a:p>
                      <a:r>
                        <a:rPr kumimoji="1" lang="ja-JP" altLang="en-US" sz="1200" dirty="0">
                          <a:solidFill>
                            <a:schemeClr val="bg1"/>
                          </a:solidFill>
                          <a:latin typeface="BIZ UDPゴシック" panose="020B0400000000000000" pitchFamily="50" charset="-128"/>
                          <a:ea typeface="BIZ UDPゴシック" panose="020B0400000000000000" pitchFamily="50" charset="-128"/>
                        </a:rPr>
                        <a:t>名前</a:t>
                      </a:r>
                    </a:p>
                  </a:txBody>
                  <a:tcPr>
                    <a:solidFill>
                      <a:schemeClr val="tx2">
                        <a:lumMod val="75000"/>
                        <a:lumOff val="25000"/>
                      </a:schemeClr>
                    </a:solidFill>
                  </a:tcPr>
                </a:tc>
                <a:tc>
                  <a:txBody>
                    <a:bodyPr/>
                    <a:lstStyle/>
                    <a:p>
                      <a:r>
                        <a:rPr kumimoji="1" lang="ja-JP" altLang="en-US" sz="1200" dirty="0">
                          <a:solidFill>
                            <a:schemeClr val="bg1"/>
                          </a:solidFill>
                          <a:latin typeface="BIZ UDPゴシック" panose="020B0400000000000000" pitchFamily="50" charset="-128"/>
                          <a:ea typeface="BIZ UDPゴシック" panose="020B0400000000000000" pitchFamily="50" charset="-128"/>
                        </a:rPr>
                        <a:t>主な役割</a:t>
                      </a:r>
                    </a:p>
                  </a:txBody>
                  <a:tcPr>
                    <a:solidFill>
                      <a:schemeClr val="tx2">
                        <a:lumMod val="75000"/>
                        <a:lumOff val="25000"/>
                      </a:schemeClr>
                    </a:solidFill>
                  </a:tcPr>
                </a:tc>
                <a:tc>
                  <a:txBody>
                    <a:bodyPr/>
                    <a:lstStyle/>
                    <a:p>
                      <a:r>
                        <a:rPr kumimoji="1" lang="ja-JP" altLang="en-US" sz="1200" dirty="0">
                          <a:solidFill>
                            <a:schemeClr val="bg1"/>
                          </a:solidFill>
                          <a:latin typeface="BIZ UDPゴシック" panose="020B0400000000000000" pitchFamily="50" charset="-128"/>
                          <a:ea typeface="BIZ UDPゴシック" panose="020B0400000000000000" pitchFamily="50" charset="-128"/>
                        </a:rPr>
                        <a:t>管理対象</a:t>
                      </a:r>
                    </a:p>
                  </a:txBody>
                  <a:tcPr>
                    <a:solidFill>
                      <a:schemeClr val="tx2">
                        <a:lumMod val="75000"/>
                        <a:lumOff val="25000"/>
                      </a:schemeClr>
                    </a:solidFill>
                  </a:tcPr>
                </a:tc>
                <a:tc>
                  <a:txBody>
                    <a:bodyPr/>
                    <a:lstStyle/>
                    <a:p>
                      <a:r>
                        <a:rPr kumimoji="1" lang="ja-JP" altLang="en-US" sz="1200" dirty="0">
                          <a:solidFill>
                            <a:schemeClr val="bg1"/>
                          </a:solidFill>
                          <a:latin typeface="BIZ UDPゴシック" panose="020B0400000000000000" pitchFamily="50" charset="-128"/>
                          <a:ea typeface="BIZ UDPゴシック" panose="020B0400000000000000" pitchFamily="50" charset="-128"/>
                        </a:rPr>
                        <a:t>主な成果物</a:t>
                      </a:r>
                    </a:p>
                  </a:txBody>
                  <a:tcPr>
                    <a:solidFill>
                      <a:schemeClr val="tx2">
                        <a:lumMod val="75000"/>
                        <a:lumOff val="25000"/>
                      </a:schemeClr>
                    </a:solidFill>
                  </a:tcPr>
                </a:tc>
                <a:tc>
                  <a:txBody>
                    <a:bodyPr/>
                    <a:lstStyle/>
                    <a:p>
                      <a:r>
                        <a:rPr kumimoji="1" lang="ja-JP" altLang="en-US" sz="1200" dirty="0">
                          <a:solidFill>
                            <a:schemeClr val="bg1"/>
                          </a:solidFill>
                          <a:latin typeface="BIZ UDPゴシック" panose="020B0400000000000000" pitchFamily="50" charset="-128"/>
                          <a:ea typeface="BIZ UDPゴシック" panose="020B0400000000000000" pitchFamily="50" charset="-128"/>
                        </a:rPr>
                        <a:t>参加会議体</a:t>
                      </a:r>
                    </a:p>
                  </a:txBody>
                  <a:tcPr>
                    <a:solidFill>
                      <a:schemeClr val="tx2">
                        <a:lumMod val="75000"/>
                        <a:lumOff val="25000"/>
                      </a:schemeClr>
                    </a:solidFill>
                  </a:tcPr>
                </a:tc>
                <a:extLst>
                  <a:ext uri="{0D108BD9-81ED-4DB2-BD59-A6C34878D82A}">
                    <a16:rowId xmlns:a16="http://schemas.microsoft.com/office/drawing/2014/main" val="1515397185"/>
                  </a:ext>
                </a:extLst>
              </a:tr>
              <a:tr h="625043">
                <a:tc>
                  <a:txBody>
                    <a:bodyPr/>
                    <a:lstStyle/>
                    <a:p>
                      <a:r>
                        <a:rPr kumimoji="1" lang="en-US" altLang="ja-JP" sz="1200" dirty="0">
                          <a:latin typeface="BIZ UDPゴシック" panose="020B0400000000000000" pitchFamily="50" charset="-128"/>
                          <a:ea typeface="BIZ UDPゴシック" panose="020B0400000000000000" pitchFamily="50" charset="-128"/>
                        </a:rPr>
                        <a:t>1</a:t>
                      </a: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プロジェクト</a:t>
                      </a:r>
                      <a:endParaRPr kumimoji="1" lang="en-US" altLang="ja-JP" sz="1200" dirty="0">
                        <a:latin typeface="BIZ UDPゴシック" panose="020B0400000000000000" pitchFamily="50" charset="-128"/>
                        <a:ea typeface="BIZ UDPゴシック" panose="020B0400000000000000" pitchFamily="50" charset="-128"/>
                      </a:endParaRPr>
                    </a:p>
                    <a:p>
                      <a:r>
                        <a:rPr kumimoji="1" lang="ja-JP" altLang="en-US" sz="1200" dirty="0">
                          <a:latin typeface="BIZ UDPゴシック" panose="020B0400000000000000" pitchFamily="50" charset="-128"/>
                          <a:ea typeface="BIZ UDPゴシック" panose="020B0400000000000000" pitchFamily="50" charset="-128"/>
                        </a:rPr>
                        <a:t>オーナー </a:t>
                      </a:r>
                      <a:r>
                        <a:rPr kumimoji="1" lang="en-US" altLang="ja-JP" sz="1200" dirty="0">
                          <a:latin typeface="BIZ UDPゴシック" panose="020B0400000000000000" pitchFamily="50" charset="-128"/>
                          <a:ea typeface="BIZ UDPゴシック" panose="020B0400000000000000" pitchFamily="50" charset="-128"/>
                        </a:rPr>
                        <a:t>(PO)</a:t>
                      </a: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71450" indent="-171450">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事業戦略とプロジェクトの整合性確認</a:t>
                      </a:r>
                      <a:endParaRPr kumimoji="1" lang="en-US" altLang="ja-JP" sz="1200" dirty="0">
                        <a:latin typeface="BIZ UDPゴシック" panose="020B0400000000000000" pitchFamily="50" charset="-128"/>
                        <a:ea typeface="BIZ UDPゴシック" panose="020B0400000000000000" pitchFamily="50" charset="-128"/>
                      </a:endParaRPr>
                    </a:p>
                    <a:p>
                      <a:pPr marL="171450" indent="-171450">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プロジェクト計画の承認</a:t>
                      </a:r>
                      <a:endParaRPr kumimoji="1" lang="en-US" altLang="ja-JP" sz="1200" dirty="0">
                        <a:latin typeface="BIZ UDPゴシック" panose="020B0400000000000000" pitchFamily="50" charset="-128"/>
                        <a:ea typeface="BIZ UDPゴシック" panose="020B0400000000000000" pitchFamily="50" charset="-128"/>
                      </a:endParaRPr>
                    </a:p>
                    <a:p>
                      <a:pPr marL="171450" indent="-171450">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人員配分に関する調整と支援</a:t>
                      </a:r>
                    </a:p>
                  </a:txBody>
                  <a:tcPr>
                    <a:solidFill>
                      <a:schemeClr val="bg1">
                        <a:lumMod val="95000"/>
                      </a:schemeClr>
                    </a:solidFill>
                  </a:tcPr>
                </a:tc>
                <a:tc>
                  <a:txBody>
                    <a:bodyPr/>
                    <a:lstStyle/>
                    <a:p>
                      <a:pPr marL="171450" indent="-171450">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事業戦略</a:t>
                      </a:r>
                      <a:endParaRPr kumimoji="1" lang="en-US" altLang="ja-JP" sz="1200" dirty="0">
                        <a:latin typeface="BIZ UDPゴシック" panose="020B0400000000000000" pitchFamily="50" charset="-128"/>
                        <a:ea typeface="BIZ UDPゴシック" panose="020B0400000000000000" pitchFamily="50" charset="-128"/>
                      </a:endParaRPr>
                    </a:p>
                    <a:p>
                      <a:pPr marL="171450" indent="-171450">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プロジェクト全体</a:t>
                      </a:r>
                    </a:p>
                  </a:txBody>
                  <a:tcPr>
                    <a:solidFill>
                      <a:schemeClr val="bg1">
                        <a:lumMod val="95000"/>
                      </a:schemeClr>
                    </a:solidFill>
                  </a:tcPr>
                </a:tc>
                <a:tc>
                  <a:txBody>
                    <a:bodyPr/>
                    <a:lstStyle/>
                    <a:p>
                      <a:pPr marL="182563" indent="-182563">
                        <a:buFont typeface="Arial" panose="020B0604020202020204" pitchFamily="34" charset="0"/>
                        <a:buChar char="•"/>
                      </a:pP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71450" indent="-171450">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月次オーナー会議</a:t>
                      </a:r>
                    </a:p>
                  </a:txBody>
                  <a:tcPr>
                    <a:solidFill>
                      <a:schemeClr val="bg1">
                        <a:lumMod val="95000"/>
                      </a:schemeClr>
                    </a:solidFill>
                  </a:tcPr>
                </a:tc>
                <a:extLst>
                  <a:ext uri="{0D108BD9-81ED-4DB2-BD59-A6C34878D82A}">
                    <a16:rowId xmlns:a16="http://schemas.microsoft.com/office/drawing/2014/main" val="1031105590"/>
                  </a:ext>
                </a:extLst>
              </a:tr>
              <a:tr h="625043">
                <a:tc>
                  <a:txBody>
                    <a:bodyPr/>
                    <a:lstStyle/>
                    <a:p>
                      <a:r>
                        <a:rPr kumimoji="1" lang="en-US" altLang="ja-JP" sz="1200" dirty="0">
                          <a:latin typeface="BIZ UDPゴシック" panose="020B0400000000000000" pitchFamily="50" charset="-128"/>
                          <a:ea typeface="BIZ UDPゴシック" panose="020B0400000000000000" pitchFamily="50" charset="-128"/>
                        </a:rPr>
                        <a:t>2</a:t>
                      </a: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プロジェクト</a:t>
                      </a:r>
                      <a:endParaRPr kumimoji="1" lang="en-US" altLang="ja-JP" sz="1200" dirty="0">
                        <a:latin typeface="BIZ UDPゴシック" panose="020B0400000000000000" pitchFamily="50" charset="-128"/>
                        <a:ea typeface="BIZ UDPゴシック" panose="020B0400000000000000" pitchFamily="50" charset="-128"/>
                      </a:endParaRPr>
                    </a:p>
                    <a:p>
                      <a:r>
                        <a:rPr kumimoji="1" lang="ja-JP" altLang="en-US" sz="1200" dirty="0">
                          <a:latin typeface="BIZ UDPゴシック" panose="020B0400000000000000" pitchFamily="50" charset="-128"/>
                          <a:ea typeface="BIZ UDPゴシック" panose="020B0400000000000000" pitchFamily="50" charset="-128"/>
                        </a:rPr>
                        <a:t>マネージャー </a:t>
                      </a:r>
                      <a:r>
                        <a:rPr kumimoji="1" lang="en-US" altLang="ja-JP" sz="1200" dirty="0">
                          <a:latin typeface="BIZ UDPゴシック" panose="020B0400000000000000" pitchFamily="50" charset="-128"/>
                          <a:ea typeface="BIZ UDPゴシック" panose="020B0400000000000000" pitchFamily="50" charset="-128"/>
                        </a:rPr>
                        <a:t>(PM)</a:t>
                      </a: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71450" indent="-171450">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プロジェクト全体の最終責任者</a:t>
                      </a:r>
                      <a:endParaRPr kumimoji="1" lang="en-US" altLang="ja-JP" sz="1200" dirty="0">
                        <a:latin typeface="BIZ UDPゴシック" panose="020B0400000000000000" pitchFamily="50" charset="-128"/>
                        <a:ea typeface="BIZ UDPゴシック" panose="020B0400000000000000" pitchFamily="50" charset="-128"/>
                      </a:endParaRPr>
                    </a:p>
                    <a:p>
                      <a:pPr marL="171450" indent="-171450">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ステコミへの報告</a:t>
                      </a:r>
                      <a:endParaRPr kumimoji="1" lang="en-US" altLang="ja-JP" sz="1200" dirty="0">
                        <a:latin typeface="BIZ UDPゴシック" panose="020B0400000000000000" pitchFamily="50" charset="-128"/>
                        <a:ea typeface="BIZ UDPゴシック" panose="020B0400000000000000" pitchFamily="50" charset="-128"/>
                      </a:endParaRPr>
                    </a:p>
                    <a:p>
                      <a:pPr marL="171450" indent="-171450">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重要課題の解決支援</a:t>
                      </a:r>
                    </a:p>
                  </a:txBody>
                  <a:tcPr>
                    <a:solidFill>
                      <a:schemeClr val="bg1">
                        <a:lumMod val="95000"/>
                      </a:schemeClr>
                    </a:solidFill>
                  </a:tcPr>
                </a:tc>
                <a:tc>
                  <a:txBody>
                    <a:bodyPr/>
                    <a:lstStyle/>
                    <a:p>
                      <a:pPr marL="171450" indent="-171450">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プロジェクト全体</a:t>
                      </a:r>
                    </a:p>
                  </a:txBody>
                  <a:tcPr>
                    <a:solidFill>
                      <a:schemeClr val="bg1">
                        <a:lumMod val="95000"/>
                      </a:schemeClr>
                    </a:solidFill>
                  </a:tcPr>
                </a:tc>
                <a:tc>
                  <a:txBody>
                    <a:bodyPr/>
                    <a:lstStyle/>
                    <a:p>
                      <a:pPr marL="171450" indent="-171450">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プロジェクト計画書</a:t>
                      </a:r>
                      <a:endParaRPr kumimoji="1" lang="en-US" altLang="ja-JP" sz="1200" dirty="0">
                        <a:latin typeface="BIZ UDPゴシック" panose="020B0400000000000000" pitchFamily="50" charset="-128"/>
                        <a:ea typeface="BIZ UDPゴシック" panose="020B0400000000000000" pitchFamily="50" charset="-128"/>
                      </a:endParaRPr>
                    </a:p>
                    <a:p>
                      <a:pPr marL="171450" indent="-171450">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報告書</a:t>
                      </a:r>
                    </a:p>
                  </a:txBody>
                  <a:tcPr>
                    <a:solidFill>
                      <a:schemeClr val="bg1">
                        <a:lumMod val="95000"/>
                      </a:schemeClr>
                    </a:solidFill>
                  </a:tcPr>
                </a:tc>
                <a:tc>
                  <a:txBody>
                    <a:bodyPr/>
                    <a:lstStyle/>
                    <a:p>
                      <a:pPr marL="171450" indent="-171450">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月次オーナー会議</a:t>
                      </a:r>
                      <a:endParaRPr kumimoji="1" lang="en-US" altLang="ja-JP"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extLst>
                  <a:ext uri="{0D108BD9-81ED-4DB2-BD59-A6C34878D82A}">
                    <a16:rowId xmlns:a16="http://schemas.microsoft.com/office/drawing/2014/main" val="2247178784"/>
                  </a:ext>
                </a:extLst>
              </a:tr>
              <a:tr h="625043">
                <a:tc>
                  <a:txBody>
                    <a:bodyPr/>
                    <a:lstStyle/>
                    <a:p>
                      <a:r>
                        <a:rPr kumimoji="1" lang="en-US" altLang="ja-JP" sz="1200" dirty="0">
                          <a:latin typeface="BIZ UDPゴシック" panose="020B0400000000000000" pitchFamily="50" charset="-128"/>
                          <a:ea typeface="BIZ UDPゴシック" panose="020B0400000000000000" pitchFamily="50" charset="-128"/>
                        </a:rPr>
                        <a:t>3</a:t>
                      </a: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プロジェクト</a:t>
                      </a:r>
                      <a:endParaRPr kumimoji="1" lang="en-US" altLang="ja-JP" sz="1200" dirty="0">
                        <a:latin typeface="BIZ UDPゴシック" panose="020B0400000000000000" pitchFamily="50" charset="-128"/>
                        <a:ea typeface="BIZ UDPゴシック" panose="020B0400000000000000" pitchFamily="50" charset="-128"/>
                      </a:endParaRPr>
                    </a:p>
                    <a:p>
                      <a:r>
                        <a:rPr kumimoji="1" lang="ja-JP" altLang="en-US" sz="1200" dirty="0">
                          <a:latin typeface="BIZ UDPゴシック" panose="020B0400000000000000" pitchFamily="50" charset="-128"/>
                          <a:ea typeface="BIZ UDPゴシック" panose="020B0400000000000000" pitchFamily="50" charset="-128"/>
                        </a:rPr>
                        <a:t>リーダー </a:t>
                      </a:r>
                      <a:r>
                        <a:rPr kumimoji="1" lang="en-US" altLang="ja-JP" sz="1200" dirty="0">
                          <a:latin typeface="BIZ UDPゴシック" panose="020B0400000000000000" pitchFamily="50" charset="-128"/>
                          <a:ea typeface="BIZ UDPゴシック" panose="020B0400000000000000" pitchFamily="50" charset="-128"/>
                        </a:rPr>
                        <a:t>(PL)</a:t>
                      </a: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71450" indent="-171450">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プロジェクト全体の計画策定</a:t>
                      </a:r>
                      <a:endParaRPr kumimoji="1" lang="en-US" altLang="ja-JP" sz="1200" dirty="0">
                        <a:latin typeface="BIZ UDPゴシック" panose="020B0400000000000000" pitchFamily="50" charset="-128"/>
                        <a:ea typeface="BIZ UDPゴシック" panose="020B0400000000000000" pitchFamily="50" charset="-128"/>
                      </a:endParaRPr>
                    </a:p>
                    <a:p>
                      <a:pPr marL="171450" indent="-171450">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推進課題の解決</a:t>
                      </a:r>
                      <a:endParaRPr kumimoji="1" lang="en-US" altLang="ja-JP" sz="1200" dirty="0">
                        <a:latin typeface="BIZ UDPゴシック" panose="020B0400000000000000" pitchFamily="50" charset="-128"/>
                        <a:ea typeface="BIZ UDPゴシック" panose="020B0400000000000000" pitchFamily="50" charset="-128"/>
                      </a:endParaRPr>
                    </a:p>
                    <a:p>
                      <a:pPr marL="171450" indent="-171450">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タスク計画の策定・推進</a:t>
                      </a:r>
                    </a:p>
                  </a:txBody>
                  <a:tcPr>
                    <a:solidFill>
                      <a:schemeClr val="bg1">
                        <a:lumMod val="95000"/>
                      </a:schemeClr>
                    </a:solidFill>
                  </a:tcPr>
                </a:tc>
                <a:tc>
                  <a:txBody>
                    <a:bodyPr/>
                    <a:lstStyle/>
                    <a:p>
                      <a:pPr marL="171450" indent="-171450">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プロジェクト全体</a:t>
                      </a:r>
                    </a:p>
                  </a:txBody>
                  <a:tcPr>
                    <a:solidFill>
                      <a:schemeClr val="bg1">
                        <a:lumMod val="95000"/>
                      </a:schemeClr>
                    </a:solidFill>
                  </a:tcPr>
                </a:tc>
                <a:tc>
                  <a:txBody>
                    <a:bodyPr/>
                    <a:lstStyle/>
                    <a:p>
                      <a:pPr marL="171450" indent="-171450">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プロジェクト計画書</a:t>
                      </a:r>
                    </a:p>
                  </a:txBody>
                  <a:tcPr>
                    <a:solidFill>
                      <a:schemeClr val="bg1">
                        <a:lumMod val="95000"/>
                      </a:schemeClr>
                    </a:solidFill>
                  </a:tcPr>
                </a:tc>
                <a:tc>
                  <a:txBody>
                    <a:bodyPr/>
                    <a:lstStyle/>
                    <a:p>
                      <a:pPr marL="171450" indent="-171450">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週次定例</a:t>
                      </a:r>
                      <a:endParaRPr kumimoji="1" lang="en-US" altLang="ja-JP" sz="1200" dirty="0">
                        <a:latin typeface="BIZ UDPゴシック" panose="020B0400000000000000" pitchFamily="50" charset="-128"/>
                        <a:ea typeface="BIZ UDPゴシック" panose="020B0400000000000000" pitchFamily="50" charset="-128"/>
                      </a:endParaRPr>
                    </a:p>
                    <a:p>
                      <a:pPr marL="171450" indent="-171450">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課題管理会議</a:t>
                      </a:r>
                    </a:p>
                  </a:txBody>
                  <a:tcPr>
                    <a:solidFill>
                      <a:schemeClr val="bg1">
                        <a:lumMod val="95000"/>
                      </a:schemeClr>
                    </a:solidFill>
                  </a:tcPr>
                </a:tc>
                <a:extLst>
                  <a:ext uri="{0D108BD9-81ED-4DB2-BD59-A6C34878D82A}">
                    <a16:rowId xmlns:a16="http://schemas.microsoft.com/office/drawing/2014/main" val="3489119852"/>
                  </a:ext>
                </a:extLst>
              </a:tr>
              <a:tr h="446460">
                <a:tc>
                  <a:txBody>
                    <a:bodyPr/>
                    <a:lstStyle/>
                    <a:p>
                      <a:r>
                        <a:rPr kumimoji="1" lang="en-US" altLang="ja-JP" sz="1200" dirty="0">
                          <a:latin typeface="BIZ UDPゴシック" panose="020B0400000000000000" pitchFamily="50" charset="-128"/>
                          <a:ea typeface="BIZ UDPゴシック" panose="020B0400000000000000" pitchFamily="50" charset="-128"/>
                        </a:rPr>
                        <a:t>4</a:t>
                      </a: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リーダー補佐</a:t>
                      </a:r>
                    </a:p>
                  </a:txBody>
                  <a:tcPr>
                    <a:solidFill>
                      <a:schemeClr val="bg1">
                        <a:lumMod val="95000"/>
                      </a:schemeClr>
                    </a:solidFill>
                  </a:tcPr>
                </a:tc>
                <a:tc>
                  <a:txBody>
                    <a:bodyPr/>
                    <a:lstStyle/>
                    <a:p>
                      <a:pPr marL="171450" indent="-171450">
                        <a:buFont typeface="Arial" panose="020B0604020202020204" pitchFamily="34" charset="0"/>
                        <a:buChar char="•"/>
                      </a:pP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71450" indent="-171450">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プロジェクト全体</a:t>
                      </a:r>
                    </a:p>
                  </a:txBody>
                  <a:tcPr>
                    <a:solidFill>
                      <a:schemeClr val="bg1">
                        <a:lumMod val="95000"/>
                      </a:schemeClr>
                    </a:solidFill>
                  </a:tcPr>
                </a:tc>
                <a:tc>
                  <a:txBody>
                    <a:bodyPr/>
                    <a:lstStyle/>
                    <a:p>
                      <a:pPr marL="182563" indent="-182563">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プロジェクト運営関連資料</a:t>
                      </a:r>
                    </a:p>
                  </a:txBody>
                  <a:tcPr>
                    <a:solidFill>
                      <a:schemeClr val="bg1">
                        <a:lumMod val="95000"/>
                      </a:schemeClr>
                    </a:solidFill>
                  </a:tcPr>
                </a:tc>
                <a:tc>
                  <a:txBody>
                    <a:bodyPr/>
                    <a:lstStyle/>
                    <a:p>
                      <a:pPr marL="171450" indent="-171450">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週次定例</a:t>
                      </a:r>
                      <a:endParaRPr kumimoji="1" lang="en-US" altLang="ja-JP" sz="1200" dirty="0">
                        <a:latin typeface="BIZ UDPゴシック" panose="020B0400000000000000" pitchFamily="50" charset="-128"/>
                        <a:ea typeface="BIZ UDPゴシック" panose="020B0400000000000000" pitchFamily="50" charset="-128"/>
                      </a:endParaRPr>
                    </a:p>
                    <a:p>
                      <a:pPr marL="171450" indent="-171450">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課題管理会議</a:t>
                      </a:r>
                    </a:p>
                  </a:txBody>
                  <a:tcPr>
                    <a:solidFill>
                      <a:schemeClr val="bg1">
                        <a:lumMod val="95000"/>
                      </a:schemeClr>
                    </a:solidFill>
                  </a:tcPr>
                </a:tc>
                <a:extLst>
                  <a:ext uri="{0D108BD9-81ED-4DB2-BD59-A6C34878D82A}">
                    <a16:rowId xmlns:a16="http://schemas.microsoft.com/office/drawing/2014/main" val="199895045"/>
                  </a:ext>
                </a:extLst>
              </a:tr>
              <a:tr h="625043">
                <a:tc>
                  <a:txBody>
                    <a:bodyPr/>
                    <a:lstStyle/>
                    <a:p>
                      <a:r>
                        <a:rPr kumimoji="1" lang="en-US" altLang="ja-JP" sz="1200" dirty="0">
                          <a:latin typeface="BIZ UDPゴシック" panose="020B0400000000000000" pitchFamily="50" charset="-128"/>
                          <a:ea typeface="BIZ UDPゴシック" panose="020B0400000000000000" pitchFamily="50" charset="-128"/>
                        </a:rPr>
                        <a:t>5</a:t>
                      </a: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メンバー</a:t>
                      </a:r>
                    </a:p>
                  </a:txBody>
                  <a:tcPr>
                    <a:solidFill>
                      <a:schemeClr val="bg1">
                        <a:lumMod val="95000"/>
                      </a:schemeClr>
                    </a:solidFill>
                  </a:tcPr>
                </a:tc>
                <a:tc>
                  <a:txBody>
                    <a:bodyPr/>
                    <a:lstStyle/>
                    <a:p>
                      <a:pPr marL="171450" indent="-171450">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担当業務の遂行</a:t>
                      </a:r>
                    </a:p>
                  </a:txBody>
                  <a:tcPr>
                    <a:solidFill>
                      <a:schemeClr val="bg1">
                        <a:lumMod val="95000"/>
                      </a:schemeClr>
                    </a:solidFill>
                  </a:tcPr>
                </a:tc>
                <a:tc>
                  <a:txBody>
                    <a:bodyPr/>
                    <a:lstStyle/>
                    <a:p>
                      <a:pPr marL="171450" indent="-171450">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担当</a:t>
                      </a:r>
                    </a:p>
                  </a:txBody>
                  <a:tcPr>
                    <a:solidFill>
                      <a:schemeClr val="bg1">
                        <a:lumMod val="95000"/>
                      </a:schemeClr>
                    </a:solidFill>
                  </a:tcPr>
                </a:tc>
                <a:tc>
                  <a:txBody>
                    <a:bodyPr/>
                    <a:lstStyle/>
                    <a:p>
                      <a:pPr marL="182563" indent="-182563">
                        <a:buFont typeface="Arial" panose="020B0604020202020204" pitchFamily="34" charset="0"/>
                        <a:buChar char="•"/>
                      </a:pP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71450" indent="-171450">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週次定例</a:t>
                      </a:r>
                      <a:endParaRPr kumimoji="1" lang="en-US" altLang="ja-JP" sz="1200" dirty="0">
                        <a:latin typeface="BIZ UDPゴシック" panose="020B0400000000000000" pitchFamily="50" charset="-128"/>
                        <a:ea typeface="BIZ UDPゴシック" panose="020B0400000000000000" pitchFamily="50" charset="-128"/>
                      </a:endParaRPr>
                    </a:p>
                    <a:p>
                      <a:pPr marL="171450" indent="-171450">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課題管理会議</a:t>
                      </a:r>
                    </a:p>
                    <a:p>
                      <a:pPr marL="171450" marR="0" lvl="0" indent="-171450" algn="l" defTabSz="914373"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extLst>
                  <a:ext uri="{0D108BD9-81ED-4DB2-BD59-A6C34878D82A}">
                    <a16:rowId xmlns:a16="http://schemas.microsoft.com/office/drawing/2014/main" val="1587732588"/>
                  </a:ext>
                </a:extLst>
              </a:tr>
            </a:tbl>
          </a:graphicData>
        </a:graphic>
      </p:graphicFrame>
    </p:spTree>
    <p:extLst>
      <p:ext uri="{BB962C8B-B14F-4D97-AF65-F5344CB8AC3E}">
        <p14:creationId xmlns:p14="http://schemas.microsoft.com/office/powerpoint/2010/main" val="11542460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5514A91-BA8D-4773-9606-423128B8CEB2}"/>
              </a:ext>
            </a:extLst>
          </p:cNvPr>
          <p:cNvSpPr>
            <a:spLocks noGrp="1"/>
          </p:cNvSpPr>
          <p:nvPr>
            <p:ph type="title"/>
          </p:nvPr>
        </p:nvSpPr>
        <p:spPr/>
        <p:txBody>
          <a:bodyPr/>
          <a:lstStyle/>
          <a:p>
            <a:r>
              <a:rPr lang="en-US" altLang="ja-JP" dirty="0"/>
              <a:t>RACI</a:t>
            </a:r>
            <a:r>
              <a:rPr lang="ja-JP" altLang="en-US" dirty="0"/>
              <a:t>チャート</a:t>
            </a:r>
            <a:endParaRPr kumimoji="1" lang="ja-JP" altLang="en-US" dirty="0"/>
          </a:p>
        </p:txBody>
      </p:sp>
      <p:sp>
        <p:nvSpPr>
          <p:cNvPr id="3" name="フッター プレースホルダー 2">
            <a:extLst>
              <a:ext uri="{FF2B5EF4-FFF2-40B4-BE49-F238E27FC236}">
                <a16:creationId xmlns:a16="http://schemas.microsoft.com/office/drawing/2014/main" id="{349A2409-E5D8-F94F-0AB9-C2C06FD23D30}"/>
              </a:ext>
            </a:extLst>
          </p:cNvPr>
          <p:cNvSpPr>
            <a:spLocks noGrp="1"/>
          </p:cNvSpPr>
          <p:nvPr>
            <p:ph type="ftr" sz="quarter" idx="11"/>
          </p:nvPr>
        </p:nvSpPr>
        <p:spPr/>
        <p:txBody>
          <a:bodyPr/>
          <a:lstStyle/>
          <a:p>
            <a:r>
              <a:rPr lang="ja-JP" altLang="en-US"/>
              <a:t>出所：</a:t>
            </a:r>
            <a:endParaRPr lang="ja-JP" altLang="en-US" sz="900" dirty="0"/>
          </a:p>
        </p:txBody>
      </p:sp>
      <p:sp>
        <p:nvSpPr>
          <p:cNvPr id="4" name="スライド番号プレースホルダー 3">
            <a:extLst>
              <a:ext uri="{FF2B5EF4-FFF2-40B4-BE49-F238E27FC236}">
                <a16:creationId xmlns:a16="http://schemas.microsoft.com/office/drawing/2014/main" id="{DEF5006A-48F2-621F-0F37-DC0117878E02}"/>
              </a:ext>
            </a:extLst>
          </p:cNvPr>
          <p:cNvSpPr>
            <a:spLocks noGrp="1"/>
          </p:cNvSpPr>
          <p:nvPr>
            <p:ph type="sldNum" sz="quarter" idx="12"/>
          </p:nvPr>
        </p:nvSpPr>
        <p:spPr/>
        <p:txBody>
          <a:bodyPr/>
          <a:lstStyle/>
          <a:p>
            <a:fld id="{DCB5AA93-092B-49A1-87A7-3C88D5F38AD7}" type="slidenum">
              <a:rPr lang="ja-JP" altLang="en-US" smtClean="0"/>
              <a:pPr/>
              <a:t>35</a:t>
            </a:fld>
            <a:endParaRPr lang="ja-JP" altLang="en-US" sz="900" dirty="0"/>
          </a:p>
        </p:txBody>
      </p:sp>
      <p:sp>
        <p:nvSpPr>
          <p:cNvPr id="5" name="テキスト プレースホルダー 4">
            <a:extLst>
              <a:ext uri="{FF2B5EF4-FFF2-40B4-BE49-F238E27FC236}">
                <a16:creationId xmlns:a16="http://schemas.microsoft.com/office/drawing/2014/main" id="{8EA1AAEE-F572-77BA-6302-D8005CEC7754}"/>
              </a:ext>
            </a:extLst>
          </p:cNvPr>
          <p:cNvSpPr>
            <a:spLocks noGrp="1"/>
          </p:cNvSpPr>
          <p:nvPr>
            <p:ph type="body" sz="quarter" idx="13"/>
          </p:nvPr>
        </p:nvSpPr>
        <p:spPr/>
        <p:txBody>
          <a:bodyPr/>
          <a:lstStyle/>
          <a:p>
            <a:endParaRPr kumimoji="1" lang="ja-JP" altLang="en-US"/>
          </a:p>
        </p:txBody>
      </p:sp>
      <p:graphicFrame>
        <p:nvGraphicFramePr>
          <p:cNvPr id="6" name="表 5">
            <a:extLst>
              <a:ext uri="{FF2B5EF4-FFF2-40B4-BE49-F238E27FC236}">
                <a16:creationId xmlns:a16="http://schemas.microsoft.com/office/drawing/2014/main" id="{91B16D3B-53A0-4F68-5B33-7517AEE7789F}"/>
              </a:ext>
            </a:extLst>
          </p:cNvPr>
          <p:cNvGraphicFramePr>
            <a:graphicFrameLocks noGrp="1"/>
          </p:cNvGraphicFramePr>
          <p:nvPr>
            <p:extLst>
              <p:ext uri="{D42A27DB-BD31-4B8C-83A1-F6EECF244321}">
                <p14:modId xmlns:p14="http://schemas.microsoft.com/office/powerpoint/2010/main" val="694261315"/>
              </p:ext>
            </p:extLst>
          </p:nvPr>
        </p:nvGraphicFramePr>
        <p:xfrm>
          <a:off x="334963" y="1268413"/>
          <a:ext cx="11522077" cy="2022402"/>
        </p:xfrm>
        <a:graphic>
          <a:graphicData uri="http://schemas.openxmlformats.org/drawingml/2006/table">
            <a:tbl>
              <a:tblPr firstRow="1" bandRow="1">
                <a:tableStyleId>{5C22544A-7EE6-4342-B048-85BDC9FD1C3A}</a:tableStyleId>
              </a:tblPr>
              <a:tblGrid>
                <a:gridCol w="343349">
                  <a:extLst>
                    <a:ext uri="{9D8B030D-6E8A-4147-A177-3AD203B41FA5}">
                      <a16:colId xmlns:a16="http://schemas.microsoft.com/office/drawing/2014/main" val="279041293"/>
                    </a:ext>
                  </a:extLst>
                </a:gridCol>
                <a:gridCol w="3032878">
                  <a:extLst>
                    <a:ext uri="{9D8B030D-6E8A-4147-A177-3AD203B41FA5}">
                      <a16:colId xmlns:a16="http://schemas.microsoft.com/office/drawing/2014/main" val="1769139613"/>
                    </a:ext>
                  </a:extLst>
                </a:gridCol>
                <a:gridCol w="1629170">
                  <a:extLst>
                    <a:ext uri="{9D8B030D-6E8A-4147-A177-3AD203B41FA5}">
                      <a16:colId xmlns:a16="http://schemas.microsoft.com/office/drawing/2014/main" val="3692360000"/>
                    </a:ext>
                  </a:extLst>
                </a:gridCol>
                <a:gridCol w="1629170">
                  <a:extLst>
                    <a:ext uri="{9D8B030D-6E8A-4147-A177-3AD203B41FA5}">
                      <a16:colId xmlns:a16="http://schemas.microsoft.com/office/drawing/2014/main" val="2653613565"/>
                    </a:ext>
                  </a:extLst>
                </a:gridCol>
                <a:gridCol w="1629170">
                  <a:extLst>
                    <a:ext uri="{9D8B030D-6E8A-4147-A177-3AD203B41FA5}">
                      <a16:colId xmlns:a16="http://schemas.microsoft.com/office/drawing/2014/main" val="2390303899"/>
                    </a:ext>
                  </a:extLst>
                </a:gridCol>
                <a:gridCol w="1629170">
                  <a:extLst>
                    <a:ext uri="{9D8B030D-6E8A-4147-A177-3AD203B41FA5}">
                      <a16:colId xmlns:a16="http://schemas.microsoft.com/office/drawing/2014/main" val="4223384442"/>
                    </a:ext>
                  </a:extLst>
                </a:gridCol>
                <a:gridCol w="1629170">
                  <a:extLst>
                    <a:ext uri="{9D8B030D-6E8A-4147-A177-3AD203B41FA5}">
                      <a16:colId xmlns:a16="http://schemas.microsoft.com/office/drawing/2014/main" val="1379525383"/>
                    </a:ext>
                  </a:extLst>
                </a:gridCol>
              </a:tblGrid>
              <a:tr h="337067">
                <a:tc>
                  <a:txBody>
                    <a:bodyPr/>
                    <a:lstStyle/>
                    <a:p>
                      <a:r>
                        <a:rPr kumimoji="1" lang="en-US" altLang="ja-JP" sz="1200" dirty="0">
                          <a:solidFill>
                            <a:schemeClr val="bg1"/>
                          </a:solidFill>
                          <a:latin typeface="BIZ UDPゴシック" panose="020B0400000000000000" pitchFamily="50" charset="-128"/>
                          <a:ea typeface="BIZ UDPゴシック" panose="020B0400000000000000" pitchFamily="50" charset="-128"/>
                        </a:rPr>
                        <a:t>#</a:t>
                      </a:r>
                      <a:endParaRPr kumimoji="1" lang="ja-JP" altLang="en-US" sz="1200" dirty="0">
                        <a:solidFill>
                          <a:schemeClr val="bg1"/>
                        </a:solidFill>
                        <a:latin typeface="BIZ UDPゴシック" panose="020B0400000000000000" pitchFamily="50" charset="-128"/>
                        <a:ea typeface="BIZ UDPゴシック" panose="020B0400000000000000" pitchFamily="50" charset="-128"/>
                      </a:endParaRPr>
                    </a:p>
                  </a:txBody>
                  <a:tcPr>
                    <a:solidFill>
                      <a:schemeClr val="tx2">
                        <a:lumMod val="75000"/>
                        <a:lumOff val="25000"/>
                      </a:schemeClr>
                    </a:solidFill>
                  </a:tcPr>
                </a:tc>
                <a:tc>
                  <a:txBody>
                    <a:bodyPr/>
                    <a:lstStyle/>
                    <a:p>
                      <a:r>
                        <a:rPr kumimoji="1" lang="ja-JP" altLang="en-US" sz="1200" dirty="0">
                          <a:solidFill>
                            <a:schemeClr val="bg1"/>
                          </a:solidFill>
                          <a:latin typeface="BIZ UDPゴシック" panose="020B0400000000000000" pitchFamily="50" charset="-128"/>
                          <a:ea typeface="BIZ UDPゴシック" panose="020B0400000000000000" pitchFamily="50" charset="-128"/>
                        </a:rPr>
                        <a:t>名前</a:t>
                      </a:r>
                    </a:p>
                  </a:txBody>
                  <a:tcPr>
                    <a:solidFill>
                      <a:schemeClr val="tx2">
                        <a:lumMod val="75000"/>
                        <a:lumOff val="25000"/>
                      </a:schemeClr>
                    </a:solidFill>
                  </a:tcPr>
                </a:tc>
                <a:tc>
                  <a:txBody>
                    <a:bodyPr/>
                    <a:lstStyle/>
                    <a:p>
                      <a:r>
                        <a:rPr kumimoji="1" lang="en-US" altLang="ja-JP" sz="1200" dirty="0">
                          <a:solidFill>
                            <a:schemeClr val="bg1"/>
                          </a:solidFill>
                          <a:latin typeface="BIZ UDPゴシック" panose="020B0400000000000000" pitchFamily="50" charset="-128"/>
                          <a:ea typeface="BIZ UDPゴシック" panose="020B0400000000000000" pitchFamily="50" charset="-128"/>
                        </a:rPr>
                        <a:t>PO</a:t>
                      </a:r>
                      <a:endParaRPr kumimoji="1" lang="ja-JP" altLang="en-US" sz="1200" dirty="0">
                        <a:solidFill>
                          <a:schemeClr val="bg1"/>
                        </a:solidFill>
                        <a:latin typeface="BIZ UDPゴシック" panose="020B0400000000000000" pitchFamily="50" charset="-128"/>
                        <a:ea typeface="BIZ UDPゴシック" panose="020B0400000000000000" pitchFamily="50" charset="-128"/>
                      </a:endParaRPr>
                    </a:p>
                  </a:txBody>
                  <a:tcPr>
                    <a:solidFill>
                      <a:schemeClr val="tx2">
                        <a:lumMod val="75000"/>
                        <a:lumOff val="25000"/>
                      </a:schemeClr>
                    </a:solidFill>
                  </a:tcPr>
                </a:tc>
                <a:tc>
                  <a:txBody>
                    <a:bodyPr/>
                    <a:lstStyle/>
                    <a:p>
                      <a:r>
                        <a:rPr kumimoji="1" lang="en-US" altLang="ja-JP" sz="1200" dirty="0">
                          <a:solidFill>
                            <a:schemeClr val="bg1"/>
                          </a:solidFill>
                          <a:latin typeface="BIZ UDPゴシック" panose="020B0400000000000000" pitchFamily="50" charset="-128"/>
                          <a:ea typeface="BIZ UDPゴシック" panose="020B0400000000000000" pitchFamily="50" charset="-128"/>
                        </a:rPr>
                        <a:t>PM</a:t>
                      </a:r>
                      <a:endParaRPr kumimoji="1" lang="ja-JP" altLang="en-US" sz="1200" dirty="0">
                        <a:solidFill>
                          <a:schemeClr val="bg1"/>
                        </a:solidFill>
                        <a:latin typeface="BIZ UDPゴシック" panose="020B0400000000000000" pitchFamily="50" charset="-128"/>
                        <a:ea typeface="BIZ UDPゴシック" panose="020B0400000000000000" pitchFamily="50" charset="-128"/>
                      </a:endParaRPr>
                    </a:p>
                  </a:txBody>
                  <a:tcPr>
                    <a:solidFill>
                      <a:schemeClr val="tx2">
                        <a:lumMod val="75000"/>
                        <a:lumOff val="25000"/>
                      </a:schemeClr>
                    </a:solidFill>
                  </a:tcPr>
                </a:tc>
                <a:tc>
                  <a:txBody>
                    <a:bodyPr/>
                    <a:lstStyle/>
                    <a:p>
                      <a:r>
                        <a:rPr kumimoji="1" lang="en-US" altLang="ja-JP" sz="1200" dirty="0">
                          <a:solidFill>
                            <a:schemeClr val="bg1"/>
                          </a:solidFill>
                          <a:latin typeface="BIZ UDPゴシック" panose="020B0400000000000000" pitchFamily="50" charset="-128"/>
                          <a:ea typeface="BIZ UDPゴシック" panose="020B0400000000000000" pitchFamily="50" charset="-128"/>
                        </a:rPr>
                        <a:t>PL</a:t>
                      </a:r>
                      <a:endParaRPr kumimoji="1" lang="ja-JP" altLang="en-US" sz="1200" dirty="0">
                        <a:solidFill>
                          <a:schemeClr val="bg1"/>
                        </a:solidFill>
                        <a:latin typeface="BIZ UDPゴシック" panose="020B0400000000000000" pitchFamily="50" charset="-128"/>
                        <a:ea typeface="BIZ UDPゴシック" panose="020B0400000000000000" pitchFamily="50" charset="-128"/>
                      </a:endParaRPr>
                    </a:p>
                  </a:txBody>
                  <a:tcPr>
                    <a:solidFill>
                      <a:schemeClr val="tx2">
                        <a:lumMod val="75000"/>
                        <a:lumOff val="25000"/>
                      </a:schemeClr>
                    </a:solidFill>
                  </a:tcPr>
                </a:tc>
                <a:tc>
                  <a:txBody>
                    <a:bodyPr/>
                    <a:lstStyle/>
                    <a:p>
                      <a:r>
                        <a:rPr kumimoji="1" lang="ja-JP" altLang="en-US" sz="1200">
                          <a:solidFill>
                            <a:schemeClr val="bg1"/>
                          </a:solidFill>
                          <a:latin typeface="BIZ UDPゴシック" panose="020B0400000000000000" pitchFamily="50" charset="-128"/>
                          <a:ea typeface="BIZ UDPゴシック" panose="020B0400000000000000" pitchFamily="50" charset="-128"/>
                        </a:rPr>
                        <a:t>リーダー補佐</a:t>
                      </a:r>
                      <a:endParaRPr kumimoji="1" lang="ja-JP" altLang="en-US" sz="1200" dirty="0">
                        <a:solidFill>
                          <a:schemeClr val="bg1"/>
                        </a:solidFill>
                        <a:latin typeface="BIZ UDPゴシック" panose="020B0400000000000000" pitchFamily="50" charset="-128"/>
                        <a:ea typeface="BIZ UDPゴシック" panose="020B0400000000000000" pitchFamily="50" charset="-128"/>
                      </a:endParaRPr>
                    </a:p>
                  </a:txBody>
                  <a:tcPr>
                    <a:solidFill>
                      <a:schemeClr val="tx2">
                        <a:lumMod val="75000"/>
                        <a:lumOff val="25000"/>
                      </a:schemeClr>
                    </a:solidFill>
                  </a:tcPr>
                </a:tc>
                <a:tc>
                  <a:txBody>
                    <a:bodyPr/>
                    <a:lstStyle/>
                    <a:p>
                      <a:r>
                        <a:rPr kumimoji="1" lang="ja-JP" altLang="en-US" sz="1200" dirty="0">
                          <a:solidFill>
                            <a:schemeClr val="bg1"/>
                          </a:solidFill>
                          <a:latin typeface="BIZ UDPゴシック" panose="020B0400000000000000" pitchFamily="50" charset="-128"/>
                          <a:ea typeface="BIZ UDPゴシック" panose="020B0400000000000000" pitchFamily="50" charset="-128"/>
                        </a:rPr>
                        <a:t>メンバー</a:t>
                      </a:r>
                    </a:p>
                  </a:txBody>
                  <a:tcPr>
                    <a:solidFill>
                      <a:schemeClr val="tx2">
                        <a:lumMod val="75000"/>
                        <a:lumOff val="25000"/>
                      </a:schemeClr>
                    </a:solidFill>
                  </a:tcPr>
                </a:tc>
                <a:extLst>
                  <a:ext uri="{0D108BD9-81ED-4DB2-BD59-A6C34878D82A}">
                    <a16:rowId xmlns:a16="http://schemas.microsoft.com/office/drawing/2014/main" val="1515397185"/>
                  </a:ext>
                </a:extLst>
              </a:tr>
              <a:tr h="337067">
                <a:tc>
                  <a:txBody>
                    <a:bodyPr/>
                    <a:lstStyle/>
                    <a:p>
                      <a:r>
                        <a:rPr kumimoji="1" lang="en-US" altLang="ja-JP" sz="1200" dirty="0">
                          <a:latin typeface="BIZ UDPゴシック" panose="020B0400000000000000" pitchFamily="50" charset="-128"/>
                          <a:ea typeface="BIZ UDPゴシック" panose="020B0400000000000000" pitchFamily="50" charset="-128"/>
                        </a:rPr>
                        <a:t>1</a:t>
                      </a: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71450" indent="-171450">
                        <a:buFont typeface="Arial" panose="020B0604020202020204" pitchFamily="34" charset="0"/>
                        <a:buChar char="•"/>
                      </a:pP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71450" indent="-171450">
                        <a:buFont typeface="Arial" panose="020B0604020202020204" pitchFamily="34" charset="0"/>
                        <a:buChar char="•"/>
                      </a:pP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71450" indent="-171450">
                        <a:buFont typeface="Arial" panose="020B0604020202020204" pitchFamily="34" charset="0"/>
                        <a:buChar char="•"/>
                      </a:pP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71450" indent="-171450">
                        <a:buFont typeface="Arial" panose="020B0604020202020204" pitchFamily="34" charset="0"/>
                        <a:buChar char="•"/>
                      </a:pP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82563" indent="-182563">
                        <a:buFont typeface="Arial" panose="020B0604020202020204" pitchFamily="34" charset="0"/>
                        <a:buChar char="•"/>
                      </a:pP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extLst>
                  <a:ext uri="{0D108BD9-81ED-4DB2-BD59-A6C34878D82A}">
                    <a16:rowId xmlns:a16="http://schemas.microsoft.com/office/drawing/2014/main" val="1031105590"/>
                  </a:ext>
                </a:extLst>
              </a:tr>
              <a:tr h="337067">
                <a:tc>
                  <a:txBody>
                    <a:bodyPr/>
                    <a:lstStyle/>
                    <a:p>
                      <a:r>
                        <a:rPr kumimoji="1" lang="en-US" altLang="ja-JP" sz="1200" dirty="0">
                          <a:latin typeface="BIZ UDPゴシック" panose="020B0400000000000000" pitchFamily="50" charset="-128"/>
                          <a:ea typeface="BIZ UDPゴシック" panose="020B0400000000000000" pitchFamily="50" charset="-128"/>
                        </a:rPr>
                        <a:t>2</a:t>
                      </a: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71450" indent="-171450">
                        <a:buFont typeface="Arial" panose="020B0604020202020204" pitchFamily="34" charset="0"/>
                        <a:buChar char="•"/>
                      </a:pP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71450" indent="-171450">
                        <a:buFont typeface="Arial" panose="020B0604020202020204" pitchFamily="34" charset="0"/>
                        <a:buChar char="•"/>
                      </a:pP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71450" indent="-171450">
                        <a:buFont typeface="Arial" panose="020B0604020202020204" pitchFamily="34" charset="0"/>
                        <a:buChar char="•"/>
                      </a:pP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71450" indent="-171450">
                        <a:buFont typeface="Arial" panose="020B0604020202020204" pitchFamily="34" charset="0"/>
                        <a:buChar char="•"/>
                      </a:pP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71450" indent="-171450">
                        <a:buFont typeface="Arial" panose="020B0604020202020204" pitchFamily="34" charset="0"/>
                        <a:buChar char="•"/>
                      </a:pP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extLst>
                  <a:ext uri="{0D108BD9-81ED-4DB2-BD59-A6C34878D82A}">
                    <a16:rowId xmlns:a16="http://schemas.microsoft.com/office/drawing/2014/main" val="2247178784"/>
                  </a:ext>
                </a:extLst>
              </a:tr>
              <a:tr h="337067">
                <a:tc>
                  <a:txBody>
                    <a:bodyPr/>
                    <a:lstStyle/>
                    <a:p>
                      <a:r>
                        <a:rPr kumimoji="1" lang="en-US" altLang="ja-JP" sz="1200" dirty="0">
                          <a:latin typeface="BIZ UDPゴシック" panose="020B0400000000000000" pitchFamily="50" charset="-128"/>
                          <a:ea typeface="BIZ UDPゴシック" panose="020B0400000000000000" pitchFamily="50" charset="-128"/>
                        </a:rPr>
                        <a:t>3</a:t>
                      </a: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71450" indent="-171450">
                        <a:buFont typeface="Arial" panose="020B0604020202020204" pitchFamily="34" charset="0"/>
                        <a:buChar char="•"/>
                      </a:pP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71450" indent="-171450">
                        <a:buFont typeface="Arial" panose="020B0604020202020204" pitchFamily="34" charset="0"/>
                        <a:buChar char="•"/>
                      </a:pP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71450" indent="-171450">
                        <a:buFont typeface="Arial" panose="020B0604020202020204" pitchFamily="34" charset="0"/>
                        <a:buChar char="•"/>
                      </a:pP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71450" indent="-171450">
                        <a:buFont typeface="Arial" panose="020B0604020202020204" pitchFamily="34" charset="0"/>
                        <a:buChar char="•"/>
                      </a:pP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71450" indent="-171450">
                        <a:buFont typeface="Arial" panose="020B0604020202020204" pitchFamily="34" charset="0"/>
                        <a:buChar char="•"/>
                      </a:pP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extLst>
                  <a:ext uri="{0D108BD9-81ED-4DB2-BD59-A6C34878D82A}">
                    <a16:rowId xmlns:a16="http://schemas.microsoft.com/office/drawing/2014/main" val="3489119852"/>
                  </a:ext>
                </a:extLst>
              </a:tr>
              <a:tr h="337067">
                <a:tc>
                  <a:txBody>
                    <a:bodyPr/>
                    <a:lstStyle/>
                    <a:p>
                      <a:r>
                        <a:rPr kumimoji="1" lang="en-US" altLang="ja-JP" sz="1200" dirty="0">
                          <a:latin typeface="BIZ UDPゴシック" panose="020B0400000000000000" pitchFamily="50" charset="-128"/>
                          <a:ea typeface="BIZ UDPゴシック" panose="020B0400000000000000" pitchFamily="50" charset="-128"/>
                        </a:rPr>
                        <a:t>4</a:t>
                      </a: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71450" indent="-171450">
                        <a:buFont typeface="Arial" panose="020B0604020202020204" pitchFamily="34" charset="0"/>
                        <a:buChar char="•"/>
                      </a:pP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71450" indent="-171450">
                        <a:buFont typeface="Arial" panose="020B0604020202020204" pitchFamily="34" charset="0"/>
                        <a:buChar char="•"/>
                      </a:pP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71450" indent="-171450">
                        <a:buFont typeface="Arial" panose="020B0604020202020204" pitchFamily="34" charset="0"/>
                        <a:buChar char="•"/>
                      </a:pP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71450" indent="-171450">
                        <a:buFont typeface="Arial" panose="020B0604020202020204" pitchFamily="34" charset="0"/>
                        <a:buChar char="•"/>
                      </a:pP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82563" indent="-182563">
                        <a:buFont typeface="Arial" panose="020B0604020202020204" pitchFamily="34" charset="0"/>
                        <a:buChar char="•"/>
                      </a:pP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extLst>
                  <a:ext uri="{0D108BD9-81ED-4DB2-BD59-A6C34878D82A}">
                    <a16:rowId xmlns:a16="http://schemas.microsoft.com/office/drawing/2014/main" val="199895045"/>
                  </a:ext>
                </a:extLst>
              </a:tr>
              <a:tr h="337067">
                <a:tc>
                  <a:txBody>
                    <a:bodyPr/>
                    <a:lstStyle/>
                    <a:p>
                      <a:r>
                        <a:rPr kumimoji="1" lang="en-US" altLang="ja-JP" sz="1200" dirty="0">
                          <a:latin typeface="BIZ UDPゴシック" panose="020B0400000000000000" pitchFamily="50" charset="-128"/>
                          <a:ea typeface="BIZ UDPゴシック" panose="020B0400000000000000" pitchFamily="50" charset="-128"/>
                        </a:rPr>
                        <a:t>5</a:t>
                      </a: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71450" indent="-171450">
                        <a:buFont typeface="Arial" panose="020B0604020202020204" pitchFamily="34" charset="0"/>
                        <a:buChar char="•"/>
                      </a:pP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71450" indent="-171450">
                        <a:buFont typeface="Arial" panose="020B0604020202020204" pitchFamily="34" charset="0"/>
                        <a:buChar char="•"/>
                      </a:pP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71450" indent="-171450">
                        <a:buFont typeface="Arial" panose="020B0604020202020204" pitchFamily="34" charset="0"/>
                        <a:buChar char="•"/>
                      </a:pP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71450" indent="-171450">
                        <a:buFont typeface="Arial" panose="020B0604020202020204" pitchFamily="34" charset="0"/>
                        <a:buChar char="•"/>
                      </a:pP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82563" indent="-182563">
                        <a:buFont typeface="Arial" panose="020B0604020202020204" pitchFamily="34" charset="0"/>
                        <a:buChar char="•"/>
                      </a:pP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extLst>
                  <a:ext uri="{0D108BD9-81ED-4DB2-BD59-A6C34878D82A}">
                    <a16:rowId xmlns:a16="http://schemas.microsoft.com/office/drawing/2014/main" val="1587732588"/>
                  </a:ext>
                </a:extLst>
              </a:tr>
            </a:tbl>
          </a:graphicData>
        </a:graphic>
      </p:graphicFrame>
    </p:spTree>
    <p:extLst>
      <p:ext uri="{BB962C8B-B14F-4D97-AF65-F5344CB8AC3E}">
        <p14:creationId xmlns:p14="http://schemas.microsoft.com/office/powerpoint/2010/main" val="37155727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E7882EB-7E85-7CB1-3640-258BE36C5927}"/>
              </a:ext>
            </a:extLst>
          </p:cNvPr>
          <p:cNvSpPr>
            <a:spLocks noGrp="1"/>
          </p:cNvSpPr>
          <p:nvPr>
            <p:ph type="title"/>
          </p:nvPr>
        </p:nvSpPr>
        <p:spPr/>
        <p:txBody>
          <a:bodyPr/>
          <a:lstStyle/>
          <a:p>
            <a:r>
              <a:rPr lang="ja-JP" altLang="en-US" dirty="0"/>
              <a:t>課題ログ</a:t>
            </a:r>
            <a:endParaRPr kumimoji="1" lang="ja-JP" altLang="en-US" dirty="0"/>
          </a:p>
        </p:txBody>
      </p:sp>
      <p:sp>
        <p:nvSpPr>
          <p:cNvPr id="3" name="フッター プレースホルダー 2">
            <a:extLst>
              <a:ext uri="{FF2B5EF4-FFF2-40B4-BE49-F238E27FC236}">
                <a16:creationId xmlns:a16="http://schemas.microsoft.com/office/drawing/2014/main" id="{457E9C5C-7AB7-1E5D-AE25-EC26E8721043}"/>
              </a:ext>
            </a:extLst>
          </p:cNvPr>
          <p:cNvSpPr>
            <a:spLocks noGrp="1"/>
          </p:cNvSpPr>
          <p:nvPr>
            <p:ph type="ftr" sz="quarter" idx="11"/>
          </p:nvPr>
        </p:nvSpPr>
        <p:spPr/>
        <p:txBody>
          <a:bodyPr/>
          <a:lstStyle/>
          <a:p>
            <a:r>
              <a:rPr lang="ja-JP" altLang="en-US"/>
              <a:t>出所：</a:t>
            </a:r>
            <a:endParaRPr lang="ja-JP" altLang="en-US" sz="900" dirty="0"/>
          </a:p>
        </p:txBody>
      </p:sp>
      <p:sp>
        <p:nvSpPr>
          <p:cNvPr id="4" name="スライド番号プレースホルダー 3">
            <a:extLst>
              <a:ext uri="{FF2B5EF4-FFF2-40B4-BE49-F238E27FC236}">
                <a16:creationId xmlns:a16="http://schemas.microsoft.com/office/drawing/2014/main" id="{077BDE32-724B-582C-D118-79DF709F0876}"/>
              </a:ext>
            </a:extLst>
          </p:cNvPr>
          <p:cNvSpPr>
            <a:spLocks noGrp="1"/>
          </p:cNvSpPr>
          <p:nvPr>
            <p:ph type="sldNum" sz="quarter" idx="12"/>
          </p:nvPr>
        </p:nvSpPr>
        <p:spPr/>
        <p:txBody>
          <a:bodyPr/>
          <a:lstStyle/>
          <a:p>
            <a:fld id="{DCB5AA93-092B-49A1-87A7-3C88D5F38AD7}" type="slidenum">
              <a:rPr lang="ja-JP" altLang="en-US" smtClean="0"/>
              <a:pPr/>
              <a:t>36</a:t>
            </a:fld>
            <a:endParaRPr lang="ja-JP" altLang="en-US" sz="900" dirty="0"/>
          </a:p>
        </p:txBody>
      </p:sp>
      <p:sp>
        <p:nvSpPr>
          <p:cNvPr id="5" name="テキスト プレースホルダー 4">
            <a:extLst>
              <a:ext uri="{FF2B5EF4-FFF2-40B4-BE49-F238E27FC236}">
                <a16:creationId xmlns:a16="http://schemas.microsoft.com/office/drawing/2014/main" id="{E22A9231-7E95-868F-A066-CB0025ACBBDE}"/>
              </a:ext>
            </a:extLst>
          </p:cNvPr>
          <p:cNvSpPr>
            <a:spLocks noGrp="1"/>
          </p:cNvSpPr>
          <p:nvPr>
            <p:ph type="body" sz="quarter" idx="13"/>
          </p:nvPr>
        </p:nvSpPr>
        <p:spPr/>
        <p:txBody>
          <a:bodyPr/>
          <a:lstStyle/>
          <a:p>
            <a:endParaRPr kumimoji="1" lang="ja-JP" altLang="en-US"/>
          </a:p>
        </p:txBody>
      </p:sp>
      <p:graphicFrame>
        <p:nvGraphicFramePr>
          <p:cNvPr id="7" name="表 6">
            <a:extLst>
              <a:ext uri="{FF2B5EF4-FFF2-40B4-BE49-F238E27FC236}">
                <a16:creationId xmlns:a16="http://schemas.microsoft.com/office/drawing/2014/main" id="{1DEC95BA-10D2-E107-1277-91561F95FFE1}"/>
              </a:ext>
            </a:extLst>
          </p:cNvPr>
          <p:cNvGraphicFramePr>
            <a:graphicFrameLocks noGrp="1"/>
          </p:cNvGraphicFramePr>
          <p:nvPr>
            <p:extLst>
              <p:ext uri="{D42A27DB-BD31-4B8C-83A1-F6EECF244321}">
                <p14:modId xmlns:p14="http://schemas.microsoft.com/office/powerpoint/2010/main" val="3597670679"/>
              </p:ext>
            </p:extLst>
          </p:nvPr>
        </p:nvGraphicFramePr>
        <p:xfrm>
          <a:off x="334963" y="1268413"/>
          <a:ext cx="11522074" cy="3189858"/>
        </p:xfrm>
        <a:graphic>
          <a:graphicData uri="http://schemas.openxmlformats.org/drawingml/2006/table">
            <a:tbl>
              <a:tblPr firstRow="1" bandRow="1">
                <a:tableStyleId>{5C22544A-7EE6-4342-B048-85BDC9FD1C3A}</a:tableStyleId>
              </a:tblPr>
              <a:tblGrid>
                <a:gridCol w="343568">
                  <a:extLst>
                    <a:ext uri="{9D8B030D-6E8A-4147-A177-3AD203B41FA5}">
                      <a16:colId xmlns:a16="http://schemas.microsoft.com/office/drawing/2014/main" val="279041293"/>
                    </a:ext>
                  </a:extLst>
                </a:gridCol>
                <a:gridCol w="2316824">
                  <a:extLst>
                    <a:ext uri="{9D8B030D-6E8A-4147-A177-3AD203B41FA5}">
                      <a16:colId xmlns:a16="http://schemas.microsoft.com/office/drawing/2014/main" val="1769139613"/>
                    </a:ext>
                  </a:extLst>
                </a:gridCol>
                <a:gridCol w="935995">
                  <a:extLst>
                    <a:ext uri="{9D8B030D-6E8A-4147-A177-3AD203B41FA5}">
                      <a16:colId xmlns:a16="http://schemas.microsoft.com/office/drawing/2014/main" val="2390303899"/>
                    </a:ext>
                  </a:extLst>
                </a:gridCol>
                <a:gridCol w="935995">
                  <a:extLst>
                    <a:ext uri="{9D8B030D-6E8A-4147-A177-3AD203B41FA5}">
                      <a16:colId xmlns:a16="http://schemas.microsoft.com/office/drawing/2014/main" val="3201373435"/>
                    </a:ext>
                  </a:extLst>
                </a:gridCol>
                <a:gridCol w="750343">
                  <a:extLst>
                    <a:ext uri="{9D8B030D-6E8A-4147-A177-3AD203B41FA5}">
                      <a16:colId xmlns:a16="http://schemas.microsoft.com/office/drawing/2014/main" val="4223384442"/>
                    </a:ext>
                  </a:extLst>
                </a:gridCol>
                <a:gridCol w="835434">
                  <a:extLst>
                    <a:ext uri="{9D8B030D-6E8A-4147-A177-3AD203B41FA5}">
                      <a16:colId xmlns:a16="http://schemas.microsoft.com/office/drawing/2014/main" val="1379525383"/>
                    </a:ext>
                  </a:extLst>
                </a:gridCol>
                <a:gridCol w="920523">
                  <a:extLst>
                    <a:ext uri="{9D8B030D-6E8A-4147-A177-3AD203B41FA5}">
                      <a16:colId xmlns:a16="http://schemas.microsoft.com/office/drawing/2014/main" val="411652451"/>
                    </a:ext>
                  </a:extLst>
                </a:gridCol>
                <a:gridCol w="603369">
                  <a:extLst>
                    <a:ext uri="{9D8B030D-6E8A-4147-A177-3AD203B41FA5}">
                      <a16:colId xmlns:a16="http://schemas.microsoft.com/office/drawing/2014/main" val="3439538324"/>
                    </a:ext>
                  </a:extLst>
                </a:gridCol>
                <a:gridCol w="3880023">
                  <a:extLst>
                    <a:ext uri="{9D8B030D-6E8A-4147-A177-3AD203B41FA5}">
                      <a16:colId xmlns:a16="http://schemas.microsoft.com/office/drawing/2014/main" val="3742537535"/>
                    </a:ext>
                  </a:extLst>
                </a:gridCol>
              </a:tblGrid>
              <a:tr h="432027">
                <a:tc>
                  <a:txBody>
                    <a:bodyPr/>
                    <a:lstStyle/>
                    <a:p>
                      <a:r>
                        <a:rPr kumimoji="1" lang="en-US" altLang="ja-JP" sz="1200" dirty="0">
                          <a:solidFill>
                            <a:schemeClr val="bg1"/>
                          </a:solidFill>
                          <a:latin typeface="BIZ UDPゴシック" panose="020B0400000000000000" pitchFamily="50" charset="-128"/>
                          <a:ea typeface="BIZ UDPゴシック" panose="020B0400000000000000" pitchFamily="50" charset="-128"/>
                        </a:rPr>
                        <a:t>#</a:t>
                      </a:r>
                      <a:endParaRPr kumimoji="1" lang="ja-JP" altLang="en-US" sz="1200" dirty="0">
                        <a:solidFill>
                          <a:schemeClr val="bg1"/>
                        </a:solidFill>
                        <a:latin typeface="BIZ UDPゴシック" panose="020B0400000000000000" pitchFamily="50" charset="-128"/>
                        <a:ea typeface="BIZ UDPゴシック" panose="020B0400000000000000" pitchFamily="50" charset="-128"/>
                      </a:endParaRPr>
                    </a:p>
                  </a:txBody>
                  <a:tcPr>
                    <a:solidFill>
                      <a:schemeClr val="tx2">
                        <a:lumMod val="75000"/>
                        <a:lumOff val="25000"/>
                      </a:schemeClr>
                    </a:solidFill>
                  </a:tcPr>
                </a:tc>
                <a:tc>
                  <a:txBody>
                    <a:bodyPr/>
                    <a:lstStyle/>
                    <a:p>
                      <a:r>
                        <a:rPr kumimoji="1" lang="ja-JP" altLang="en-US" sz="1200" dirty="0">
                          <a:solidFill>
                            <a:schemeClr val="bg1"/>
                          </a:solidFill>
                          <a:latin typeface="BIZ UDPゴシック" panose="020B0400000000000000" pitchFamily="50" charset="-128"/>
                          <a:ea typeface="BIZ UDPゴシック" panose="020B0400000000000000" pitchFamily="50" charset="-128"/>
                        </a:rPr>
                        <a:t>課題</a:t>
                      </a:r>
                    </a:p>
                  </a:txBody>
                  <a:tcPr>
                    <a:solidFill>
                      <a:schemeClr val="tx2">
                        <a:lumMod val="75000"/>
                        <a:lumOff val="25000"/>
                      </a:schemeClr>
                    </a:solidFill>
                  </a:tcPr>
                </a:tc>
                <a:tc>
                  <a:txBody>
                    <a:bodyPr/>
                    <a:lstStyle/>
                    <a:p>
                      <a:r>
                        <a:rPr kumimoji="1" lang="ja-JP" altLang="en-US" sz="1200" dirty="0">
                          <a:solidFill>
                            <a:schemeClr val="bg1"/>
                          </a:solidFill>
                          <a:latin typeface="BIZ UDPゴシック" panose="020B0400000000000000" pitchFamily="50" charset="-128"/>
                          <a:ea typeface="BIZ UDPゴシック" panose="020B0400000000000000" pitchFamily="50" charset="-128"/>
                        </a:rPr>
                        <a:t>重要度</a:t>
                      </a:r>
                    </a:p>
                  </a:txBody>
                  <a:tcPr>
                    <a:solidFill>
                      <a:schemeClr val="tx2">
                        <a:lumMod val="75000"/>
                        <a:lumOff val="25000"/>
                      </a:schemeClr>
                    </a:solidFill>
                  </a:tcPr>
                </a:tc>
                <a:tc>
                  <a:txBody>
                    <a:bodyPr/>
                    <a:lstStyle/>
                    <a:p>
                      <a:r>
                        <a:rPr kumimoji="1" lang="ja-JP" altLang="en-US" sz="1200" dirty="0">
                          <a:solidFill>
                            <a:schemeClr val="bg1"/>
                          </a:solidFill>
                          <a:latin typeface="BIZ UDPゴシック" panose="020B0400000000000000" pitchFamily="50" charset="-128"/>
                          <a:ea typeface="BIZ UDPゴシック" panose="020B0400000000000000" pitchFamily="50" charset="-128"/>
                        </a:rPr>
                        <a:t>緊急度</a:t>
                      </a:r>
                    </a:p>
                  </a:txBody>
                  <a:tcPr>
                    <a:solidFill>
                      <a:schemeClr val="tx2">
                        <a:lumMod val="75000"/>
                        <a:lumOff val="25000"/>
                      </a:schemeClr>
                    </a:solidFill>
                  </a:tcPr>
                </a:tc>
                <a:tc>
                  <a:txBody>
                    <a:bodyPr/>
                    <a:lstStyle/>
                    <a:p>
                      <a:r>
                        <a:rPr kumimoji="1" lang="ja-JP" altLang="en-US" sz="1200" dirty="0">
                          <a:solidFill>
                            <a:schemeClr val="bg1"/>
                          </a:solidFill>
                          <a:latin typeface="BIZ UDPゴシック" panose="020B0400000000000000" pitchFamily="50" charset="-128"/>
                          <a:ea typeface="BIZ UDPゴシック" panose="020B0400000000000000" pitchFamily="50" charset="-128"/>
                        </a:rPr>
                        <a:t>報告者</a:t>
                      </a:r>
                    </a:p>
                  </a:txBody>
                  <a:tcPr>
                    <a:solidFill>
                      <a:schemeClr val="tx2">
                        <a:lumMod val="75000"/>
                        <a:lumOff val="25000"/>
                      </a:schemeClr>
                    </a:solidFill>
                  </a:tcPr>
                </a:tc>
                <a:tc>
                  <a:txBody>
                    <a:bodyPr/>
                    <a:lstStyle/>
                    <a:p>
                      <a:r>
                        <a:rPr kumimoji="1" lang="ja-JP" altLang="en-US" sz="1200" dirty="0">
                          <a:solidFill>
                            <a:schemeClr val="bg1"/>
                          </a:solidFill>
                          <a:latin typeface="BIZ UDPゴシック" panose="020B0400000000000000" pitchFamily="50" charset="-128"/>
                          <a:ea typeface="BIZ UDPゴシック" panose="020B0400000000000000" pitchFamily="50" charset="-128"/>
                        </a:rPr>
                        <a:t>担当者</a:t>
                      </a:r>
                    </a:p>
                  </a:txBody>
                  <a:tcPr>
                    <a:solidFill>
                      <a:schemeClr val="tx2">
                        <a:lumMod val="75000"/>
                        <a:lumOff val="25000"/>
                      </a:schemeClr>
                    </a:solidFill>
                  </a:tcPr>
                </a:tc>
                <a:tc>
                  <a:txBody>
                    <a:bodyPr/>
                    <a:lstStyle/>
                    <a:p>
                      <a:r>
                        <a:rPr kumimoji="1" lang="ja-JP" altLang="en-US" sz="1200" dirty="0">
                          <a:solidFill>
                            <a:schemeClr val="bg1"/>
                          </a:solidFill>
                          <a:latin typeface="BIZ UDPゴシック" panose="020B0400000000000000" pitchFamily="50" charset="-128"/>
                          <a:ea typeface="BIZ UDPゴシック" panose="020B0400000000000000" pitchFamily="50" charset="-128"/>
                        </a:rPr>
                        <a:t>最終更新日</a:t>
                      </a:r>
                    </a:p>
                  </a:txBody>
                  <a:tcPr>
                    <a:solidFill>
                      <a:schemeClr val="tx2">
                        <a:lumMod val="75000"/>
                        <a:lumOff val="25000"/>
                      </a:schemeClr>
                    </a:solidFill>
                  </a:tcPr>
                </a:tc>
                <a:tc>
                  <a:txBody>
                    <a:bodyPr/>
                    <a:lstStyle/>
                    <a:p>
                      <a:r>
                        <a:rPr kumimoji="1" lang="ja-JP" altLang="en-US" sz="1200" dirty="0">
                          <a:solidFill>
                            <a:schemeClr val="bg1"/>
                          </a:solidFill>
                          <a:latin typeface="BIZ UDPゴシック" panose="020B0400000000000000" pitchFamily="50" charset="-128"/>
                          <a:ea typeface="BIZ UDPゴシック" panose="020B0400000000000000" pitchFamily="50" charset="-128"/>
                        </a:rPr>
                        <a:t>状態</a:t>
                      </a:r>
                    </a:p>
                  </a:txBody>
                  <a:tcPr>
                    <a:solidFill>
                      <a:schemeClr val="tx2">
                        <a:lumMod val="75000"/>
                        <a:lumOff val="25000"/>
                      </a:schemeClr>
                    </a:solidFill>
                  </a:tcPr>
                </a:tc>
                <a:tc>
                  <a:txBody>
                    <a:bodyPr/>
                    <a:lstStyle/>
                    <a:p>
                      <a:endParaRPr kumimoji="1" lang="ja-JP" altLang="en-US" sz="1200" dirty="0">
                        <a:solidFill>
                          <a:schemeClr val="bg1"/>
                        </a:solidFill>
                        <a:latin typeface="BIZ UDPゴシック" panose="020B0400000000000000" pitchFamily="50" charset="-128"/>
                        <a:ea typeface="BIZ UDPゴシック" panose="020B0400000000000000" pitchFamily="50" charset="-128"/>
                      </a:endParaRPr>
                    </a:p>
                  </a:txBody>
                  <a:tcPr>
                    <a:solidFill>
                      <a:schemeClr val="tx2">
                        <a:lumMod val="75000"/>
                        <a:lumOff val="25000"/>
                      </a:schemeClr>
                    </a:solidFill>
                  </a:tcPr>
                </a:tc>
                <a:extLst>
                  <a:ext uri="{0D108BD9-81ED-4DB2-BD59-A6C34878D82A}">
                    <a16:rowId xmlns:a16="http://schemas.microsoft.com/office/drawing/2014/main" val="1515397185"/>
                  </a:ext>
                </a:extLst>
              </a:tr>
              <a:tr h="432027">
                <a:tc>
                  <a:txBody>
                    <a:bodyPr/>
                    <a:lstStyle/>
                    <a:p>
                      <a:r>
                        <a:rPr kumimoji="1" lang="en-US" altLang="ja-JP" sz="1200" dirty="0">
                          <a:latin typeface="BIZ UDPゴシック" panose="020B0400000000000000" pitchFamily="50" charset="-128"/>
                          <a:ea typeface="BIZ UDPゴシック" panose="020B0400000000000000" pitchFamily="50" charset="-128"/>
                        </a:rPr>
                        <a:t>1</a:t>
                      </a: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プロジェクトリーダーの実務工数が捻出できない</a:t>
                      </a:r>
                    </a:p>
                  </a:txBody>
                  <a:tcPr>
                    <a:solidFill>
                      <a:schemeClr val="bg1">
                        <a:lumMod val="9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高</a:t>
                      </a:r>
                    </a:p>
                  </a:txBody>
                  <a:tcPr>
                    <a:solidFill>
                      <a:schemeClr val="bg1">
                        <a:lumMod val="9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低</a:t>
                      </a:r>
                    </a:p>
                  </a:txBody>
                  <a:tcPr>
                    <a:solidFill>
                      <a:schemeClr val="bg1">
                        <a:lumMod val="9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あああ</a:t>
                      </a:r>
                    </a:p>
                  </a:txBody>
                  <a:tcPr>
                    <a:solidFill>
                      <a:schemeClr val="bg1">
                        <a:lumMod val="95000"/>
                      </a:schemeClr>
                    </a:solidFill>
                  </a:tcPr>
                </a:tc>
                <a:tc>
                  <a:txBody>
                    <a:bodyPr/>
                    <a:lstStyle/>
                    <a:p>
                      <a:pPr marL="0" indent="0">
                        <a:buFont typeface="Arial" panose="020B0604020202020204" pitchFamily="34" charset="0"/>
                        <a:buNone/>
                      </a:pPr>
                      <a:r>
                        <a:rPr kumimoji="1" lang="ja-JP" altLang="en-US" sz="1200" dirty="0">
                          <a:latin typeface="BIZ UDPゴシック" panose="020B0400000000000000" pitchFamily="50" charset="-128"/>
                          <a:ea typeface="BIZ UDPゴシック" panose="020B0400000000000000" pitchFamily="50" charset="-128"/>
                        </a:rPr>
                        <a:t>いいい</a:t>
                      </a:r>
                    </a:p>
                  </a:txBody>
                  <a:tcPr>
                    <a:solidFill>
                      <a:schemeClr val="bg1">
                        <a:lumMod val="95000"/>
                      </a:schemeClr>
                    </a:solidFill>
                  </a:tcPr>
                </a:tc>
                <a:tc>
                  <a:txBody>
                    <a:bodyPr/>
                    <a:lstStyle/>
                    <a:p>
                      <a:r>
                        <a:rPr kumimoji="1" lang="en-US" altLang="ja-JP" sz="1200" dirty="0">
                          <a:latin typeface="BIZ UDPゴシック" panose="020B0400000000000000" pitchFamily="50" charset="-128"/>
                          <a:ea typeface="BIZ UDPゴシック" panose="020B0400000000000000" pitchFamily="50" charset="-128"/>
                        </a:rPr>
                        <a:t>2025/10/xx</a:t>
                      </a: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対応中</a:t>
                      </a:r>
                    </a:p>
                  </a:txBody>
                  <a:tcPr>
                    <a:solidFill>
                      <a:schemeClr val="bg1">
                        <a:lumMod val="9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実務工数のモニタリングを実施する。警告しきい値を超えた時点でプロジェクトオーナーに報告して対処案を決定する</a:t>
                      </a:r>
                    </a:p>
                  </a:txBody>
                  <a:tcPr>
                    <a:solidFill>
                      <a:schemeClr val="bg1">
                        <a:lumMod val="95000"/>
                      </a:schemeClr>
                    </a:solidFill>
                  </a:tcPr>
                </a:tc>
                <a:extLst>
                  <a:ext uri="{0D108BD9-81ED-4DB2-BD59-A6C34878D82A}">
                    <a16:rowId xmlns:a16="http://schemas.microsoft.com/office/drawing/2014/main" val="1031105590"/>
                  </a:ext>
                </a:extLst>
              </a:tr>
              <a:tr h="348763">
                <a:tc>
                  <a:txBody>
                    <a:bodyPr/>
                    <a:lstStyle/>
                    <a:p>
                      <a:r>
                        <a:rPr kumimoji="1" lang="en-US" altLang="ja-JP" sz="1200" dirty="0">
                          <a:latin typeface="BIZ UDPゴシック" panose="020B0400000000000000" pitchFamily="50" charset="-128"/>
                          <a:ea typeface="BIZ UDPゴシック" panose="020B0400000000000000" pitchFamily="50" charset="-128"/>
                        </a:rPr>
                        <a:t>2</a:t>
                      </a: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82563" indent="-182563">
                        <a:buFont typeface="Arial" panose="020B0604020202020204" pitchFamily="34" charset="0"/>
                        <a:buChar char="•"/>
                      </a:pP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endParaRPr kumimoji="1" lang="en-US" altLang="ja-JP"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extLst>
                  <a:ext uri="{0D108BD9-81ED-4DB2-BD59-A6C34878D82A}">
                    <a16:rowId xmlns:a16="http://schemas.microsoft.com/office/drawing/2014/main" val="2247178784"/>
                  </a:ext>
                </a:extLst>
              </a:tr>
              <a:tr h="348763">
                <a:tc>
                  <a:txBody>
                    <a:bodyPr/>
                    <a:lstStyle/>
                    <a:p>
                      <a:r>
                        <a:rPr kumimoji="1" lang="en-US" altLang="ja-JP" sz="1200" dirty="0">
                          <a:latin typeface="BIZ UDPゴシック" panose="020B0400000000000000" pitchFamily="50" charset="-128"/>
                          <a:ea typeface="BIZ UDPゴシック" panose="020B0400000000000000" pitchFamily="50" charset="-128"/>
                        </a:rPr>
                        <a:t>3</a:t>
                      </a: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82563" indent="-182563">
                        <a:buFont typeface="Arial" panose="020B0604020202020204" pitchFamily="34" charset="0"/>
                        <a:buChar char="•"/>
                      </a:pP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extLst>
                  <a:ext uri="{0D108BD9-81ED-4DB2-BD59-A6C34878D82A}">
                    <a16:rowId xmlns:a16="http://schemas.microsoft.com/office/drawing/2014/main" val="3489119852"/>
                  </a:ext>
                </a:extLst>
              </a:tr>
              <a:tr h="348763">
                <a:tc>
                  <a:txBody>
                    <a:bodyPr/>
                    <a:lstStyle/>
                    <a:p>
                      <a:r>
                        <a:rPr kumimoji="1" lang="en-US" altLang="ja-JP" sz="1200" dirty="0">
                          <a:latin typeface="BIZ UDPゴシック" panose="020B0400000000000000" pitchFamily="50" charset="-128"/>
                          <a:ea typeface="BIZ UDPゴシック" panose="020B0400000000000000" pitchFamily="50" charset="-128"/>
                        </a:rPr>
                        <a:t>4</a:t>
                      </a: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82563" indent="-182563">
                        <a:buFont typeface="Arial" panose="020B0604020202020204" pitchFamily="34" charset="0"/>
                        <a:buChar char="•"/>
                      </a:pP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extLst>
                  <a:ext uri="{0D108BD9-81ED-4DB2-BD59-A6C34878D82A}">
                    <a16:rowId xmlns:a16="http://schemas.microsoft.com/office/drawing/2014/main" val="199895045"/>
                  </a:ext>
                </a:extLst>
              </a:tr>
              <a:tr h="348763">
                <a:tc>
                  <a:txBody>
                    <a:bodyPr/>
                    <a:lstStyle/>
                    <a:p>
                      <a:r>
                        <a:rPr kumimoji="1" lang="en-US" altLang="ja-JP" sz="1200" dirty="0">
                          <a:latin typeface="BIZ UDPゴシック" panose="020B0400000000000000" pitchFamily="50" charset="-128"/>
                          <a:ea typeface="BIZ UDPゴシック" panose="020B0400000000000000" pitchFamily="50" charset="-128"/>
                        </a:rPr>
                        <a:t>5</a:t>
                      </a: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82563" indent="-182563">
                        <a:buFont typeface="Arial" panose="020B0604020202020204" pitchFamily="34" charset="0"/>
                        <a:buChar char="•"/>
                      </a:pP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0" marR="0" lvl="0" indent="0" algn="l" defTabSz="914373" rtl="0" eaLnBrk="1" fontAlgn="auto" latinLnBrk="0" hangingPunct="1">
                        <a:lnSpc>
                          <a:spcPct val="100000"/>
                        </a:lnSpc>
                        <a:spcBef>
                          <a:spcPts val="0"/>
                        </a:spcBef>
                        <a:spcAft>
                          <a:spcPts val="0"/>
                        </a:spcAft>
                        <a:buClrTx/>
                        <a:buSzTx/>
                        <a:buFontTx/>
                        <a:buNone/>
                        <a:tabLst/>
                        <a:defRPr/>
                      </a:pP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extLst>
                  <a:ext uri="{0D108BD9-81ED-4DB2-BD59-A6C34878D82A}">
                    <a16:rowId xmlns:a16="http://schemas.microsoft.com/office/drawing/2014/main" val="1587732588"/>
                  </a:ext>
                </a:extLst>
              </a:tr>
              <a:tr h="348763">
                <a:tc>
                  <a:txBody>
                    <a:bodyPr/>
                    <a:lstStyle/>
                    <a:p>
                      <a:r>
                        <a:rPr kumimoji="1" lang="en-US" altLang="ja-JP" sz="1200" dirty="0">
                          <a:latin typeface="BIZ UDPゴシック" panose="020B0400000000000000" pitchFamily="50" charset="-128"/>
                          <a:ea typeface="BIZ UDPゴシック" panose="020B0400000000000000" pitchFamily="50" charset="-128"/>
                        </a:rPr>
                        <a:t>6</a:t>
                      </a: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endParaRPr kumimoji="1" lang="en-US" altLang="ja-JP"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endParaRPr kumimoji="1" lang="en-US" altLang="ja-JP"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endParaRPr kumimoji="1" lang="en-US" altLang="ja-JP"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82563" marR="0" lvl="0" indent="-182563" algn="l" defTabSz="914373"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0" marR="0" lvl="0" indent="0" algn="l" defTabSz="914373" rtl="0" eaLnBrk="1" fontAlgn="auto" latinLnBrk="0" hangingPunct="1">
                        <a:lnSpc>
                          <a:spcPct val="100000"/>
                        </a:lnSpc>
                        <a:spcBef>
                          <a:spcPts val="0"/>
                        </a:spcBef>
                        <a:spcAft>
                          <a:spcPts val="0"/>
                        </a:spcAft>
                        <a:buClrTx/>
                        <a:buSzTx/>
                        <a:buFontTx/>
                        <a:buNone/>
                        <a:tabLst/>
                        <a:defRPr/>
                      </a:pP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extLst>
                  <a:ext uri="{0D108BD9-81ED-4DB2-BD59-A6C34878D82A}">
                    <a16:rowId xmlns:a16="http://schemas.microsoft.com/office/drawing/2014/main" val="613087573"/>
                  </a:ext>
                </a:extLst>
              </a:tr>
              <a:tr h="348763">
                <a:tc>
                  <a:txBody>
                    <a:bodyPr/>
                    <a:lstStyle/>
                    <a:p>
                      <a:r>
                        <a:rPr kumimoji="1" lang="en-US" altLang="ja-JP" sz="1200" dirty="0">
                          <a:latin typeface="BIZ UDPゴシック" panose="020B0400000000000000" pitchFamily="50" charset="-128"/>
                          <a:ea typeface="BIZ UDPゴシック" panose="020B0400000000000000" pitchFamily="50" charset="-128"/>
                        </a:rPr>
                        <a:t>7</a:t>
                      </a: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extLst>
                  <a:ext uri="{0D108BD9-81ED-4DB2-BD59-A6C34878D82A}">
                    <a16:rowId xmlns:a16="http://schemas.microsoft.com/office/drawing/2014/main" val="1349657474"/>
                  </a:ext>
                </a:extLst>
              </a:tr>
            </a:tbl>
          </a:graphicData>
        </a:graphic>
      </p:graphicFrame>
    </p:spTree>
    <p:extLst>
      <p:ext uri="{BB962C8B-B14F-4D97-AF65-F5344CB8AC3E}">
        <p14:creationId xmlns:p14="http://schemas.microsoft.com/office/powerpoint/2010/main" val="32183316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D0361D5-F95A-A36C-7B2C-140DBFDF7EC3}"/>
              </a:ext>
            </a:extLst>
          </p:cNvPr>
          <p:cNvSpPr>
            <a:spLocks noGrp="1"/>
          </p:cNvSpPr>
          <p:nvPr>
            <p:ph type="title"/>
          </p:nvPr>
        </p:nvSpPr>
        <p:spPr/>
        <p:txBody>
          <a:bodyPr/>
          <a:lstStyle/>
          <a:p>
            <a:r>
              <a:rPr kumimoji="1" lang="ja-JP" altLang="en-US" dirty="0"/>
              <a:t>成果物構造</a:t>
            </a:r>
          </a:p>
        </p:txBody>
      </p:sp>
      <p:sp>
        <p:nvSpPr>
          <p:cNvPr id="3" name="フッター プレースホルダー 2">
            <a:extLst>
              <a:ext uri="{FF2B5EF4-FFF2-40B4-BE49-F238E27FC236}">
                <a16:creationId xmlns:a16="http://schemas.microsoft.com/office/drawing/2014/main" id="{73A4B5B6-2D30-5974-9B0D-E9448573F085}"/>
              </a:ext>
            </a:extLst>
          </p:cNvPr>
          <p:cNvSpPr>
            <a:spLocks noGrp="1"/>
          </p:cNvSpPr>
          <p:nvPr>
            <p:ph type="ftr" sz="quarter" idx="11"/>
          </p:nvPr>
        </p:nvSpPr>
        <p:spPr/>
        <p:txBody>
          <a:bodyPr/>
          <a:lstStyle/>
          <a:p>
            <a:r>
              <a:rPr lang="ja-JP" altLang="en-US"/>
              <a:t>出所：</a:t>
            </a:r>
            <a:endParaRPr lang="ja-JP" altLang="en-US" sz="900" dirty="0"/>
          </a:p>
        </p:txBody>
      </p:sp>
      <p:sp>
        <p:nvSpPr>
          <p:cNvPr id="4" name="スライド番号プレースホルダー 3">
            <a:extLst>
              <a:ext uri="{FF2B5EF4-FFF2-40B4-BE49-F238E27FC236}">
                <a16:creationId xmlns:a16="http://schemas.microsoft.com/office/drawing/2014/main" id="{126E4478-BD43-1B02-52AB-65021095314E}"/>
              </a:ext>
            </a:extLst>
          </p:cNvPr>
          <p:cNvSpPr>
            <a:spLocks noGrp="1"/>
          </p:cNvSpPr>
          <p:nvPr>
            <p:ph type="sldNum" sz="quarter" idx="12"/>
          </p:nvPr>
        </p:nvSpPr>
        <p:spPr/>
        <p:txBody>
          <a:bodyPr/>
          <a:lstStyle/>
          <a:p>
            <a:fld id="{DCB5AA93-092B-49A1-87A7-3C88D5F38AD7}" type="slidenum">
              <a:rPr lang="ja-JP" altLang="en-US" smtClean="0"/>
              <a:pPr/>
              <a:t>37</a:t>
            </a:fld>
            <a:endParaRPr lang="ja-JP" altLang="en-US" sz="900" dirty="0"/>
          </a:p>
        </p:txBody>
      </p:sp>
      <p:sp>
        <p:nvSpPr>
          <p:cNvPr id="5" name="テキスト プレースホルダー 4">
            <a:extLst>
              <a:ext uri="{FF2B5EF4-FFF2-40B4-BE49-F238E27FC236}">
                <a16:creationId xmlns:a16="http://schemas.microsoft.com/office/drawing/2014/main" id="{A8870B19-C2C5-1FEE-BF6A-CEA3BA1CE752}"/>
              </a:ext>
            </a:extLst>
          </p:cNvPr>
          <p:cNvSpPr>
            <a:spLocks noGrp="1"/>
          </p:cNvSpPr>
          <p:nvPr>
            <p:ph type="body" sz="quarter" idx="13"/>
          </p:nvPr>
        </p:nvSpPr>
        <p:spPr/>
        <p:txBody>
          <a:bodyPr/>
          <a:lstStyle/>
          <a:p>
            <a:endParaRPr kumimoji="1" lang="ja-JP" altLang="en-US"/>
          </a:p>
        </p:txBody>
      </p:sp>
      <p:sp>
        <p:nvSpPr>
          <p:cNvPr id="9" name="テキスト ボックス 8">
            <a:extLst>
              <a:ext uri="{FF2B5EF4-FFF2-40B4-BE49-F238E27FC236}">
                <a16:creationId xmlns:a16="http://schemas.microsoft.com/office/drawing/2014/main" id="{51186C67-4B17-D931-056A-31F58D45493E}"/>
              </a:ext>
            </a:extLst>
          </p:cNvPr>
          <p:cNvSpPr txBox="1"/>
          <p:nvPr/>
        </p:nvSpPr>
        <p:spPr>
          <a:xfrm>
            <a:off x="1015952" y="5727473"/>
            <a:ext cx="2136823" cy="369332"/>
          </a:xfrm>
          <a:prstGeom prst="rect">
            <a:avLst/>
          </a:prstGeom>
          <a:noFill/>
        </p:spPr>
        <p:txBody>
          <a:bodyPr wrap="square" lIns="0" tIns="0" rIns="0" bIns="0" rtlCol="0">
            <a:spAutoFit/>
          </a:bodyPr>
          <a:lstStyle/>
          <a:p>
            <a:r>
              <a:rPr lang="ja-JP" altLang="en-US" sz="1200" dirty="0">
                <a:latin typeface="BIZ UDPゴシック" panose="020B0400000000000000" pitchFamily="50" charset="-128"/>
                <a:ea typeface="BIZ UDPゴシック" panose="020B0400000000000000" pitchFamily="50" charset="-128"/>
              </a:rPr>
              <a:t>説明</a:t>
            </a:r>
            <a:r>
              <a:rPr lang="en-US" altLang="ja-JP" sz="1200" dirty="0">
                <a:latin typeface="BIZ UDPゴシック" panose="020B0400000000000000" pitchFamily="50" charset="-128"/>
                <a:ea typeface="BIZ UDPゴシック" panose="020B0400000000000000" pitchFamily="50" charset="-128"/>
              </a:rPr>
              <a:t>A</a:t>
            </a:r>
          </a:p>
          <a:p>
            <a:pPr marL="171450" indent="-171450">
              <a:buFont typeface="Arial" panose="020B0604020202020204" pitchFamily="34" charset="0"/>
              <a:buChar char="•"/>
            </a:pPr>
            <a:r>
              <a:rPr lang="en-US" altLang="ja-JP" sz="1200" dirty="0" err="1">
                <a:latin typeface="BIZ UDPゴシック" panose="020B0400000000000000" pitchFamily="50" charset="-128"/>
                <a:ea typeface="BIZ UDPゴシック" panose="020B0400000000000000" pitchFamily="50" charset="-128"/>
              </a:rPr>
              <a:t>hogefuga</a:t>
            </a:r>
            <a:endParaRPr lang="en-US" altLang="ja-JP" sz="1200" dirty="0">
              <a:latin typeface="BIZ UDPゴシック" panose="020B0400000000000000" pitchFamily="50" charset="-128"/>
              <a:ea typeface="BIZ UDPゴシック" panose="020B0400000000000000" pitchFamily="50" charset="-128"/>
            </a:endParaRPr>
          </a:p>
        </p:txBody>
      </p:sp>
      <p:sp>
        <p:nvSpPr>
          <p:cNvPr id="10" name="正方形/長方形 9">
            <a:extLst>
              <a:ext uri="{FF2B5EF4-FFF2-40B4-BE49-F238E27FC236}">
                <a16:creationId xmlns:a16="http://schemas.microsoft.com/office/drawing/2014/main" id="{EA139764-D524-7195-F3B1-CA3249CC7471}"/>
              </a:ext>
            </a:extLst>
          </p:cNvPr>
          <p:cNvSpPr/>
          <p:nvPr/>
        </p:nvSpPr>
        <p:spPr>
          <a:xfrm>
            <a:off x="1015951" y="1262238"/>
            <a:ext cx="1260209" cy="353510"/>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solidFill>
                <a:latin typeface="BIZ UDPゴシック" panose="020B0400000000000000" pitchFamily="50" charset="-128"/>
                <a:ea typeface="BIZ UDPゴシック" panose="020B0400000000000000" pitchFamily="50" charset="-128"/>
              </a:rPr>
              <a:t>プロジェクト</a:t>
            </a:r>
            <a:r>
              <a:rPr lang="en-US" altLang="ja-JP" sz="1200" dirty="0">
                <a:solidFill>
                  <a:schemeClr val="tx1"/>
                </a:solidFill>
                <a:latin typeface="BIZ UDPゴシック" panose="020B0400000000000000" pitchFamily="50" charset="-128"/>
                <a:ea typeface="BIZ UDPゴシック" panose="020B0400000000000000" pitchFamily="50" charset="-128"/>
              </a:rPr>
              <a:t>A</a:t>
            </a:r>
            <a:endParaRPr lang="ja-JP" altLang="en-US" sz="1200" dirty="0">
              <a:solidFill>
                <a:schemeClr val="tx1"/>
              </a:solidFill>
              <a:latin typeface="BIZ UDPゴシック" panose="020B0400000000000000" pitchFamily="50" charset="-128"/>
              <a:ea typeface="BIZ UDPゴシック" panose="020B0400000000000000" pitchFamily="50" charset="-128"/>
            </a:endParaRPr>
          </a:p>
        </p:txBody>
      </p:sp>
      <p:sp>
        <p:nvSpPr>
          <p:cNvPr id="11" name="テキスト ボックス 10">
            <a:extLst>
              <a:ext uri="{FF2B5EF4-FFF2-40B4-BE49-F238E27FC236}">
                <a16:creationId xmlns:a16="http://schemas.microsoft.com/office/drawing/2014/main" id="{A75A4625-93D5-37D6-5BDB-D34E29891FB3}"/>
              </a:ext>
            </a:extLst>
          </p:cNvPr>
          <p:cNvSpPr txBox="1"/>
          <p:nvPr/>
        </p:nvSpPr>
        <p:spPr>
          <a:xfrm>
            <a:off x="360000" y="1558175"/>
            <a:ext cx="528991" cy="184666"/>
          </a:xfrm>
          <a:prstGeom prst="rect">
            <a:avLst/>
          </a:prstGeom>
          <a:noFill/>
        </p:spPr>
        <p:txBody>
          <a:bodyPr wrap="none" lIns="0" tIns="0" rIns="0" bIns="0" rtlCol="0">
            <a:spAutoFit/>
          </a:bodyPr>
          <a:lstStyle/>
          <a:p>
            <a:r>
              <a:rPr lang="ja-JP" altLang="en-US" sz="1200" dirty="0">
                <a:latin typeface="BIZ UDPゴシック" panose="020B0400000000000000" pitchFamily="50" charset="-128"/>
                <a:ea typeface="BIZ UDPゴシック" panose="020B0400000000000000" pitchFamily="50" charset="-128"/>
              </a:rPr>
              <a:t>レベル</a:t>
            </a:r>
            <a:r>
              <a:rPr lang="en-US" altLang="ja-JP" sz="1200" dirty="0">
                <a:latin typeface="BIZ UDPゴシック" panose="020B0400000000000000" pitchFamily="50" charset="-128"/>
                <a:ea typeface="BIZ UDPゴシック" panose="020B0400000000000000" pitchFamily="50" charset="-128"/>
              </a:rPr>
              <a:t>1</a:t>
            </a:r>
            <a:endParaRPr lang="ja-JP" altLang="en-US" sz="1200" dirty="0">
              <a:latin typeface="BIZ UDPゴシック" panose="020B0400000000000000" pitchFamily="50" charset="-128"/>
              <a:ea typeface="BIZ UDPゴシック" panose="020B0400000000000000" pitchFamily="50" charset="-128"/>
            </a:endParaRPr>
          </a:p>
        </p:txBody>
      </p:sp>
      <p:sp>
        <p:nvSpPr>
          <p:cNvPr id="12" name="テキスト ボックス 11">
            <a:extLst>
              <a:ext uri="{FF2B5EF4-FFF2-40B4-BE49-F238E27FC236}">
                <a16:creationId xmlns:a16="http://schemas.microsoft.com/office/drawing/2014/main" id="{821DA074-D3F6-D7F8-B6EB-ECE89BF85E64}"/>
              </a:ext>
            </a:extLst>
          </p:cNvPr>
          <p:cNvSpPr txBox="1"/>
          <p:nvPr/>
        </p:nvSpPr>
        <p:spPr>
          <a:xfrm>
            <a:off x="360000" y="2626633"/>
            <a:ext cx="557845" cy="184666"/>
          </a:xfrm>
          <a:prstGeom prst="rect">
            <a:avLst/>
          </a:prstGeom>
          <a:noFill/>
        </p:spPr>
        <p:txBody>
          <a:bodyPr wrap="none" lIns="0" tIns="0" rIns="0" bIns="0" rtlCol="0">
            <a:spAutoFit/>
          </a:bodyPr>
          <a:lstStyle/>
          <a:p>
            <a:r>
              <a:rPr lang="ja-JP" altLang="en-US" sz="1200" dirty="0">
                <a:latin typeface="BIZ UDPゴシック" panose="020B0400000000000000" pitchFamily="50" charset="-128"/>
                <a:ea typeface="BIZ UDPゴシック" panose="020B0400000000000000" pitchFamily="50" charset="-128"/>
              </a:rPr>
              <a:t>レベル</a:t>
            </a:r>
            <a:r>
              <a:rPr lang="en-US" altLang="ja-JP" sz="1200" dirty="0">
                <a:latin typeface="BIZ UDPゴシック" panose="020B0400000000000000" pitchFamily="50" charset="-128"/>
                <a:ea typeface="BIZ UDPゴシック" panose="020B0400000000000000" pitchFamily="50" charset="-128"/>
              </a:rPr>
              <a:t>2</a:t>
            </a:r>
            <a:endParaRPr lang="ja-JP" altLang="en-US" sz="1200" dirty="0">
              <a:latin typeface="BIZ UDPゴシック" panose="020B0400000000000000" pitchFamily="50" charset="-128"/>
              <a:ea typeface="BIZ UDPゴシック" panose="020B0400000000000000" pitchFamily="50" charset="-128"/>
            </a:endParaRPr>
          </a:p>
        </p:txBody>
      </p:sp>
      <p:sp>
        <p:nvSpPr>
          <p:cNvPr id="13" name="テキスト ボックス 12">
            <a:extLst>
              <a:ext uri="{FF2B5EF4-FFF2-40B4-BE49-F238E27FC236}">
                <a16:creationId xmlns:a16="http://schemas.microsoft.com/office/drawing/2014/main" id="{D2643EE9-1AF4-F08E-4C29-4E32E6E5FD3C}"/>
              </a:ext>
            </a:extLst>
          </p:cNvPr>
          <p:cNvSpPr txBox="1"/>
          <p:nvPr/>
        </p:nvSpPr>
        <p:spPr>
          <a:xfrm>
            <a:off x="360000" y="5371604"/>
            <a:ext cx="1469954" cy="184666"/>
          </a:xfrm>
          <a:prstGeom prst="rect">
            <a:avLst/>
          </a:prstGeom>
          <a:noFill/>
        </p:spPr>
        <p:txBody>
          <a:bodyPr wrap="none" lIns="0" tIns="0" rIns="0" bIns="0" rtlCol="0">
            <a:spAutoFit/>
          </a:bodyPr>
          <a:lstStyle/>
          <a:p>
            <a:r>
              <a:rPr lang="ja-JP" altLang="en-US" sz="1200" dirty="0">
                <a:latin typeface="BIZ UDPゴシック" panose="020B0400000000000000" pitchFamily="50" charset="-128"/>
                <a:ea typeface="BIZ UDPゴシック" panose="020B0400000000000000" pitchFamily="50" charset="-128"/>
              </a:rPr>
              <a:t>レベル</a:t>
            </a:r>
            <a:r>
              <a:rPr lang="en-US" altLang="ja-JP" sz="1200" dirty="0">
                <a:latin typeface="BIZ UDPゴシック" panose="020B0400000000000000" pitchFamily="50" charset="-128"/>
                <a:ea typeface="BIZ UDPゴシック" panose="020B0400000000000000" pitchFamily="50" charset="-128"/>
              </a:rPr>
              <a:t>3 -&gt; </a:t>
            </a:r>
            <a:r>
              <a:rPr lang="ja-JP" altLang="en-US" sz="1200" dirty="0">
                <a:latin typeface="BIZ UDPゴシック" panose="020B0400000000000000" pitchFamily="50" charset="-128"/>
                <a:ea typeface="BIZ UDPゴシック" panose="020B0400000000000000" pitchFamily="50" charset="-128"/>
              </a:rPr>
              <a:t>ガントへ</a:t>
            </a:r>
          </a:p>
        </p:txBody>
      </p:sp>
      <p:sp>
        <p:nvSpPr>
          <p:cNvPr id="14" name="正方形/長方形 13">
            <a:extLst>
              <a:ext uri="{FF2B5EF4-FFF2-40B4-BE49-F238E27FC236}">
                <a16:creationId xmlns:a16="http://schemas.microsoft.com/office/drawing/2014/main" id="{17E4F9FA-8AF7-EF93-D814-9FFC53BD4BA3}"/>
              </a:ext>
            </a:extLst>
          </p:cNvPr>
          <p:cNvSpPr/>
          <p:nvPr/>
        </p:nvSpPr>
        <p:spPr>
          <a:xfrm>
            <a:off x="1015951" y="2277541"/>
            <a:ext cx="1260209" cy="353510"/>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プロジェクト</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マネジメント</a:t>
            </a:r>
          </a:p>
        </p:txBody>
      </p:sp>
      <p:sp>
        <p:nvSpPr>
          <p:cNvPr id="15" name="正方形/長方形 14">
            <a:extLst>
              <a:ext uri="{FF2B5EF4-FFF2-40B4-BE49-F238E27FC236}">
                <a16:creationId xmlns:a16="http://schemas.microsoft.com/office/drawing/2014/main" id="{5665DE48-BF24-6D7B-639A-8791838DEAB9}"/>
              </a:ext>
            </a:extLst>
          </p:cNvPr>
          <p:cNvSpPr/>
          <p:nvPr/>
        </p:nvSpPr>
        <p:spPr>
          <a:xfrm>
            <a:off x="3192057" y="2298643"/>
            <a:ext cx="1260209" cy="353510"/>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要求仕様</a:t>
            </a:r>
          </a:p>
        </p:txBody>
      </p:sp>
      <p:sp>
        <p:nvSpPr>
          <p:cNvPr id="16" name="正方形/長方形 15">
            <a:extLst>
              <a:ext uri="{FF2B5EF4-FFF2-40B4-BE49-F238E27FC236}">
                <a16:creationId xmlns:a16="http://schemas.microsoft.com/office/drawing/2014/main" id="{4712F872-0678-84F8-7EC7-A6A989351636}"/>
              </a:ext>
            </a:extLst>
          </p:cNvPr>
          <p:cNvSpPr/>
          <p:nvPr/>
        </p:nvSpPr>
        <p:spPr>
          <a:xfrm>
            <a:off x="5342417" y="2298643"/>
            <a:ext cx="1260209" cy="353510"/>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設計仕様</a:t>
            </a:r>
          </a:p>
        </p:txBody>
      </p:sp>
      <p:sp>
        <p:nvSpPr>
          <p:cNvPr id="17" name="正方形/長方形 16">
            <a:extLst>
              <a:ext uri="{FF2B5EF4-FFF2-40B4-BE49-F238E27FC236}">
                <a16:creationId xmlns:a16="http://schemas.microsoft.com/office/drawing/2014/main" id="{2C7A0328-0BCA-A139-0829-E409A8026E0C}"/>
              </a:ext>
            </a:extLst>
          </p:cNvPr>
          <p:cNvSpPr/>
          <p:nvPr/>
        </p:nvSpPr>
        <p:spPr>
          <a:xfrm>
            <a:off x="7492777" y="2298643"/>
            <a:ext cx="1260209" cy="353510"/>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ソフトウェア</a:t>
            </a:r>
          </a:p>
        </p:txBody>
      </p:sp>
      <p:sp>
        <p:nvSpPr>
          <p:cNvPr id="18" name="正方形/長方形 17">
            <a:extLst>
              <a:ext uri="{FF2B5EF4-FFF2-40B4-BE49-F238E27FC236}">
                <a16:creationId xmlns:a16="http://schemas.microsoft.com/office/drawing/2014/main" id="{F41DB0E3-9F94-11F3-62BB-3D729EFCED13}"/>
              </a:ext>
            </a:extLst>
          </p:cNvPr>
          <p:cNvSpPr/>
          <p:nvPr/>
        </p:nvSpPr>
        <p:spPr>
          <a:xfrm>
            <a:off x="9668883" y="2319415"/>
            <a:ext cx="1260209" cy="353510"/>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テスト仕様</a:t>
            </a:r>
          </a:p>
        </p:txBody>
      </p:sp>
      <p:sp>
        <p:nvSpPr>
          <p:cNvPr id="19" name="正方形/長方形 18">
            <a:extLst>
              <a:ext uri="{FF2B5EF4-FFF2-40B4-BE49-F238E27FC236}">
                <a16:creationId xmlns:a16="http://schemas.microsoft.com/office/drawing/2014/main" id="{0BC4929C-ED3B-02F7-0E85-AB61BB6C49D7}"/>
              </a:ext>
            </a:extLst>
          </p:cNvPr>
          <p:cNvSpPr/>
          <p:nvPr/>
        </p:nvSpPr>
        <p:spPr>
          <a:xfrm>
            <a:off x="1892566" y="3141382"/>
            <a:ext cx="1260209" cy="353510"/>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bg1"/>
                </a:solidFill>
                <a:latin typeface="BIZ UDPゴシック" panose="020B0400000000000000" pitchFamily="50" charset="-128"/>
                <a:ea typeface="BIZ UDPゴシック" panose="020B0400000000000000" pitchFamily="50" charset="-128"/>
              </a:rPr>
              <a:t>進捗報告</a:t>
            </a:r>
            <a:endParaRPr lang="en-US" altLang="ja-JP" sz="1200" dirty="0">
              <a:solidFill>
                <a:schemeClr val="bg1"/>
              </a:solidFill>
              <a:latin typeface="BIZ UDPゴシック" panose="020B0400000000000000" pitchFamily="50" charset="-128"/>
              <a:ea typeface="BIZ UDPゴシック" panose="020B0400000000000000" pitchFamily="50" charset="-128"/>
            </a:endParaRPr>
          </a:p>
          <a:p>
            <a:pPr algn="ctr"/>
            <a:r>
              <a:rPr lang="ja-JP" altLang="en-US" sz="1200" dirty="0">
                <a:solidFill>
                  <a:schemeClr val="bg1"/>
                </a:solidFill>
                <a:latin typeface="BIZ UDPゴシック" panose="020B0400000000000000" pitchFamily="50" charset="-128"/>
                <a:ea typeface="BIZ UDPゴシック" panose="020B0400000000000000" pitchFamily="50" charset="-128"/>
              </a:rPr>
              <a:t>サマリー</a:t>
            </a:r>
            <a:endParaRPr lang="en-US" altLang="ja-JP" sz="1200" dirty="0">
              <a:solidFill>
                <a:schemeClr val="bg1"/>
              </a:solidFill>
              <a:latin typeface="BIZ UDPゴシック" panose="020B0400000000000000" pitchFamily="50" charset="-128"/>
              <a:ea typeface="BIZ UDPゴシック" panose="020B0400000000000000" pitchFamily="50" charset="-128"/>
            </a:endParaRPr>
          </a:p>
        </p:txBody>
      </p:sp>
      <p:cxnSp>
        <p:nvCxnSpPr>
          <p:cNvPr id="20" name="コネクタ: カギ線 19">
            <a:extLst>
              <a:ext uri="{FF2B5EF4-FFF2-40B4-BE49-F238E27FC236}">
                <a16:creationId xmlns:a16="http://schemas.microsoft.com/office/drawing/2014/main" id="{555D45B0-FD23-BCE0-855B-416EBA0F8A06}"/>
              </a:ext>
            </a:extLst>
          </p:cNvPr>
          <p:cNvCxnSpPr>
            <a:cxnSpLocks/>
            <a:stCxn id="10" idx="2"/>
            <a:endCxn id="15" idx="0"/>
          </p:cNvCxnSpPr>
          <p:nvPr/>
        </p:nvCxnSpPr>
        <p:spPr>
          <a:xfrm rot="16200000" flipH="1">
            <a:off x="2392662" y="869142"/>
            <a:ext cx="682895" cy="2176106"/>
          </a:xfrm>
          <a:prstGeom prst="bentConnector3">
            <a:avLst>
              <a:gd name="adj1" fmla="val 50000"/>
            </a:avLst>
          </a:prstGeom>
          <a:ln w="12700">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21" name="コネクタ: カギ線 20">
            <a:extLst>
              <a:ext uri="{FF2B5EF4-FFF2-40B4-BE49-F238E27FC236}">
                <a16:creationId xmlns:a16="http://schemas.microsoft.com/office/drawing/2014/main" id="{44A7E9D6-01D4-FB8E-94D3-F4E52CF2874F}"/>
              </a:ext>
            </a:extLst>
          </p:cNvPr>
          <p:cNvCxnSpPr>
            <a:cxnSpLocks/>
            <a:stCxn id="14" idx="2"/>
            <a:endCxn id="19" idx="1"/>
          </p:cNvCxnSpPr>
          <p:nvPr/>
        </p:nvCxnSpPr>
        <p:spPr>
          <a:xfrm rot="16200000" flipH="1">
            <a:off x="1425768" y="2851339"/>
            <a:ext cx="687086" cy="246510"/>
          </a:xfrm>
          <a:prstGeom prst="bentConnector2">
            <a:avLst/>
          </a:prstGeom>
          <a:ln w="12700">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sp>
        <p:nvSpPr>
          <p:cNvPr id="22" name="正方形/長方形 21">
            <a:extLst>
              <a:ext uri="{FF2B5EF4-FFF2-40B4-BE49-F238E27FC236}">
                <a16:creationId xmlns:a16="http://schemas.microsoft.com/office/drawing/2014/main" id="{1E54F3A5-EDDB-A9DA-BBAE-98953CE7B254}"/>
              </a:ext>
            </a:extLst>
          </p:cNvPr>
          <p:cNvSpPr/>
          <p:nvPr/>
        </p:nvSpPr>
        <p:spPr>
          <a:xfrm>
            <a:off x="1892566" y="3632918"/>
            <a:ext cx="1260209" cy="353510"/>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bg1"/>
                </a:solidFill>
                <a:latin typeface="BIZ UDPゴシック" panose="020B0400000000000000" pitchFamily="50" charset="-128"/>
                <a:ea typeface="BIZ UDPゴシック" panose="020B0400000000000000" pitchFamily="50" charset="-128"/>
              </a:rPr>
              <a:t>計画書・証跡</a:t>
            </a:r>
          </a:p>
        </p:txBody>
      </p:sp>
      <p:sp>
        <p:nvSpPr>
          <p:cNvPr id="23" name="正方形/長方形 22">
            <a:extLst>
              <a:ext uri="{FF2B5EF4-FFF2-40B4-BE49-F238E27FC236}">
                <a16:creationId xmlns:a16="http://schemas.microsoft.com/office/drawing/2014/main" id="{ECEF557E-7F3B-BFBD-A74F-73B7A58714C0}"/>
              </a:ext>
            </a:extLst>
          </p:cNvPr>
          <p:cNvSpPr/>
          <p:nvPr/>
        </p:nvSpPr>
        <p:spPr>
          <a:xfrm>
            <a:off x="1892566" y="4121856"/>
            <a:ext cx="1260209" cy="353510"/>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bg1"/>
                </a:solidFill>
                <a:latin typeface="BIZ UDPゴシック" panose="020B0400000000000000" pitchFamily="50" charset="-128"/>
                <a:ea typeface="BIZ UDPゴシック" panose="020B0400000000000000" pitchFamily="50" charset="-128"/>
              </a:rPr>
              <a:t>ヒアリング</a:t>
            </a:r>
            <a:endParaRPr lang="en-US" altLang="ja-JP" sz="1200" dirty="0">
              <a:solidFill>
                <a:schemeClr val="bg1"/>
              </a:solidFill>
              <a:latin typeface="BIZ UDPゴシック" panose="020B0400000000000000" pitchFamily="50" charset="-128"/>
              <a:ea typeface="BIZ UDPゴシック" panose="020B0400000000000000" pitchFamily="50" charset="-128"/>
            </a:endParaRPr>
          </a:p>
          <a:p>
            <a:pPr algn="ctr"/>
            <a:r>
              <a:rPr lang="ja-JP" altLang="en-US" sz="1200" dirty="0">
                <a:solidFill>
                  <a:schemeClr val="bg1"/>
                </a:solidFill>
                <a:latin typeface="BIZ UDPゴシック" panose="020B0400000000000000" pitchFamily="50" charset="-128"/>
                <a:ea typeface="BIZ UDPゴシック" panose="020B0400000000000000" pitchFamily="50" charset="-128"/>
              </a:rPr>
              <a:t>シート</a:t>
            </a:r>
          </a:p>
        </p:txBody>
      </p:sp>
      <p:sp>
        <p:nvSpPr>
          <p:cNvPr id="24" name="正方形/長方形 23">
            <a:extLst>
              <a:ext uri="{FF2B5EF4-FFF2-40B4-BE49-F238E27FC236}">
                <a16:creationId xmlns:a16="http://schemas.microsoft.com/office/drawing/2014/main" id="{1C0623BB-4931-798D-66AC-7E0AB3B1B052}"/>
              </a:ext>
            </a:extLst>
          </p:cNvPr>
          <p:cNvSpPr/>
          <p:nvPr/>
        </p:nvSpPr>
        <p:spPr>
          <a:xfrm>
            <a:off x="4126611" y="3141382"/>
            <a:ext cx="1260209" cy="353510"/>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bg1"/>
                </a:solidFill>
                <a:latin typeface="BIZ UDPゴシック" panose="020B0400000000000000" pitchFamily="50" charset="-128"/>
                <a:ea typeface="BIZ UDPゴシック" panose="020B0400000000000000" pitchFamily="50" charset="-128"/>
              </a:rPr>
              <a:t>システム要求</a:t>
            </a:r>
            <a:endParaRPr lang="en-US" altLang="ja-JP" sz="1200" dirty="0">
              <a:solidFill>
                <a:schemeClr val="bg1"/>
              </a:solidFill>
              <a:latin typeface="BIZ UDPゴシック" panose="020B0400000000000000" pitchFamily="50" charset="-128"/>
              <a:ea typeface="BIZ UDPゴシック" panose="020B0400000000000000" pitchFamily="50" charset="-128"/>
            </a:endParaRPr>
          </a:p>
        </p:txBody>
      </p:sp>
      <p:sp>
        <p:nvSpPr>
          <p:cNvPr id="25" name="正方形/長方形 24">
            <a:extLst>
              <a:ext uri="{FF2B5EF4-FFF2-40B4-BE49-F238E27FC236}">
                <a16:creationId xmlns:a16="http://schemas.microsoft.com/office/drawing/2014/main" id="{E71B4F4A-DAD7-5758-3878-92BA52F2B249}"/>
              </a:ext>
            </a:extLst>
          </p:cNvPr>
          <p:cNvSpPr/>
          <p:nvPr/>
        </p:nvSpPr>
        <p:spPr>
          <a:xfrm>
            <a:off x="4126611" y="3632918"/>
            <a:ext cx="1260209" cy="353510"/>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bg1"/>
                </a:solidFill>
                <a:latin typeface="BIZ UDPゴシック" panose="020B0400000000000000" pitchFamily="50" charset="-128"/>
                <a:ea typeface="BIZ UDPゴシック" panose="020B0400000000000000" pitchFamily="50" charset="-128"/>
              </a:rPr>
              <a:t>ソフトウェア</a:t>
            </a:r>
            <a:endParaRPr lang="en-US" altLang="ja-JP" sz="1200" dirty="0">
              <a:solidFill>
                <a:schemeClr val="bg1"/>
              </a:solidFill>
              <a:latin typeface="BIZ UDPゴシック" panose="020B0400000000000000" pitchFamily="50" charset="-128"/>
              <a:ea typeface="BIZ UDPゴシック" panose="020B0400000000000000" pitchFamily="50" charset="-128"/>
            </a:endParaRPr>
          </a:p>
          <a:p>
            <a:pPr algn="ctr"/>
            <a:r>
              <a:rPr lang="ja-JP" altLang="en-US" sz="1200" dirty="0">
                <a:solidFill>
                  <a:schemeClr val="bg1"/>
                </a:solidFill>
                <a:latin typeface="BIZ UDPゴシック" panose="020B0400000000000000" pitchFamily="50" charset="-128"/>
                <a:ea typeface="BIZ UDPゴシック" panose="020B0400000000000000" pitchFamily="50" charset="-128"/>
              </a:rPr>
              <a:t>要求</a:t>
            </a:r>
          </a:p>
        </p:txBody>
      </p:sp>
      <p:sp>
        <p:nvSpPr>
          <p:cNvPr id="26" name="正方形/長方形 25">
            <a:extLst>
              <a:ext uri="{FF2B5EF4-FFF2-40B4-BE49-F238E27FC236}">
                <a16:creationId xmlns:a16="http://schemas.microsoft.com/office/drawing/2014/main" id="{C1F42B0F-73E8-8EFB-BBC8-8322D820EB62}"/>
              </a:ext>
            </a:extLst>
          </p:cNvPr>
          <p:cNvSpPr/>
          <p:nvPr/>
        </p:nvSpPr>
        <p:spPr>
          <a:xfrm>
            <a:off x="4126611" y="4121856"/>
            <a:ext cx="1260209" cy="353510"/>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bg1"/>
                </a:solidFill>
                <a:latin typeface="BIZ UDPゴシック" panose="020B0400000000000000" pitchFamily="50" charset="-128"/>
                <a:ea typeface="BIZ UDPゴシック" panose="020B0400000000000000" pitchFamily="50" charset="-128"/>
              </a:rPr>
              <a:t>機能要件</a:t>
            </a:r>
          </a:p>
        </p:txBody>
      </p:sp>
      <p:sp>
        <p:nvSpPr>
          <p:cNvPr id="27" name="正方形/長方形 26">
            <a:extLst>
              <a:ext uri="{FF2B5EF4-FFF2-40B4-BE49-F238E27FC236}">
                <a16:creationId xmlns:a16="http://schemas.microsoft.com/office/drawing/2014/main" id="{4601D094-98E1-2B08-738B-6D513621A5CD}"/>
              </a:ext>
            </a:extLst>
          </p:cNvPr>
          <p:cNvSpPr/>
          <p:nvPr/>
        </p:nvSpPr>
        <p:spPr>
          <a:xfrm>
            <a:off x="6320232" y="3146858"/>
            <a:ext cx="1260209" cy="353510"/>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bg1"/>
                </a:solidFill>
                <a:latin typeface="BIZ UDPゴシック" panose="020B0400000000000000" pitchFamily="50" charset="-128"/>
                <a:ea typeface="BIZ UDPゴシック" panose="020B0400000000000000" pitchFamily="50" charset="-128"/>
              </a:rPr>
              <a:t>アーキテクチャ</a:t>
            </a:r>
            <a:endParaRPr lang="en-US" altLang="ja-JP" sz="1200" dirty="0">
              <a:solidFill>
                <a:schemeClr val="bg1"/>
              </a:solidFill>
              <a:latin typeface="BIZ UDPゴシック" panose="020B0400000000000000" pitchFamily="50" charset="-128"/>
              <a:ea typeface="BIZ UDPゴシック" panose="020B0400000000000000" pitchFamily="50" charset="-128"/>
            </a:endParaRPr>
          </a:p>
        </p:txBody>
      </p:sp>
      <p:sp>
        <p:nvSpPr>
          <p:cNvPr id="28" name="正方形/長方形 27">
            <a:extLst>
              <a:ext uri="{FF2B5EF4-FFF2-40B4-BE49-F238E27FC236}">
                <a16:creationId xmlns:a16="http://schemas.microsoft.com/office/drawing/2014/main" id="{858E4B80-D358-C2A4-4743-E11242BDF048}"/>
              </a:ext>
            </a:extLst>
          </p:cNvPr>
          <p:cNvSpPr/>
          <p:nvPr/>
        </p:nvSpPr>
        <p:spPr>
          <a:xfrm>
            <a:off x="6320232" y="3638394"/>
            <a:ext cx="1260209" cy="353510"/>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bg1"/>
                </a:solidFill>
                <a:latin typeface="BIZ UDPゴシック" panose="020B0400000000000000" pitchFamily="50" charset="-128"/>
                <a:ea typeface="BIZ UDPゴシック" panose="020B0400000000000000" pitchFamily="50" charset="-128"/>
              </a:rPr>
              <a:t>ソフトウェア</a:t>
            </a:r>
            <a:endParaRPr lang="en-US" altLang="ja-JP" sz="1200" dirty="0">
              <a:solidFill>
                <a:schemeClr val="bg1"/>
              </a:solidFill>
              <a:latin typeface="BIZ UDPゴシック" panose="020B0400000000000000" pitchFamily="50" charset="-128"/>
              <a:ea typeface="BIZ UDPゴシック" panose="020B0400000000000000" pitchFamily="50" charset="-128"/>
            </a:endParaRPr>
          </a:p>
          <a:p>
            <a:pPr algn="ctr"/>
            <a:r>
              <a:rPr lang="ja-JP" altLang="en-US" sz="1200" dirty="0">
                <a:solidFill>
                  <a:schemeClr val="bg1"/>
                </a:solidFill>
                <a:latin typeface="BIZ UDPゴシック" panose="020B0400000000000000" pitchFamily="50" charset="-128"/>
                <a:ea typeface="BIZ UDPゴシック" panose="020B0400000000000000" pitchFamily="50" charset="-128"/>
              </a:rPr>
              <a:t>要求</a:t>
            </a:r>
          </a:p>
        </p:txBody>
      </p:sp>
      <p:sp>
        <p:nvSpPr>
          <p:cNvPr id="29" name="正方形/長方形 28">
            <a:extLst>
              <a:ext uri="{FF2B5EF4-FFF2-40B4-BE49-F238E27FC236}">
                <a16:creationId xmlns:a16="http://schemas.microsoft.com/office/drawing/2014/main" id="{63763177-CE6D-3414-0A69-9273C8BF3528}"/>
              </a:ext>
            </a:extLst>
          </p:cNvPr>
          <p:cNvSpPr/>
          <p:nvPr/>
        </p:nvSpPr>
        <p:spPr>
          <a:xfrm>
            <a:off x="6320232" y="4127332"/>
            <a:ext cx="1260209" cy="353510"/>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bg1"/>
                </a:solidFill>
                <a:latin typeface="BIZ UDPゴシック" panose="020B0400000000000000" pitchFamily="50" charset="-128"/>
                <a:ea typeface="BIZ UDPゴシック" panose="020B0400000000000000" pitchFamily="50" charset="-128"/>
              </a:rPr>
              <a:t>インタフェース</a:t>
            </a:r>
            <a:endParaRPr lang="en-US" altLang="ja-JP" sz="1200" dirty="0">
              <a:solidFill>
                <a:schemeClr val="bg1"/>
              </a:solidFill>
              <a:latin typeface="BIZ UDPゴシック" panose="020B0400000000000000" pitchFamily="50" charset="-128"/>
              <a:ea typeface="BIZ UDPゴシック" panose="020B0400000000000000" pitchFamily="50" charset="-128"/>
            </a:endParaRPr>
          </a:p>
          <a:p>
            <a:pPr algn="ctr"/>
            <a:r>
              <a:rPr lang="ja-JP" altLang="en-US" sz="1200" dirty="0">
                <a:solidFill>
                  <a:schemeClr val="bg1"/>
                </a:solidFill>
                <a:latin typeface="BIZ UDPゴシック" panose="020B0400000000000000" pitchFamily="50" charset="-128"/>
                <a:ea typeface="BIZ UDPゴシック" panose="020B0400000000000000" pitchFamily="50" charset="-128"/>
              </a:rPr>
              <a:t>仕様</a:t>
            </a:r>
          </a:p>
        </p:txBody>
      </p:sp>
      <p:sp>
        <p:nvSpPr>
          <p:cNvPr id="30" name="正方形/長方形 29">
            <a:extLst>
              <a:ext uri="{FF2B5EF4-FFF2-40B4-BE49-F238E27FC236}">
                <a16:creationId xmlns:a16="http://schemas.microsoft.com/office/drawing/2014/main" id="{D36C2E9C-2A91-D4FF-6FE1-5FF3576492D9}"/>
              </a:ext>
            </a:extLst>
          </p:cNvPr>
          <p:cNvSpPr/>
          <p:nvPr/>
        </p:nvSpPr>
        <p:spPr>
          <a:xfrm>
            <a:off x="8513853" y="3146675"/>
            <a:ext cx="1260209" cy="353510"/>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bg1"/>
                </a:solidFill>
                <a:latin typeface="BIZ UDPゴシック" panose="020B0400000000000000" pitchFamily="50" charset="-128"/>
                <a:ea typeface="BIZ UDPゴシック" panose="020B0400000000000000" pitchFamily="50" charset="-128"/>
              </a:rPr>
              <a:t>開発環境</a:t>
            </a:r>
            <a:endParaRPr lang="en-US" altLang="ja-JP" sz="1200" dirty="0">
              <a:solidFill>
                <a:schemeClr val="bg1"/>
              </a:solidFill>
              <a:latin typeface="BIZ UDPゴシック" panose="020B0400000000000000" pitchFamily="50" charset="-128"/>
              <a:ea typeface="BIZ UDPゴシック" panose="020B0400000000000000" pitchFamily="50" charset="-128"/>
            </a:endParaRPr>
          </a:p>
        </p:txBody>
      </p:sp>
      <p:sp>
        <p:nvSpPr>
          <p:cNvPr id="31" name="正方形/長方形 30">
            <a:extLst>
              <a:ext uri="{FF2B5EF4-FFF2-40B4-BE49-F238E27FC236}">
                <a16:creationId xmlns:a16="http://schemas.microsoft.com/office/drawing/2014/main" id="{A616261F-87EF-75CD-A39E-824E29F0D925}"/>
              </a:ext>
            </a:extLst>
          </p:cNvPr>
          <p:cNvSpPr/>
          <p:nvPr/>
        </p:nvSpPr>
        <p:spPr>
          <a:xfrm>
            <a:off x="8513853" y="3638211"/>
            <a:ext cx="1260209" cy="353510"/>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bg1"/>
                </a:solidFill>
                <a:latin typeface="BIZ UDPゴシック" panose="020B0400000000000000" pitchFamily="50" charset="-128"/>
                <a:ea typeface="BIZ UDPゴシック" panose="020B0400000000000000" pitchFamily="50" charset="-128"/>
              </a:rPr>
              <a:t>ソースコード</a:t>
            </a:r>
          </a:p>
        </p:txBody>
      </p:sp>
      <p:sp>
        <p:nvSpPr>
          <p:cNvPr id="32" name="正方形/長方形 31">
            <a:extLst>
              <a:ext uri="{FF2B5EF4-FFF2-40B4-BE49-F238E27FC236}">
                <a16:creationId xmlns:a16="http://schemas.microsoft.com/office/drawing/2014/main" id="{0123EA15-64B1-9C8A-511B-36C2C53B5292}"/>
              </a:ext>
            </a:extLst>
          </p:cNvPr>
          <p:cNvSpPr/>
          <p:nvPr/>
        </p:nvSpPr>
        <p:spPr>
          <a:xfrm>
            <a:off x="8513853" y="4127149"/>
            <a:ext cx="1260209" cy="353510"/>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bg1"/>
                </a:solidFill>
                <a:latin typeface="BIZ UDPゴシック" panose="020B0400000000000000" pitchFamily="50" charset="-128"/>
                <a:ea typeface="BIZ UDPゴシック" panose="020B0400000000000000" pitchFamily="50" charset="-128"/>
              </a:rPr>
              <a:t>静的解析</a:t>
            </a:r>
            <a:endParaRPr lang="en-US" altLang="ja-JP" sz="1200" dirty="0">
              <a:solidFill>
                <a:schemeClr val="bg1"/>
              </a:solidFill>
              <a:latin typeface="BIZ UDPゴシック" panose="020B0400000000000000" pitchFamily="50" charset="-128"/>
              <a:ea typeface="BIZ UDPゴシック" panose="020B0400000000000000" pitchFamily="50" charset="-128"/>
            </a:endParaRPr>
          </a:p>
        </p:txBody>
      </p:sp>
      <p:sp>
        <p:nvSpPr>
          <p:cNvPr id="33" name="正方形/長方形 32">
            <a:extLst>
              <a:ext uri="{FF2B5EF4-FFF2-40B4-BE49-F238E27FC236}">
                <a16:creationId xmlns:a16="http://schemas.microsoft.com/office/drawing/2014/main" id="{101E2625-8F48-C72E-7AA0-8D5AF4FDDEC9}"/>
              </a:ext>
            </a:extLst>
          </p:cNvPr>
          <p:cNvSpPr/>
          <p:nvPr/>
        </p:nvSpPr>
        <p:spPr>
          <a:xfrm>
            <a:off x="10689958" y="3145934"/>
            <a:ext cx="1260209" cy="353510"/>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bg1"/>
                </a:solidFill>
                <a:latin typeface="BIZ UDPゴシック" panose="020B0400000000000000" pitchFamily="50" charset="-128"/>
                <a:ea typeface="BIZ UDPゴシック" panose="020B0400000000000000" pitchFamily="50" charset="-128"/>
              </a:rPr>
              <a:t>テストケース</a:t>
            </a:r>
            <a:endParaRPr lang="en-US" altLang="ja-JP" sz="1200" dirty="0">
              <a:solidFill>
                <a:schemeClr val="bg1"/>
              </a:solidFill>
              <a:latin typeface="BIZ UDPゴシック" panose="020B0400000000000000" pitchFamily="50" charset="-128"/>
              <a:ea typeface="BIZ UDPゴシック" panose="020B0400000000000000" pitchFamily="50" charset="-128"/>
            </a:endParaRPr>
          </a:p>
        </p:txBody>
      </p:sp>
      <p:sp>
        <p:nvSpPr>
          <p:cNvPr id="34" name="正方形/長方形 33">
            <a:extLst>
              <a:ext uri="{FF2B5EF4-FFF2-40B4-BE49-F238E27FC236}">
                <a16:creationId xmlns:a16="http://schemas.microsoft.com/office/drawing/2014/main" id="{239F2BB8-A798-C1A6-A55B-140DAD7BCB43}"/>
              </a:ext>
            </a:extLst>
          </p:cNvPr>
          <p:cNvSpPr/>
          <p:nvPr/>
        </p:nvSpPr>
        <p:spPr>
          <a:xfrm>
            <a:off x="10689958" y="3637470"/>
            <a:ext cx="1260209" cy="353510"/>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bg1"/>
                </a:solidFill>
                <a:latin typeface="BIZ UDPゴシック" panose="020B0400000000000000" pitchFamily="50" charset="-128"/>
                <a:ea typeface="BIZ UDPゴシック" panose="020B0400000000000000" pitchFamily="50" charset="-128"/>
              </a:rPr>
              <a:t>成績書</a:t>
            </a:r>
          </a:p>
        </p:txBody>
      </p:sp>
      <p:sp>
        <p:nvSpPr>
          <p:cNvPr id="35" name="正方形/長方形 34">
            <a:extLst>
              <a:ext uri="{FF2B5EF4-FFF2-40B4-BE49-F238E27FC236}">
                <a16:creationId xmlns:a16="http://schemas.microsoft.com/office/drawing/2014/main" id="{DE5568A7-8502-C100-885F-B712B41F1CA3}"/>
              </a:ext>
            </a:extLst>
          </p:cNvPr>
          <p:cNvSpPr/>
          <p:nvPr/>
        </p:nvSpPr>
        <p:spPr>
          <a:xfrm>
            <a:off x="10689958" y="4126408"/>
            <a:ext cx="1260209" cy="353510"/>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bg1"/>
                </a:solidFill>
                <a:latin typeface="BIZ UDPゴシック" panose="020B0400000000000000" pitchFamily="50" charset="-128"/>
                <a:ea typeface="BIZ UDPゴシック" panose="020B0400000000000000" pitchFamily="50" charset="-128"/>
              </a:rPr>
              <a:t>手順書</a:t>
            </a:r>
            <a:endParaRPr lang="en-US" altLang="ja-JP" sz="1200" dirty="0">
              <a:solidFill>
                <a:schemeClr val="bg1"/>
              </a:solidFill>
              <a:latin typeface="BIZ UDPゴシック" panose="020B0400000000000000" pitchFamily="50" charset="-128"/>
              <a:ea typeface="BIZ UDPゴシック" panose="020B0400000000000000" pitchFamily="50" charset="-128"/>
            </a:endParaRPr>
          </a:p>
        </p:txBody>
      </p:sp>
      <p:sp>
        <p:nvSpPr>
          <p:cNvPr id="36" name="正方形/長方形 35">
            <a:extLst>
              <a:ext uri="{FF2B5EF4-FFF2-40B4-BE49-F238E27FC236}">
                <a16:creationId xmlns:a16="http://schemas.microsoft.com/office/drawing/2014/main" id="{AE2F5910-9A09-0EA7-5AC1-51F3021A478C}"/>
              </a:ext>
            </a:extLst>
          </p:cNvPr>
          <p:cNvSpPr/>
          <p:nvPr/>
        </p:nvSpPr>
        <p:spPr>
          <a:xfrm>
            <a:off x="1892566" y="4599528"/>
            <a:ext cx="1260209" cy="353510"/>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bg1"/>
                </a:solidFill>
                <a:latin typeface="BIZ UDPゴシック" panose="020B0400000000000000" pitchFamily="50" charset="-128"/>
                <a:ea typeface="BIZ UDPゴシック" panose="020B0400000000000000" pitchFamily="50" charset="-128"/>
              </a:rPr>
              <a:t>構成管理</a:t>
            </a:r>
          </a:p>
        </p:txBody>
      </p:sp>
      <p:sp>
        <p:nvSpPr>
          <p:cNvPr id="37" name="正方形/長方形 36">
            <a:extLst>
              <a:ext uri="{FF2B5EF4-FFF2-40B4-BE49-F238E27FC236}">
                <a16:creationId xmlns:a16="http://schemas.microsoft.com/office/drawing/2014/main" id="{78C46EF5-1965-C52A-1A10-116B46BCFD5A}"/>
              </a:ext>
            </a:extLst>
          </p:cNvPr>
          <p:cNvSpPr/>
          <p:nvPr/>
        </p:nvSpPr>
        <p:spPr>
          <a:xfrm>
            <a:off x="1892566" y="5088466"/>
            <a:ext cx="1260209" cy="353510"/>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bg1"/>
                </a:solidFill>
                <a:latin typeface="BIZ UDPゴシック" panose="020B0400000000000000" pitchFamily="50" charset="-128"/>
                <a:ea typeface="BIZ UDPゴシック" panose="020B0400000000000000" pitchFamily="50" charset="-128"/>
              </a:rPr>
              <a:t>課題ログ</a:t>
            </a:r>
          </a:p>
        </p:txBody>
      </p:sp>
      <p:sp>
        <p:nvSpPr>
          <p:cNvPr id="38" name="正方形/長方形 37">
            <a:extLst>
              <a:ext uri="{FF2B5EF4-FFF2-40B4-BE49-F238E27FC236}">
                <a16:creationId xmlns:a16="http://schemas.microsoft.com/office/drawing/2014/main" id="{84893CC7-3DFF-C6DB-E4AE-DEB2B7399124}"/>
              </a:ext>
            </a:extLst>
          </p:cNvPr>
          <p:cNvSpPr/>
          <p:nvPr/>
        </p:nvSpPr>
        <p:spPr>
          <a:xfrm>
            <a:off x="4126611" y="4599528"/>
            <a:ext cx="1260209" cy="353510"/>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bg1"/>
                </a:solidFill>
                <a:latin typeface="BIZ UDPゴシック" panose="020B0400000000000000" pitchFamily="50" charset="-128"/>
                <a:ea typeface="BIZ UDPゴシック" panose="020B0400000000000000" pitchFamily="50" charset="-128"/>
              </a:rPr>
              <a:t>性能要件</a:t>
            </a:r>
          </a:p>
        </p:txBody>
      </p:sp>
      <p:sp>
        <p:nvSpPr>
          <p:cNvPr id="39" name="正方形/長方形 38">
            <a:extLst>
              <a:ext uri="{FF2B5EF4-FFF2-40B4-BE49-F238E27FC236}">
                <a16:creationId xmlns:a16="http://schemas.microsoft.com/office/drawing/2014/main" id="{94038B48-D928-0A52-F35A-AD9F4C7B477C}"/>
              </a:ext>
            </a:extLst>
          </p:cNvPr>
          <p:cNvSpPr/>
          <p:nvPr/>
        </p:nvSpPr>
        <p:spPr>
          <a:xfrm>
            <a:off x="4126611" y="5088466"/>
            <a:ext cx="1260209" cy="353510"/>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bg1"/>
                </a:solidFill>
                <a:latin typeface="BIZ UDPゴシック" panose="020B0400000000000000" pitchFamily="50" charset="-128"/>
                <a:ea typeface="BIZ UDPゴシック" panose="020B0400000000000000" pitchFamily="50" charset="-128"/>
              </a:rPr>
              <a:t>ヒアリング</a:t>
            </a:r>
            <a:endParaRPr lang="en-US" altLang="ja-JP" sz="1200" dirty="0">
              <a:solidFill>
                <a:schemeClr val="bg1"/>
              </a:solidFill>
              <a:latin typeface="BIZ UDPゴシック" panose="020B0400000000000000" pitchFamily="50" charset="-128"/>
              <a:ea typeface="BIZ UDPゴシック" panose="020B0400000000000000" pitchFamily="50" charset="-128"/>
            </a:endParaRPr>
          </a:p>
          <a:p>
            <a:pPr algn="ctr"/>
            <a:r>
              <a:rPr lang="ja-JP" altLang="en-US" sz="1200" dirty="0">
                <a:solidFill>
                  <a:schemeClr val="bg1"/>
                </a:solidFill>
                <a:latin typeface="BIZ UDPゴシック" panose="020B0400000000000000" pitchFamily="50" charset="-128"/>
                <a:ea typeface="BIZ UDPゴシック" panose="020B0400000000000000" pitchFamily="50" charset="-128"/>
              </a:rPr>
              <a:t>シート</a:t>
            </a:r>
          </a:p>
        </p:txBody>
      </p:sp>
      <p:sp>
        <p:nvSpPr>
          <p:cNvPr id="40" name="正方形/長方形 39">
            <a:extLst>
              <a:ext uri="{FF2B5EF4-FFF2-40B4-BE49-F238E27FC236}">
                <a16:creationId xmlns:a16="http://schemas.microsoft.com/office/drawing/2014/main" id="{1F01ADE3-6125-D8DE-F393-F998A9438510}"/>
              </a:ext>
            </a:extLst>
          </p:cNvPr>
          <p:cNvSpPr/>
          <p:nvPr/>
        </p:nvSpPr>
        <p:spPr>
          <a:xfrm>
            <a:off x="6320232" y="4605004"/>
            <a:ext cx="1260209" cy="353510"/>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bg1"/>
                </a:solidFill>
                <a:latin typeface="BIZ UDPゴシック" panose="020B0400000000000000" pitchFamily="50" charset="-128"/>
                <a:ea typeface="BIZ UDPゴシック" panose="020B0400000000000000" pitchFamily="50" charset="-128"/>
              </a:rPr>
              <a:t>状態遷移</a:t>
            </a:r>
          </a:p>
        </p:txBody>
      </p:sp>
      <p:sp>
        <p:nvSpPr>
          <p:cNvPr id="41" name="正方形/長方形 40">
            <a:extLst>
              <a:ext uri="{FF2B5EF4-FFF2-40B4-BE49-F238E27FC236}">
                <a16:creationId xmlns:a16="http://schemas.microsoft.com/office/drawing/2014/main" id="{2D5D92D6-297A-105D-98C0-3165413D063A}"/>
              </a:ext>
            </a:extLst>
          </p:cNvPr>
          <p:cNvSpPr/>
          <p:nvPr/>
        </p:nvSpPr>
        <p:spPr>
          <a:xfrm>
            <a:off x="6320232" y="5093942"/>
            <a:ext cx="1260209" cy="353510"/>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bg1"/>
                </a:solidFill>
                <a:latin typeface="BIZ UDPゴシック" panose="020B0400000000000000" pitchFamily="50" charset="-128"/>
                <a:ea typeface="BIZ UDPゴシック" panose="020B0400000000000000" pitchFamily="50" charset="-128"/>
              </a:rPr>
              <a:t>ロジック設計</a:t>
            </a:r>
          </a:p>
        </p:txBody>
      </p:sp>
      <p:sp>
        <p:nvSpPr>
          <p:cNvPr id="42" name="正方形/長方形 41">
            <a:extLst>
              <a:ext uri="{FF2B5EF4-FFF2-40B4-BE49-F238E27FC236}">
                <a16:creationId xmlns:a16="http://schemas.microsoft.com/office/drawing/2014/main" id="{663BDCE7-FC8E-EDEF-04CB-3850F14E739E}"/>
              </a:ext>
            </a:extLst>
          </p:cNvPr>
          <p:cNvSpPr/>
          <p:nvPr/>
        </p:nvSpPr>
        <p:spPr>
          <a:xfrm>
            <a:off x="8513853" y="4604821"/>
            <a:ext cx="1260209" cy="353510"/>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bg1"/>
                </a:solidFill>
                <a:latin typeface="BIZ UDPゴシック" panose="020B0400000000000000" pitchFamily="50" charset="-128"/>
                <a:ea typeface="BIZ UDPゴシック" panose="020B0400000000000000" pitchFamily="50" charset="-128"/>
              </a:rPr>
              <a:t>コーディング</a:t>
            </a:r>
            <a:endParaRPr lang="en-US" altLang="ja-JP" sz="1200" dirty="0">
              <a:solidFill>
                <a:schemeClr val="bg1"/>
              </a:solidFill>
              <a:latin typeface="BIZ UDPゴシック" panose="020B0400000000000000" pitchFamily="50" charset="-128"/>
              <a:ea typeface="BIZ UDPゴシック" panose="020B0400000000000000" pitchFamily="50" charset="-128"/>
            </a:endParaRPr>
          </a:p>
          <a:p>
            <a:pPr algn="ctr"/>
            <a:r>
              <a:rPr lang="ja-JP" altLang="en-US" sz="1200" dirty="0">
                <a:solidFill>
                  <a:schemeClr val="bg1"/>
                </a:solidFill>
                <a:latin typeface="BIZ UDPゴシック" panose="020B0400000000000000" pitchFamily="50" charset="-128"/>
                <a:ea typeface="BIZ UDPゴシック" panose="020B0400000000000000" pitchFamily="50" charset="-128"/>
              </a:rPr>
              <a:t>ルール</a:t>
            </a:r>
            <a:endParaRPr lang="en-US" altLang="ja-JP" sz="1200" dirty="0">
              <a:solidFill>
                <a:schemeClr val="bg1"/>
              </a:solidFill>
              <a:latin typeface="BIZ UDPゴシック" panose="020B0400000000000000" pitchFamily="50" charset="-128"/>
              <a:ea typeface="BIZ UDPゴシック" panose="020B0400000000000000" pitchFamily="50" charset="-128"/>
            </a:endParaRPr>
          </a:p>
        </p:txBody>
      </p:sp>
      <p:sp>
        <p:nvSpPr>
          <p:cNvPr id="43" name="正方形/長方形 42">
            <a:extLst>
              <a:ext uri="{FF2B5EF4-FFF2-40B4-BE49-F238E27FC236}">
                <a16:creationId xmlns:a16="http://schemas.microsoft.com/office/drawing/2014/main" id="{B1DC5EB1-3BE8-6D15-D866-FB8DEAA74E40}"/>
              </a:ext>
            </a:extLst>
          </p:cNvPr>
          <p:cNvSpPr/>
          <p:nvPr/>
        </p:nvSpPr>
        <p:spPr>
          <a:xfrm>
            <a:off x="8513853" y="5093759"/>
            <a:ext cx="1260209" cy="353510"/>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bg1"/>
                </a:solidFill>
                <a:latin typeface="BIZ UDPゴシック" panose="020B0400000000000000" pitchFamily="50" charset="-128"/>
                <a:ea typeface="BIZ UDPゴシック" panose="020B0400000000000000" pitchFamily="50" charset="-128"/>
              </a:rPr>
              <a:t>マニュアル</a:t>
            </a:r>
            <a:endParaRPr lang="en-US" altLang="ja-JP" sz="1200" dirty="0">
              <a:solidFill>
                <a:schemeClr val="bg1"/>
              </a:solidFill>
              <a:latin typeface="BIZ UDPゴシック" panose="020B0400000000000000" pitchFamily="50" charset="-128"/>
              <a:ea typeface="BIZ UDPゴシック" panose="020B0400000000000000" pitchFamily="50" charset="-128"/>
            </a:endParaRPr>
          </a:p>
        </p:txBody>
      </p:sp>
      <p:sp>
        <p:nvSpPr>
          <p:cNvPr id="44" name="正方形/長方形 43">
            <a:extLst>
              <a:ext uri="{FF2B5EF4-FFF2-40B4-BE49-F238E27FC236}">
                <a16:creationId xmlns:a16="http://schemas.microsoft.com/office/drawing/2014/main" id="{F9958FE4-461A-209B-5CB3-FC704CEC9F6B}"/>
              </a:ext>
            </a:extLst>
          </p:cNvPr>
          <p:cNvSpPr/>
          <p:nvPr/>
        </p:nvSpPr>
        <p:spPr>
          <a:xfrm>
            <a:off x="10689958" y="4604080"/>
            <a:ext cx="1260209" cy="353510"/>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bg1"/>
                </a:solidFill>
                <a:latin typeface="BIZ UDPゴシック" panose="020B0400000000000000" pitchFamily="50" charset="-128"/>
                <a:ea typeface="BIZ UDPゴシック" panose="020B0400000000000000" pitchFamily="50" charset="-128"/>
              </a:rPr>
              <a:t>品質判定</a:t>
            </a:r>
          </a:p>
        </p:txBody>
      </p:sp>
      <p:sp>
        <p:nvSpPr>
          <p:cNvPr id="45" name="正方形/長方形 44">
            <a:extLst>
              <a:ext uri="{FF2B5EF4-FFF2-40B4-BE49-F238E27FC236}">
                <a16:creationId xmlns:a16="http://schemas.microsoft.com/office/drawing/2014/main" id="{E56BDB69-5553-EC7E-EAD4-C8F0239EF59E}"/>
              </a:ext>
            </a:extLst>
          </p:cNvPr>
          <p:cNvSpPr/>
          <p:nvPr/>
        </p:nvSpPr>
        <p:spPr>
          <a:xfrm>
            <a:off x="10689958" y="5093018"/>
            <a:ext cx="1260209" cy="353510"/>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bg1"/>
                </a:solidFill>
                <a:latin typeface="BIZ UDPゴシック" panose="020B0400000000000000" pitchFamily="50" charset="-128"/>
                <a:ea typeface="BIZ UDPゴシック" panose="020B0400000000000000" pitchFamily="50" charset="-128"/>
              </a:rPr>
              <a:t>マニュアル</a:t>
            </a:r>
            <a:endParaRPr lang="en-US" altLang="ja-JP" sz="1200" dirty="0">
              <a:solidFill>
                <a:schemeClr val="bg1"/>
              </a:solidFill>
              <a:latin typeface="BIZ UDPゴシック" panose="020B0400000000000000" pitchFamily="50" charset="-128"/>
              <a:ea typeface="BIZ UDPゴシック" panose="020B0400000000000000" pitchFamily="50" charset="-128"/>
            </a:endParaRPr>
          </a:p>
        </p:txBody>
      </p:sp>
      <p:cxnSp>
        <p:nvCxnSpPr>
          <p:cNvPr id="46" name="コネクタ: カギ線 45">
            <a:extLst>
              <a:ext uri="{FF2B5EF4-FFF2-40B4-BE49-F238E27FC236}">
                <a16:creationId xmlns:a16="http://schemas.microsoft.com/office/drawing/2014/main" id="{897A13EE-290D-0478-2699-1CF01017EE8D}"/>
              </a:ext>
            </a:extLst>
          </p:cNvPr>
          <p:cNvCxnSpPr>
            <a:cxnSpLocks/>
            <a:stCxn id="15" idx="2"/>
            <a:endCxn id="24" idx="1"/>
          </p:cNvCxnSpPr>
          <p:nvPr/>
        </p:nvCxnSpPr>
        <p:spPr>
          <a:xfrm rot="16200000" flipH="1">
            <a:off x="3641394" y="2832920"/>
            <a:ext cx="665984" cy="304449"/>
          </a:xfrm>
          <a:prstGeom prst="bentConnector2">
            <a:avLst/>
          </a:prstGeom>
          <a:ln w="12700">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47" name="コネクタ: カギ線 46">
            <a:extLst>
              <a:ext uri="{FF2B5EF4-FFF2-40B4-BE49-F238E27FC236}">
                <a16:creationId xmlns:a16="http://schemas.microsoft.com/office/drawing/2014/main" id="{7F00BC30-3574-A44C-9CD5-EF80FF9041A7}"/>
              </a:ext>
            </a:extLst>
          </p:cNvPr>
          <p:cNvCxnSpPr>
            <a:cxnSpLocks/>
            <a:stCxn id="16" idx="2"/>
            <a:endCxn id="27" idx="1"/>
          </p:cNvCxnSpPr>
          <p:nvPr/>
        </p:nvCxnSpPr>
        <p:spPr>
          <a:xfrm rot="16200000" flipH="1">
            <a:off x="5810647" y="2814028"/>
            <a:ext cx="671460" cy="347710"/>
          </a:xfrm>
          <a:prstGeom prst="bentConnector2">
            <a:avLst/>
          </a:prstGeom>
          <a:ln w="12700">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48" name="コネクタ: カギ線 47">
            <a:extLst>
              <a:ext uri="{FF2B5EF4-FFF2-40B4-BE49-F238E27FC236}">
                <a16:creationId xmlns:a16="http://schemas.microsoft.com/office/drawing/2014/main" id="{6D3FEECA-4696-3BAD-26CF-7B7CF3E45721}"/>
              </a:ext>
            </a:extLst>
          </p:cNvPr>
          <p:cNvCxnSpPr>
            <a:cxnSpLocks/>
            <a:stCxn id="17" idx="2"/>
            <a:endCxn id="30" idx="1"/>
          </p:cNvCxnSpPr>
          <p:nvPr/>
        </p:nvCxnSpPr>
        <p:spPr>
          <a:xfrm rot="16200000" flipH="1">
            <a:off x="7982729" y="2792305"/>
            <a:ext cx="671277" cy="390971"/>
          </a:xfrm>
          <a:prstGeom prst="bentConnector2">
            <a:avLst/>
          </a:prstGeom>
          <a:ln w="12700">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49" name="コネクタ: カギ線 48">
            <a:extLst>
              <a:ext uri="{FF2B5EF4-FFF2-40B4-BE49-F238E27FC236}">
                <a16:creationId xmlns:a16="http://schemas.microsoft.com/office/drawing/2014/main" id="{723FFD43-DDF6-6C9D-2F58-796067CAE027}"/>
              </a:ext>
            </a:extLst>
          </p:cNvPr>
          <p:cNvCxnSpPr>
            <a:cxnSpLocks/>
            <a:stCxn id="18" idx="2"/>
            <a:endCxn id="33" idx="1"/>
          </p:cNvCxnSpPr>
          <p:nvPr/>
        </p:nvCxnSpPr>
        <p:spPr>
          <a:xfrm rot="16200000" flipH="1">
            <a:off x="10169591" y="2802322"/>
            <a:ext cx="649764" cy="390970"/>
          </a:xfrm>
          <a:prstGeom prst="bentConnector2">
            <a:avLst/>
          </a:prstGeom>
          <a:ln w="12700">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sp>
        <p:nvSpPr>
          <p:cNvPr id="50" name="テキスト ボックス 49">
            <a:extLst>
              <a:ext uri="{FF2B5EF4-FFF2-40B4-BE49-F238E27FC236}">
                <a16:creationId xmlns:a16="http://schemas.microsoft.com/office/drawing/2014/main" id="{700F6460-92F0-6025-D3DE-C08B664F30B7}"/>
              </a:ext>
            </a:extLst>
          </p:cNvPr>
          <p:cNvSpPr txBox="1"/>
          <p:nvPr/>
        </p:nvSpPr>
        <p:spPr>
          <a:xfrm>
            <a:off x="3194494" y="5727473"/>
            <a:ext cx="2136823" cy="369332"/>
          </a:xfrm>
          <a:prstGeom prst="rect">
            <a:avLst/>
          </a:prstGeom>
          <a:noFill/>
        </p:spPr>
        <p:txBody>
          <a:bodyPr wrap="square" lIns="0" tIns="0" rIns="0" bIns="0" rtlCol="0">
            <a:spAutoFit/>
          </a:bodyPr>
          <a:lstStyle/>
          <a:p>
            <a:r>
              <a:rPr lang="ja-JP" altLang="en-US" sz="1200" dirty="0">
                <a:latin typeface="BIZ UDPゴシック" panose="020B0400000000000000" pitchFamily="50" charset="-128"/>
                <a:ea typeface="BIZ UDPゴシック" panose="020B0400000000000000" pitchFamily="50" charset="-128"/>
              </a:rPr>
              <a:t>説明</a:t>
            </a:r>
            <a:r>
              <a:rPr lang="en-US" altLang="ja-JP" sz="1200" dirty="0">
                <a:latin typeface="BIZ UDPゴシック" panose="020B0400000000000000" pitchFamily="50" charset="-128"/>
                <a:ea typeface="BIZ UDPゴシック" panose="020B0400000000000000" pitchFamily="50" charset="-128"/>
              </a:rPr>
              <a:t>A</a:t>
            </a:r>
          </a:p>
          <a:p>
            <a:pPr marL="171450" indent="-171450">
              <a:buFont typeface="Arial" panose="020B0604020202020204" pitchFamily="34" charset="0"/>
              <a:buChar char="•"/>
            </a:pPr>
            <a:r>
              <a:rPr lang="en-US" altLang="ja-JP" sz="1200" dirty="0" err="1">
                <a:latin typeface="BIZ UDPゴシック" panose="020B0400000000000000" pitchFamily="50" charset="-128"/>
                <a:ea typeface="BIZ UDPゴシック" panose="020B0400000000000000" pitchFamily="50" charset="-128"/>
              </a:rPr>
              <a:t>hogefuga</a:t>
            </a:r>
            <a:endParaRPr lang="en-US" altLang="ja-JP" sz="1200" dirty="0">
              <a:latin typeface="BIZ UDPゴシック" panose="020B0400000000000000" pitchFamily="50" charset="-128"/>
              <a:ea typeface="BIZ UDPゴシック" panose="020B0400000000000000" pitchFamily="50" charset="-128"/>
            </a:endParaRPr>
          </a:p>
        </p:txBody>
      </p:sp>
      <p:sp>
        <p:nvSpPr>
          <p:cNvPr id="51" name="テキスト ボックス 50">
            <a:extLst>
              <a:ext uri="{FF2B5EF4-FFF2-40B4-BE49-F238E27FC236}">
                <a16:creationId xmlns:a16="http://schemas.microsoft.com/office/drawing/2014/main" id="{0E66BCFA-2A5A-AD0E-A9FC-C4F74D87DC7B}"/>
              </a:ext>
            </a:extLst>
          </p:cNvPr>
          <p:cNvSpPr txBox="1"/>
          <p:nvPr/>
        </p:nvSpPr>
        <p:spPr>
          <a:xfrm>
            <a:off x="5467628" y="5718364"/>
            <a:ext cx="2136823" cy="369332"/>
          </a:xfrm>
          <a:prstGeom prst="rect">
            <a:avLst/>
          </a:prstGeom>
          <a:noFill/>
        </p:spPr>
        <p:txBody>
          <a:bodyPr wrap="square" lIns="0" tIns="0" rIns="0" bIns="0" rtlCol="0">
            <a:spAutoFit/>
          </a:bodyPr>
          <a:lstStyle/>
          <a:p>
            <a:r>
              <a:rPr lang="ja-JP" altLang="en-US" sz="1200" dirty="0">
                <a:latin typeface="BIZ UDPゴシック" panose="020B0400000000000000" pitchFamily="50" charset="-128"/>
                <a:ea typeface="BIZ UDPゴシック" panose="020B0400000000000000" pitchFamily="50" charset="-128"/>
              </a:rPr>
              <a:t>説明</a:t>
            </a:r>
            <a:r>
              <a:rPr lang="en-US" altLang="ja-JP" sz="1200" dirty="0">
                <a:latin typeface="BIZ UDPゴシック" panose="020B0400000000000000" pitchFamily="50" charset="-128"/>
                <a:ea typeface="BIZ UDPゴシック" panose="020B0400000000000000" pitchFamily="50" charset="-128"/>
              </a:rPr>
              <a:t>A</a:t>
            </a:r>
          </a:p>
          <a:p>
            <a:pPr marL="171450" indent="-171450">
              <a:buFont typeface="Arial" panose="020B0604020202020204" pitchFamily="34" charset="0"/>
              <a:buChar char="•"/>
            </a:pPr>
            <a:r>
              <a:rPr lang="en-US" altLang="ja-JP" sz="1200" dirty="0" err="1">
                <a:latin typeface="BIZ UDPゴシック" panose="020B0400000000000000" pitchFamily="50" charset="-128"/>
                <a:ea typeface="BIZ UDPゴシック" panose="020B0400000000000000" pitchFamily="50" charset="-128"/>
              </a:rPr>
              <a:t>hogefuga</a:t>
            </a:r>
            <a:endParaRPr lang="en-US" altLang="ja-JP" sz="1200" dirty="0">
              <a:latin typeface="BIZ UDPゴシック" panose="020B0400000000000000" pitchFamily="50" charset="-128"/>
              <a:ea typeface="BIZ UDPゴシック" panose="020B0400000000000000" pitchFamily="50" charset="-128"/>
            </a:endParaRPr>
          </a:p>
        </p:txBody>
      </p:sp>
      <p:sp>
        <p:nvSpPr>
          <p:cNvPr id="52" name="テキスト ボックス 51">
            <a:extLst>
              <a:ext uri="{FF2B5EF4-FFF2-40B4-BE49-F238E27FC236}">
                <a16:creationId xmlns:a16="http://schemas.microsoft.com/office/drawing/2014/main" id="{EFD69273-A915-E783-B156-F84FFD11A443}"/>
              </a:ext>
            </a:extLst>
          </p:cNvPr>
          <p:cNvSpPr txBox="1"/>
          <p:nvPr/>
        </p:nvSpPr>
        <p:spPr>
          <a:xfrm>
            <a:off x="7684574" y="5718364"/>
            <a:ext cx="2136823" cy="369332"/>
          </a:xfrm>
          <a:prstGeom prst="rect">
            <a:avLst/>
          </a:prstGeom>
          <a:noFill/>
        </p:spPr>
        <p:txBody>
          <a:bodyPr wrap="square" lIns="0" tIns="0" rIns="0" bIns="0" rtlCol="0">
            <a:spAutoFit/>
          </a:bodyPr>
          <a:lstStyle/>
          <a:p>
            <a:r>
              <a:rPr lang="ja-JP" altLang="en-US" sz="1200" dirty="0">
                <a:latin typeface="BIZ UDPゴシック" panose="020B0400000000000000" pitchFamily="50" charset="-128"/>
                <a:ea typeface="BIZ UDPゴシック" panose="020B0400000000000000" pitchFamily="50" charset="-128"/>
              </a:rPr>
              <a:t>説明</a:t>
            </a:r>
            <a:r>
              <a:rPr lang="en-US" altLang="ja-JP" sz="1200" dirty="0">
                <a:latin typeface="BIZ UDPゴシック" panose="020B0400000000000000" pitchFamily="50" charset="-128"/>
                <a:ea typeface="BIZ UDPゴシック" panose="020B0400000000000000" pitchFamily="50" charset="-128"/>
              </a:rPr>
              <a:t>A</a:t>
            </a:r>
          </a:p>
          <a:p>
            <a:pPr marL="171450" indent="-171450">
              <a:buFont typeface="Arial" panose="020B0604020202020204" pitchFamily="34" charset="0"/>
              <a:buChar char="•"/>
            </a:pPr>
            <a:r>
              <a:rPr lang="en-US" altLang="ja-JP" sz="1200" dirty="0" err="1">
                <a:latin typeface="BIZ UDPゴシック" panose="020B0400000000000000" pitchFamily="50" charset="-128"/>
                <a:ea typeface="BIZ UDPゴシック" panose="020B0400000000000000" pitchFamily="50" charset="-128"/>
              </a:rPr>
              <a:t>hogefuga</a:t>
            </a:r>
            <a:endParaRPr lang="en-US" altLang="ja-JP" sz="1200" dirty="0">
              <a:latin typeface="BIZ UDPゴシック" panose="020B0400000000000000" pitchFamily="50" charset="-128"/>
              <a:ea typeface="BIZ UDPゴシック" panose="020B0400000000000000" pitchFamily="50" charset="-128"/>
            </a:endParaRPr>
          </a:p>
        </p:txBody>
      </p:sp>
      <p:cxnSp>
        <p:nvCxnSpPr>
          <p:cNvPr id="53" name="直線コネクタ 52">
            <a:extLst>
              <a:ext uri="{FF2B5EF4-FFF2-40B4-BE49-F238E27FC236}">
                <a16:creationId xmlns:a16="http://schemas.microsoft.com/office/drawing/2014/main" id="{501FCB74-A9A0-C01C-80C3-11F079603218}"/>
              </a:ext>
            </a:extLst>
          </p:cNvPr>
          <p:cNvCxnSpPr>
            <a:cxnSpLocks/>
          </p:cNvCxnSpPr>
          <p:nvPr/>
        </p:nvCxnSpPr>
        <p:spPr>
          <a:xfrm>
            <a:off x="360000" y="2819361"/>
            <a:ext cx="11520000" cy="0"/>
          </a:xfrm>
          <a:prstGeom prst="line">
            <a:avLst/>
          </a:prstGeom>
          <a:ln>
            <a:solidFill>
              <a:schemeClr val="bg1">
                <a:lumMod val="75000"/>
              </a:schemeClr>
            </a:solidFill>
            <a:prstDash val="sysDash"/>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4" name="直線コネクタ 53">
            <a:extLst>
              <a:ext uri="{FF2B5EF4-FFF2-40B4-BE49-F238E27FC236}">
                <a16:creationId xmlns:a16="http://schemas.microsoft.com/office/drawing/2014/main" id="{40A27123-5B47-0E8E-0197-DDF05B48239A}"/>
              </a:ext>
            </a:extLst>
          </p:cNvPr>
          <p:cNvCxnSpPr>
            <a:cxnSpLocks/>
          </p:cNvCxnSpPr>
          <p:nvPr/>
        </p:nvCxnSpPr>
        <p:spPr>
          <a:xfrm>
            <a:off x="360000" y="1742841"/>
            <a:ext cx="11520000" cy="0"/>
          </a:xfrm>
          <a:prstGeom prst="line">
            <a:avLst/>
          </a:prstGeom>
          <a:ln>
            <a:solidFill>
              <a:schemeClr val="bg1">
                <a:lumMod val="75000"/>
              </a:schemeClr>
            </a:solidFill>
            <a:prstDash val="sysDash"/>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5" name="直線コネクタ 54">
            <a:extLst>
              <a:ext uri="{FF2B5EF4-FFF2-40B4-BE49-F238E27FC236}">
                <a16:creationId xmlns:a16="http://schemas.microsoft.com/office/drawing/2014/main" id="{06942E7B-0331-5E37-5E9F-98FC341D0C83}"/>
              </a:ext>
            </a:extLst>
          </p:cNvPr>
          <p:cNvCxnSpPr>
            <a:cxnSpLocks/>
          </p:cNvCxnSpPr>
          <p:nvPr/>
        </p:nvCxnSpPr>
        <p:spPr>
          <a:xfrm>
            <a:off x="360000" y="5558594"/>
            <a:ext cx="11520000" cy="0"/>
          </a:xfrm>
          <a:prstGeom prst="line">
            <a:avLst/>
          </a:prstGeom>
          <a:ln>
            <a:solidFill>
              <a:schemeClr val="bg1">
                <a:lumMod val="75000"/>
              </a:schemeClr>
            </a:solidFill>
            <a:prstDash val="sysDash"/>
            <a:headEnd type="none" w="med" len="med"/>
            <a:tailEnd type="none"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533174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B60316B-EE36-73D7-2EA5-4EEEFF830857}"/>
              </a:ext>
            </a:extLst>
          </p:cNvPr>
          <p:cNvSpPr>
            <a:spLocks noGrp="1"/>
          </p:cNvSpPr>
          <p:nvPr>
            <p:ph type="title"/>
          </p:nvPr>
        </p:nvSpPr>
        <p:spPr/>
        <p:txBody>
          <a:bodyPr/>
          <a:lstStyle/>
          <a:p>
            <a:r>
              <a:rPr kumimoji="1" lang="ja-JP" altLang="en-US" dirty="0"/>
              <a:t>動機付け構造</a:t>
            </a:r>
          </a:p>
        </p:txBody>
      </p:sp>
      <p:sp>
        <p:nvSpPr>
          <p:cNvPr id="3" name="フッター プレースホルダー 2">
            <a:extLst>
              <a:ext uri="{FF2B5EF4-FFF2-40B4-BE49-F238E27FC236}">
                <a16:creationId xmlns:a16="http://schemas.microsoft.com/office/drawing/2014/main" id="{B8E7212C-725D-D612-A9D1-9E9FE45F6CD4}"/>
              </a:ext>
            </a:extLst>
          </p:cNvPr>
          <p:cNvSpPr>
            <a:spLocks noGrp="1"/>
          </p:cNvSpPr>
          <p:nvPr>
            <p:ph type="ftr" sz="quarter" idx="11"/>
          </p:nvPr>
        </p:nvSpPr>
        <p:spPr/>
        <p:txBody>
          <a:bodyPr/>
          <a:lstStyle/>
          <a:p>
            <a:r>
              <a:rPr lang="ja-JP" altLang="en-US"/>
              <a:t>出所：</a:t>
            </a:r>
            <a:endParaRPr lang="ja-JP" altLang="en-US" sz="900" dirty="0"/>
          </a:p>
        </p:txBody>
      </p:sp>
      <p:sp>
        <p:nvSpPr>
          <p:cNvPr id="4" name="スライド番号プレースホルダー 3">
            <a:extLst>
              <a:ext uri="{FF2B5EF4-FFF2-40B4-BE49-F238E27FC236}">
                <a16:creationId xmlns:a16="http://schemas.microsoft.com/office/drawing/2014/main" id="{1B329689-5369-726A-4D47-6512FCDB4BB0}"/>
              </a:ext>
            </a:extLst>
          </p:cNvPr>
          <p:cNvSpPr>
            <a:spLocks noGrp="1"/>
          </p:cNvSpPr>
          <p:nvPr>
            <p:ph type="sldNum" sz="quarter" idx="12"/>
          </p:nvPr>
        </p:nvSpPr>
        <p:spPr/>
        <p:txBody>
          <a:bodyPr/>
          <a:lstStyle/>
          <a:p>
            <a:fld id="{DCB5AA93-092B-49A1-87A7-3C88D5F38AD7}" type="slidenum">
              <a:rPr lang="ja-JP" altLang="en-US" smtClean="0"/>
              <a:pPr/>
              <a:t>38</a:t>
            </a:fld>
            <a:endParaRPr lang="ja-JP" altLang="en-US" sz="900" dirty="0"/>
          </a:p>
        </p:txBody>
      </p:sp>
      <p:sp>
        <p:nvSpPr>
          <p:cNvPr id="5" name="テキスト プレースホルダー 4">
            <a:extLst>
              <a:ext uri="{FF2B5EF4-FFF2-40B4-BE49-F238E27FC236}">
                <a16:creationId xmlns:a16="http://schemas.microsoft.com/office/drawing/2014/main" id="{F86E3A1F-D260-47A3-86D5-55803BAA1666}"/>
              </a:ext>
            </a:extLst>
          </p:cNvPr>
          <p:cNvSpPr>
            <a:spLocks noGrp="1"/>
          </p:cNvSpPr>
          <p:nvPr>
            <p:ph type="body" sz="quarter" idx="13"/>
          </p:nvPr>
        </p:nvSpPr>
        <p:spPr/>
        <p:txBody>
          <a:bodyPr/>
          <a:lstStyle/>
          <a:p>
            <a:endParaRPr kumimoji="1" lang="ja-JP" altLang="en-US"/>
          </a:p>
        </p:txBody>
      </p:sp>
      <p:sp>
        <p:nvSpPr>
          <p:cNvPr id="6" name="四角形: 角を丸くする 5">
            <a:extLst>
              <a:ext uri="{FF2B5EF4-FFF2-40B4-BE49-F238E27FC236}">
                <a16:creationId xmlns:a16="http://schemas.microsoft.com/office/drawing/2014/main" id="{BE19E586-EAEF-48A1-CEA1-06A6284BE623}"/>
              </a:ext>
            </a:extLst>
          </p:cNvPr>
          <p:cNvSpPr/>
          <p:nvPr/>
        </p:nvSpPr>
        <p:spPr>
          <a:xfrm>
            <a:off x="1015951" y="1262238"/>
            <a:ext cx="1260209" cy="353510"/>
          </a:xfrm>
          <a:prstGeom prst="roundRect">
            <a:avLst>
              <a:gd name="adj" fmla="val 50000"/>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ビジョン</a:t>
            </a:r>
          </a:p>
        </p:txBody>
      </p:sp>
      <p:sp>
        <p:nvSpPr>
          <p:cNvPr id="7" name="テキスト ボックス 6">
            <a:extLst>
              <a:ext uri="{FF2B5EF4-FFF2-40B4-BE49-F238E27FC236}">
                <a16:creationId xmlns:a16="http://schemas.microsoft.com/office/drawing/2014/main" id="{5DD2643F-B32F-CFBE-60B0-002C809F4632}"/>
              </a:ext>
            </a:extLst>
          </p:cNvPr>
          <p:cNvSpPr txBox="1"/>
          <p:nvPr/>
        </p:nvSpPr>
        <p:spPr>
          <a:xfrm>
            <a:off x="360000" y="1608930"/>
            <a:ext cx="528991" cy="184666"/>
          </a:xfrm>
          <a:prstGeom prst="rect">
            <a:avLst/>
          </a:prstGeom>
          <a:noFill/>
        </p:spPr>
        <p:txBody>
          <a:bodyPr wrap="none" lIns="0" tIns="0" rIns="0" bIns="0" rtlCol="0">
            <a:spAutoFit/>
          </a:bodyPr>
          <a:lstStyle/>
          <a:p>
            <a:r>
              <a:rPr lang="ja-JP" altLang="en-US" sz="1200" dirty="0">
                <a:latin typeface="BIZ UDPゴシック" panose="020B0400000000000000" pitchFamily="50" charset="-128"/>
                <a:ea typeface="BIZ UDPゴシック" panose="020B0400000000000000" pitchFamily="50" charset="-128"/>
              </a:rPr>
              <a:t>レベル</a:t>
            </a:r>
            <a:r>
              <a:rPr lang="en-US" altLang="ja-JP" sz="1200" dirty="0">
                <a:latin typeface="BIZ UDPゴシック" panose="020B0400000000000000" pitchFamily="50" charset="-128"/>
                <a:ea typeface="BIZ UDPゴシック" panose="020B0400000000000000" pitchFamily="50" charset="-128"/>
              </a:rPr>
              <a:t>1</a:t>
            </a:r>
            <a:endParaRPr lang="ja-JP" altLang="en-US" sz="1200" dirty="0">
              <a:latin typeface="BIZ UDPゴシック" panose="020B0400000000000000" pitchFamily="50" charset="-128"/>
              <a:ea typeface="BIZ UDPゴシック" panose="020B0400000000000000" pitchFamily="50" charset="-128"/>
            </a:endParaRPr>
          </a:p>
        </p:txBody>
      </p:sp>
      <p:sp>
        <p:nvSpPr>
          <p:cNvPr id="8" name="テキスト ボックス 7">
            <a:extLst>
              <a:ext uri="{FF2B5EF4-FFF2-40B4-BE49-F238E27FC236}">
                <a16:creationId xmlns:a16="http://schemas.microsoft.com/office/drawing/2014/main" id="{DBC66E01-A5DE-B882-1AB2-2975A33B2AA8}"/>
              </a:ext>
            </a:extLst>
          </p:cNvPr>
          <p:cNvSpPr txBox="1"/>
          <p:nvPr/>
        </p:nvSpPr>
        <p:spPr>
          <a:xfrm>
            <a:off x="360000" y="2741118"/>
            <a:ext cx="557845" cy="184666"/>
          </a:xfrm>
          <a:prstGeom prst="rect">
            <a:avLst/>
          </a:prstGeom>
          <a:noFill/>
        </p:spPr>
        <p:txBody>
          <a:bodyPr wrap="none" lIns="0" tIns="0" rIns="0" bIns="0" rtlCol="0">
            <a:spAutoFit/>
          </a:bodyPr>
          <a:lstStyle/>
          <a:p>
            <a:r>
              <a:rPr lang="ja-JP" altLang="en-US" sz="1200" dirty="0">
                <a:latin typeface="BIZ UDPゴシック" panose="020B0400000000000000" pitchFamily="50" charset="-128"/>
                <a:ea typeface="BIZ UDPゴシック" panose="020B0400000000000000" pitchFamily="50" charset="-128"/>
              </a:rPr>
              <a:t>レベル</a:t>
            </a:r>
            <a:r>
              <a:rPr lang="en-US" altLang="ja-JP" sz="1200" dirty="0">
                <a:latin typeface="BIZ UDPゴシック" panose="020B0400000000000000" pitchFamily="50" charset="-128"/>
                <a:ea typeface="BIZ UDPゴシック" panose="020B0400000000000000" pitchFamily="50" charset="-128"/>
              </a:rPr>
              <a:t>2</a:t>
            </a:r>
            <a:endParaRPr lang="ja-JP" altLang="en-US" sz="1200" dirty="0">
              <a:latin typeface="BIZ UDPゴシック" panose="020B0400000000000000" pitchFamily="50" charset="-128"/>
              <a:ea typeface="BIZ UDPゴシック" panose="020B0400000000000000" pitchFamily="50" charset="-128"/>
            </a:endParaRPr>
          </a:p>
        </p:txBody>
      </p:sp>
      <p:sp>
        <p:nvSpPr>
          <p:cNvPr id="9" name="テキスト ボックス 8">
            <a:extLst>
              <a:ext uri="{FF2B5EF4-FFF2-40B4-BE49-F238E27FC236}">
                <a16:creationId xmlns:a16="http://schemas.microsoft.com/office/drawing/2014/main" id="{D3F0C397-0C2A-C220-0E48-82C34F0BAF15}"/>
              </a:ext>
            </a:extLst>
          </p:cNvPr>
          <p:cNvSpPr txBox="1"/>
          <p:nvPr/>
        </p:nvSpPr>
        <p:spPr>
          <a:xfrm>
            <a:off x="360000" y="4401909"/>
            <a:ext cx="549831" cy="184666"/>
          </a:xfrm>
          <a:prstGeom prst="rect">
            <a:avLst/>
          </a:prstGeom>
          <a:noFill/>
        </p:spPr>
        <p:txBody>
          <a:bodyPr wrap="none" lIns="0" tIns="0" rIns="0" bIns="0" rtlCol="0">
            <a:spAutoFit/>
          </a:bodyPr>
          <a:lstStyle/>
          <a:p>
            <a:r>
              <a:rPr lang="ja-JP" altLang="en-US" sz="1200" dirty="0">
                <a:latin typeface="BIZ UDPゴシック" panose="020B0400000000000000" pitchFamily="50" charset="-128"/>
                <a:ea typeface="BIZ UDPゴシック" panose="020B0400000000000000" pitchFamily="50" charset="-128"/>
              </a:rPr>
              <a:t>レベル</a:t>
            </a:r>
            <a:r>
              <a:rPr lang="en-US" altLang="ja-JP" sz="1200" dirty="0">
                <a:latin typeface="BIZ UDPゴシック" panose="020B0400000000000000" pitchFamily="50" charset="-128"/>
                <a:ea typeface="BIZ UDPゴシック" panose="020B0400000000000000" pitchFamily="50" charset="-128"/>
              </a:rPr>
              <a:t>3</a:t>
            </a:r>
            <a:endParaRPr lang="ja-JP" altLang="en-US" sz="1200" dirty="0">
              <a:latin typeface="BIZ UDPゴシック" panose="020B0400000000000000" pitchFamily="50" charset="-128"/>
              <a:ea typeface="BIZ UDPゴシック" panose="020B0400000000000000" pitchFamily="50" charset="-128"/>
            </a:endParaRPr>
          </a:p>
        </p:txBody>
      </p:sp>
      <p:sp>
        <p:nvSpPr>
          <p:cNvPr id="10" name="正方形/長方形 9">
            <a:extLst>
              <a:ext uri="{FF2B5EF4-FFF2-40B4-BE49-F238E27FC236}">
                <a16:creationId xmlns:a16="http://schemas.microsoft.com/office/drawing/2014/main" id="{B39A5A59-9D8D-E514-6CF4-E12C509EC7FC}"/>
              </a:ext>
            </a:extLst>
          </p:cNvPr>
          <p:cNvSpPr/>
          <p:nvPr/>
        </p:nvSpPr>
        <p:spPr>
          <a:xfrm>
            <a:off x="1015951" y="2277541"/>
            <a:ext cx="1260209" cy="353510"/>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目標</a:t>
            </a:r>
          </a:p>
        </p:txBody>
      </p:sp>
      <p:sp>
        <p:nvSpPr>
          <p:cNvPr id="11" name="正方形/長方形 10">
            <a:extLst>
              <a:ext uri="{FF2B5EF4-FFF2-40B4-BE49-F238E27FC236}">
                <a16:creationId xmlns:a16="http://schemas.microsoft.com/office/drawing/2014/main" id="{5AF07BE1-0B2F-6D05-44BF-CCE7E3A5C69F}"/>
              </a:ext>
            </a:extLst>
          </p:cNvPr>
          <p:cNvSpPr/>
          <p:nvPr/>
        </p:nvSpPr>
        <p:spPr>
          <a:xfrm>
            <a:off x="3192057" y="2298643"/>
            <a:ext cx="1260209" cy="353510"/>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目標</a:t>
            </a:r>
          </a:p>
        </p:txBody>
      </p:sp>
      <p:sp>
        <p:nvSpPr>
          <p:cNvPr id="12" name="正方形/長方形 11">
            <a:extLst>
              <a:ext uri="{FF2B5EF4-FFF2-40B4-BE49-F238E27FC236}">
                <a16:creationId xmlns:a16="http://schemas.microsoft.com/office/drawing/2014/main" id="{CAE82DDB-ADDA-AD45-D223-41E2BF2DB235}"/>
              </a:ext>
            </a:extLst>
          </p:cNvPr>
          <p:cNvSpPr/>
          <p:nvPr/>
        </p:nvSpPr>
        <p:spPr>
          <a:xfrm>
            <a:off x="5342417" y="2298643"/>
            <a:ext cx="1260209" cy="353510"/>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目標</a:t>
            </a:r>
          </a:p>
        </p:txBody>
      </p:sp>
      <p:sp>
        <p:nvSpPr>
          <p:cNvPr id="13" name="正方形/長方形 12">
            <a:extLst>
              <a:ext uri="{FF2B5EF4-FFF2-40B4-BE49-F238E27FC236}">
                <a16:creationId xmlns:a16="http://schemas.microsoft.com/office/drawing/2014/main" id="{488B0E9E-F750-4232-184E-72553C61BF66}"/>
              </a:ext>
            </a:extLst>
          </p:cNvPr>
          <p:cNvSpPr/>
          <p:nvPr/>
        </p:nvSpPr>
        <p:spPr>
          <a:xfrm>
            <a:off x="7492777" y="2298643"/>
            <a:ext cx="1260209" cy="353510"/>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目標</a:t>
            </a:r>
          </a:p>
        </p:txBody>
      </p:sp>
      <p:sp>
        <p:nvSpPr>
          <p:cNvPr id="14" name="正方形/長方形 13">
            <a:extLst>
              <a:ext uri="{FF2B5EF4-FFF2-40B4-BE49-F238E27FC236}">
                <a16:creationId xmlns:a16="http://schemas.microsoft.com/office/drawing/2014/main" id="{FDB95D1A-75F1-1BAD-82ED-6525C9F36F6A}"/>
              </a:ext>
            </a:extLst>
          </p:cNvPr>
          <p:cNvSpPr/>
          <p:nvPr/>
        </p:nvSpPr>
        <p:spPr>
          <a:xfrm>
            <a:off x="9668883" y="2319415"/>
            <a:ext cx="1260209" cy="353510"/>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目標</a:t>
            </a:r>
          </a:p>
        </p:txBody>
      </p:sp>
      <p:sp>
        <p:nvSpPr>
          <p:cNvPr id="15" name="正方形/長方形 14">
            <a:extLst>
              <a:ext uri="{FF2B5EF4-FFF2-40B4-BE49-F238E27FC236}">
                <a16:creationId xmlns:a16="http://schemas.microsoft.com/office/drawing/2014/main" id="{0CFD244F-8E2D-556A-36EA-4A1C1A8F55CF}"/>
              </a:ext>
            </a:extLst>
          </p:cNvPr>
          <p:cNvSpPr/>
          <p:nvPr/>
        </p:nvSpPr>
        <p:spPr>
          <a:xfrm>
            <a:off x="1892566" y="3141382"/>
            <a:ext cx="1260209" cy="353510"/>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bg1"/>
                </a:solidFill>
                <a:latin typeface="BIZ UDPゴシック" panose="020B0400000000000000" pitchFamily="50" charset="-128"/>
                <a:ea typeface="BIZ UDPゴシック" panose="020B0400000000000000" pitchFamily="50" charset="-128"/>
              </a:rPr>
              <a:t>標的</a:t>
            </a:r>
            <a:endParaRPr lang="en-US" altLang="ja-JP" sz="1200" dirty="0">
              <a:solidFill>
                <a:schemeClr val="bg1"/>
              </a:solidFill>
              <a:latin typeface="BIZ UDPゴシック" panose="020B0400000000000000" pitchFamily="50" charset="-128"/>
              <a:ea typeface="BIZ UDPゴシック" panose="020B0400000000000000" pitchFamily="50" charset="-128"/>
            </a:endParaRPr>
          </a:p>
        </p:txBody>
      </p:sp>
      <p:cxnSp>
        <p:nvCxnSpPr>
          <p:cNvPr id="16" name="コネクタ: カギ線 15">
            <a:extLst>
              <a:ext uri="{FF2B5EF4-FFF2-40B4-BE49-F238E27FC236}">
                <a16:creationId xmlns:a16="http://schemas.microsoft.com/office/drawing/2014/main" id="{052F3214-5026-C20F-E7B7-B47FCF9F91D9}"/>
              </a:ext>
            </a:extLst>
          </p:cNvPr>
          <p:cNvCxnSpPr>
            <a:cxnSpLocks/>
            <a:stCxn id="36" idx="2"/>
            <a:endCxn id="10" idx="0"/>
          </p:cNvCxnSpPr>
          <p:nvPr/>
        </p:nvCxnSpPr>
        <p:spPr>
          <a:xfrm rot="5400000">
            <a:off x="2403212" y="858592"/>
            <a:ext cx="661794" cy="2176105"/>
          </a:xfrm>
          <a:prstGeom prst="bentConnector3">
            <a:avLst>
              <a:gd name="adj1" fmla="val 50000"/>
            </a:avLst>
          </a:prstGeom>
          <a:ln w="12700">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17" name="コネクタ: カギ線 16">
            <a:extLst>
              <a:ext uri="{FF2B5EF4-FFF2-40B4-BE49-F238E27FC236}">
                <a16:creationId xmlns:a16="http://schemas.microsoft.com/office/drawing/2014/main" id="{C682CC85-C886-0DB2-2353-6AD6E5B17EF8}"/>
              </a:ext>
            </a:extLst>
          </p:cNvPr>
          <p:cNvCxnSpPr>
            <a:cxnSpLocks/>
            <a:stCxn id="10" idx="2"/>
            <a:endCxn id="15" idx="1"/>
          </p:cNvCxnSpPr>
          <p:nvPr/>
        </p:nvCxnSpPr>
        <p:spPr>
          <a:xfrm rot="16200000" flipH="1">
            <a:off x="1425768" y="2851339"/>
            <a:ext cx="687086" cy="246510"/>
          </a:xfrm>
          <a:prstGeom prst="bentConnector2">
            <a:avLst/>
          </a:prstGeom>
          <a:ln w="12700">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sp>
        <p:nvSpPr>
          <p:cNvPr id="18" name="正方形/長方形 17">
            <a:extLst>
              <a:ext uri="{FF2B5EF4-FFF2-40B4-BE49-F238E27FC236}">
                <a16:creationId xmlns:a16="http://schemas.microsoft.com/office/drawing/2014/main" id="{A9052673-3F08-1514-5A1A-9C5FFDB77CFD}"/>
              </a:ext>
            </a:extLst>
          </p:cNvPr>
          <p:cNvSpPr/>
          <p:nvPr/>
        </p:nvSpPr>
        <p:spPr>
          <a:xfrm>
            <a:off x="1892566" y="3632918"/>
            <a:ext cx="1260209" cy="353510"/>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bg1"/>
                </a:solidFill>
                <a:latin typeface="BIZ UDPゴシック" panose="020B0400000000000000" pitchFamily="50" charset="-128"/>
                <a:ea typeface="BIZ UDPゴシック" panose="020B0400000000000000" pitchFamily="50" charset="-128"/>
              </a:rPr>
              <a:t>標的</a:t>
            </a:r>
            <a:endParaRPr lang="en-US" altLang="ja-JP" sz="1200" dirty="0">
              <a:solidFill>
                <a:schemeClr val="bg1"/>
              </a:solidFill>
              <a:latin typeface="BIZ UDPゴシック" panose="020B0400000000000000" pitchFamily="50" charset="-128"/>
              <a:ea typeface="BIZ UDPゴシック" panose="020B0400000000000000" pitchFamily="50" charset="-128"/>
            </a:endParaRPr>
          </a:p>
        </p:txBody>
      </p:sp>
      <p:sp>
        <p:nvSpPr>
          <p:cNvPr id="19" name="正方形/長方形 18">
            <a:extLst>
              <a:ext uri="{FF2B5EF4-FFF2-40B4-BE49-F238E27FC236}">
                <a16:creationId xmlns:a16="http://schemas.microsoft.com/office/drawing/2014/main" id="{03F687D1-FF10-2CB9-3419-390F7441F0CB}"/>
              </a:ext>
            </a:extLst>
          </p:cNvPr>
          <p:cNvSpPr/>
          <p:nvPr/>
        </p:nvSpPr>
        <p:spPr>
          <a:xfrm>
            <a:off x="1892566" y="4121856"/>
            <a:ext cx="1260209" cy="353510"/>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bg1"/>
                </a:solidFill>
                <a:latin typeface="BIZ UDPゴシック" panose="020B0400000000000000" pitchFamily="50" charset="-128"/>
                <a:ea typeface="BIZ UDPゴシック" panose="020B0400000000000000" pitchFamily="50" charset="-128"/>
              </a:rPr>
              <a:t>標的</a:t>
            </a:r>
            <a:endParaRPr lang="en-US" altLang="ja-JP" sz="1200" dirty="0">
              <a:solidFill>
                <a:schemeClr val="bg1"/>
              </a:solidFill>
              <a:latin typeface="BIZ UDPゴシック" panose="020B0400000000000000" pitchFamily="50" charset="-128"/>
              <a:ea typeface="BIZ UDPゴシック" panose="020B0400000000000000" pitchFamily="50" charset="-128"/>
            </a:endParaRPr>
          </a:p>
        </p:txBody>
      </p:sp>
      <p:sp>
        <p:nvSpPr>
          <p:cNvPr id="20" name="正方形/長方形 19">
            <a:extLst>
              <a:ext uri="{FF2B5EF4-FFF2-40B4-BE49-F238E27FC236}">
                <a16:creationId xmlns:a16="http://schemas.microsoft.com/office/drawing/2014/main" id="{47E60B4C-9A4E-8C86-73BB-44176A0FE6B6}"/>
              </a:ext>
            </a:extLst>
          </p:cNvPr>
          <p:cNvSpPr/>
          <p:nvPr/>
        </p:nvSpPr>
        <p:spPr>
          <a:xfrm>
            <a:off x="4126611" y="3141382"/>
            <a:ext cx="1260209" cy="353510"/>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bg1"/>
                </a:solidFill>
                <a:latin typeface="BIZ UDPゴシック" panose="020B0400000000000000" pitchFamily="50" charset="-128"/>
                <a:ea typeface="BIZ UDPゴシック" panose="020B0400000000000000" pitchFamily="50" charset="-128"/>
              </a:rPr>
              <a:t>標的</a:t>
            </a:r>
            <a:endParaRPr lang="en-US" altLang="ja-JP" sz="1200" dirty="0">
              <a:solidFill>
                <a:schemeClr val="bg1"/>
              </a:solidFill>
              <a:latin typeface="BIZ UDPゴシック" panose="020B0400000000000000" pitchFamily="50" charset="-128"/>
              <a:ea typeface="BIZ UDPゴシック" panose="020B0400000000000000" pitchFamily="50" charset="-128"/>
            </a:endParaRPr>
          </a:p>
        </p:txBody>
      </p:sp>
      <p:sp>
        <p:nvSpPr>
          <p:cNvPr id="21" name="正方形/長方形 20">
            <a:extLst>
              <a:ext uri="{FF2B5EF4-FFF2-40B4-BE49-F238E27FC236}">
                <a16:creationId xmlns:a16="http://schemas.microsoft.com/office/drawing/2014/main" id="{E697055F-DAE2-3C5E-7AD6-DB2961710B91}"/>
              </a:ext>
            </a:extLst>
          </p:cNvPr>
          <p:cNvSpPr/>
          <p:nvPr/>
        </p:nvSpPr>
        <p:spPr>
          <a:xfrm>
            <a:off x="4126611" y="3632918"/>
            <a:ext cx="1260209" cy="353510"/>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bg1"/>
                </a:solidFill>
                <a:latin typeface="BIZ UDPゴシック" panose="020B0400000000000000" pitchFamily="50" charset="-128"/>
                <a:ea typeface="BIZ UDPゴシック" panose="020B0400000000000000" pitchFamily="50" charset="-128"/>
              </a:rPr>
              <a:t>標的</a:t>
            </a:r>
            <a:endParaRPr lang="en-US" altLang="ja-JP" sz="1200" dirty="0">
              <a:solidFill>
                <a:schemeClr val="bg1"/>
              </a:solidFill>
              <a:latin typeface="BIZ UDPゴシック" panose="020B0400000000000000" pitchFamily="50" charset="-128"/>
              <a:ea typeface="BIZ UDPゴシック" panose="020B0400000000000000" pitchFamily="50" charset="-128"/>
            </a:endParaRPr>
          </a:p>
        </p:txBody>
      </p:sp>
      <p:sp>
        <p:nvSpPr>
          <p:cNvPr id="22" name="正方形/長方形 21">
            <a:extLst>
              <a:ext uri="{FF2B5EF4-FFF2-40B4-BE49-F238E27FC236}">
                <a16:creationId xmlns:a16="http://schemas.microsoft.com/office/drawing/2014/main" id="{56B0C1F0-76B9-6A48-7059-13DF7F8E8399}"/>
              </a:ext>
            </a:extLst>
          </p:cNvPr>
          <p:cNvSpPr/>
          <p:nvPr/>
        </p:nvSpPr>
        <p:spPr>
          <a:xfrm>
            <a:off x="4126611" y="4121856"/>
            <a:ext cx="1260209" cy="353510"/>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bg1"/>
                </a:solidFill>
                <a:latin typeface="BIZ UDPゴシック" panose="020B0400000000000000" pitchFamily="50" charset="-128"/>
                <a:ea typeface="BIZ UDPゴシック" panose="020B0400000000000000" pitchFamily="50" charset="-128"/>
              </a:rPr>
              <a:t>標的</a:t>
            </a:r>
            <a:endParaRPr lang="en-US" altLang="ja-JP" sz="1200" dirty="0">
              <a:solidFill>
                <a:schemeClr val="bg1"/>
              </a:solidFill>
              <a:latin typeface="BIZ UDPゴシック" panose="020B0400000000000000" pitchFamily="50" charset="-128"/>
              <a:ea typeface="BIZ UDPゴシック" panose="020B0400000000000000" pitchFamily="50" charset="-128"/>
            </a:endParaRPr>
          </a:p>
        </p:txBody>
      </p:sp>
      <p:sp>
        <p:nvSpPr>
          <p:cNvPr id="23" name="正方形/長方形 22">
            <a:extLst>
              <a:ext uri="{FF2B5EF4-FFF2-40B4-BE49-F238E27FC236}">
                <a16:creationId xmlns:a16="http://schemas.microsoft.com/office/drawing/2014/main" id="{AF190722-750E-410E-136F-058F63AB0CD6}"/>
              </a:ext>
            </a:extLst>
          </p:cNvPr>
          <p:cNvSpPr/>
          <p:nvPr/>
        </p:nvSpPr>
        <p:spPr>
          <a:xfrm>
            <a:off x="6320232" y="3146858"/>
            <a:ext cx="1260209" cy="353510"/>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bg1"/>
                </a:solidFill>
                <a:latin typeface="BIZ UDPゴシック" panose="020B0400000000000000" pitchFamily="50" charset="-128"/>
                <a:ea typeface="BIZ UDPゴシック" panose="020B0400000000000000" pitchFamily="50" charset="-128"/>
              </a:rPr>
              <a:t>標的</a:t>
            </a:r>
            <a:endParaRPr lang="en-US" altLang="ja-JP" sz="1200" dirty="0">
              <a:solidFill>
                <a:schemeClr val="bg1"/>
              </a:solidFill>
              <a:latin typeface="BIZ UDPゴシック" panose="020B0400000000000000" pitchFamily="50" charset="-128"/>
              <a:ea typeface="BIZ UDPゴシック" panose="020B0400000000000000" pitchFamily="50" charset="-128"/>
            </a:endParaRPr>
          </a:p>
        </p:txBody>
      </p:sp>
      <p:sp>
        <p:nvSpPr>
          <p:cNvPr id="24" name="正方形/長方形 23">
            <a:extLst>
              <a:ext uri="{FF2B5EF4-FFF2-40B4-BE49-F238E27FC236}">
                <a16:creationId xmlns:a16="http://schemas.microsoft.com/office/drawing/2014/main" id="{14C615AA-AD68-82F1-1BF2-3E177B511318}"/>
              </a:ext>
            </a:extLst>
          </p:cNvPr>
          <p:cNvSpPr/>
          <p:nvPr/>
        </p:nvSpPr>
        <p:spPr>
          <a:xfrm>
            <a:off x="6320232" y="3638394"/>
            <a:ext cx="1260209" cy="353510"/>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bg1"/>
                </a:solidFill>
                <a:latin typeface="BIZ UDPゴシック" panose="020B0400000000000000" pitchFamily="50" charset="-128"/>
                <a:ea typeface="BIZ UDPゴシック" panose="020B0400000000000000" pitchFamily="50" charset="-128"/>
              </a:rPr>
              <a:t>標的</a:t>
            </a:r>
            <a:endParaRPr lang="en-US" altLang="ja-JP" sz="1200" dirty="0">
              <a:solidFill>
                <a:schemeClr val="bg1"/>
              </a:solidFill>
              <a:latin typeface="BIZ UDPゴシック" panose="020B0400000000000000" pitchFamily="50" charset="-128"/>
              <a:ea typeface="BIZ UDPゴシック" panose="020B0400000000000000" pitchFamily="50" charset="-128"/>
            </a:endParaRPr>
          </a:p>
        </p:txBody>
      </p:sp>
      <p:sp>
        <p:nvSpPr>
          <p:cNvPr id="25" name="正方形/長方形 24">
            <a:extLst>
              <a:ext uri="{FF2B5EF4-FFF2-40B4-BE49-F238E27FC236}">
                <a16:creationId xmlns:a16="http://schemas.microsoft.com/office/drawing/2014/main" id="{171EB94F-65B4-0849-AE9C-D836288DD52B}"/>
              </a:ext>
            </a:extLst>
          </p:cNvPr>
          <p:cNvSpPr/>
          <p:nvPr/>
        </p:nvSpPr>
        <p:spPr>
          <a:xfrm>
            <a:off x="6320232" y="4127332"/>
            <a:ext cx="1260209" cy="353510"/>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bg1"/>
                </a:solidFill>
                <a:latin typeface="BIZ UDPゴシック" panose="020B0400000000000000" pitchFamily="50" charset="-128"/>
                <a:ea typeface="BIZ UDPゴシック" panose="020B0400000000000000" pitchFamily="50" charset="-128"/>
              </a:rPr>
              <a:t>標的</a:t>
            </a:r>
            <a:endParaRPr lang="en-US" altLang="ja-JP" sz="1200" dirty="0">
              <a:solidFill>
                <a:schemeClr val="bg1"/>
              </a:solidFill>
              <a:latin typeface="BIZ UDPゴシック" panose="020B0400000000000000" pitchFamily="50" charset="-128"/>
              <a:ea typeface="BIZ UDPゴシック" panose="020B0400000000000000" pitchFamily="50" charset="-128"/>
            </a:endParaRPr>
          </a:p>
        </p:txBody>
      </p:sp>
      <p:sp>
        <p:nvSpPr>
          <p:cNvPr id="26" name="正方形/長方形 25">
            <a:extLst>
              <a:ext uri="{FF2B5EF4-FFF2-40B4-BE49-F238E27FC236}">
                <a16:creationId xmlns:a16="http://schemas.microsoft.com/office/drawing/2014/main" id="{8B21FD19-DE2C-D68F-0D37-896FBED97BE8}"/>
              </a:ext>
            </a:extLst>
          </p:cNvPr>
          <p:cNvSpPr/>
          <p:nvPr/>
        </p:nvSpPr>
        <p:spPr>
          <a:xfrm>
            <a:off x="8513853" y="3146675"/>
            <a:ext cx="1260209" cy="353510"/>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bg1"/>
                </a:solidFill>
                <a:latin typeface="BIZ UDPゴシック" panose="020B0400000000000000" pitchFamily="50" charset="-128"/>
                <a:ea typeface="BIZ UDPゴシック" panose="020B0400000000000000" pitchFamily="50" charset="-128"/>
              </a:rPr>
              <a:t>標的</a:t>
            </a:r>
            <a:endParaRPr lang="en-US" altLang="ja-JP" sz="1200" dirty="0">
              <a:solidFill>
                <a:schemeClr val="bg1"/>
              </a:solidFill>
              <a:latin typeface="BIZ UDPゴシック" panose="020B0400000000000000" pitchFamily="50" charset="-128"/>
              <a:ea typeface="BIZ UDPゴシック" panose="020B0400000000000000" pitchFamily="50" charset="-128"/>
            </a:endParaRPr>
          </a:p>
        </p:txBody>
      </p:sp>
      <p:sp>
        <p:nvSpPr>
          <p:cNvPr id="27" name="正方形/長方形 26">
            <a:extLst>
              <a:ext uri="{FF2B5EF4-FFF2-40B4-BE49-F238E27FC236}">
                <a16:creationId xmlns:a16="http://schemas.microsoft.com/office/drawing/2014/main" id="{4889D2FF-5996-6FD9-3717-D32B2E8741FF}"/>
              </a:ext>
            </a:extLst>
          </p:cNvPr>
          <p:cNvSpPr/>
          <p:nvPr/>
        </p:nvSpPr>
        <p:spPr>
          <a:xfrm>
            <a:off x="8513853" y="3638211"/>
            <a:ext cx="1260209" cy="353510"/>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bg1"/>
                </a:solidFill>
                <a:latin typeface="BIZ UDPゴシック" panose="020B0400000000000000" pitchFamily="50" charset="-128"/>
                <a:ea typeface="BIZ UDPゴシック" panose="020B0400000000000000" pitchFamily="50" charset="-128"/>
              </a:rPr>
              <a:t>標的</a:t>
            </a:r>
            <a:endParaRPr lang="en-US" altLang="ja-JP" sz="1200" dirty="0">
              <a:solidFill>
                <a:schemeClr val="bg1"/>
              </a:solidFill>
              <a:latin typeface="BIZ UDPゴシック" panose="020B0400000000000000" pitchFamily="50" charset="-128"/>
              <a:ea typeface="BIZ UDPゴシック" panose="020B0400000000000000" pitchFamily="50" charset="-128"/>
            </a:endParaRPr>
          </a:p>
        </p:txBody>
      </p:sp>
      <p:sp>
        <p:nvSpPr>
          <p:cNvPr id="28" name="正方形/長方形 27">
            <a:extLst>
              <a:ext uri="{FF2B5EF4-FFF2-40B4-BE49-F238E27FC236}">
                <a16:creationId xmlns:a16="http://schemas.microsoft.com/office/drawing/2014/main" id="{6C0BC7D4-D3C6-2CDB-430E-18228DF5D11F}"/>
              </a:ext>
            </a:extLst>
          </p:cNvPr>
          <p:cNvSpPr/>
          <p:nvPr/>
        </p:nvSpPr>
        <p:spPr>
          <a:xfrm>
            <a:off x="8513853" y="4127149"/>
            <a:ext cx="1260209" cy="353510"/>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bg1"/>
                </a:solidFill>
                <a:latin typeface="BIZ UDPゴシック" panose="020B0400000000000000" pitchFamily="50" charset="-128"/>
                <a:ea typeface="BIZ UDPゴシック" panose="020B0400000000000000" pitchFamily="50" charset="-128"/>
              </a:rPr>
              <a:t>標的</a:t>
            </a:r>
            <a:endParaRPr lang="en-US" altLang="ja-JP" sz="1200" dirty="0">
              <a:solidFill>
                <a:schemeClr val="bg1"/>
              </a:solidFill>
              <a:latin typeface="BIZ UDPゴシック" panose="020B0400000000000000" pitchFamily="50" charset="-128"/>
              <a:ea typeface="BIZ UDPゴシック" panose="020B0400000000000000" pitchFamily="50" charset="-128"/>
            </a:endParaRPr>
          </a:p>
        </p:txBody>
      </p:sp>
      <p:sp>
        <p:nvSpPr>
          <p:cNvPr id="29" name="正方形/長方形 28">
            <a:extLst>
              <a:ext uri="{FF2B5EF4-FFF2-40B4-BE49-F238E27FC236}">
                <a16:creationId xmlns:a16="http://schemas.microsoft.com/office/drawing/2014/main" id="{720AED3A-07EF-9E96-72E2-8545AED9A5B6}"/>
              </a:ext>
            </a:extLst>
          </p:cNvPr>
          <p:cNvSpPr/>
          <p:nvPr/>
        </p:nvSpPr>
        <p:spPr>
          <a:xfrm>
            <a:off x="10689958" y="3145934"/>
            <a:ext cx="1260209" cy="353510"/>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bg1"/>
                </a:solidFill>
                <a:latin typeface="BIZ UDPゴシック" panose="020B0400000000000000" pitchFamily="50" charset="-128"/>
                <a:ea typeface="BIZ UDPゴシック" panose="020B0400000000000000" pitchFamily="50" charset="-128"/>
              </a:rPr>
              <a:t>標的</a:t>
            </a:r>
            <a:endParaRPr lang="en-US" altLang="ja-JP" sz="1200" dirty="0">
              <a:solidFill>
                <a:schemeClr val="bg1"/>
              </a:solidFill>
              <a:latin typeface="BIZ UDPゴシック" panose="020B0400000000000000" pitchFamily="50" charset="-128"/>
              <a:ea typeface="BIZ UDPゴシック" panose="020B0400000000000000" pitchFamily="50" charset="-128"/>
            </a:endParaRPr>
          </a:p>
        </p:txBody>
      </p:sp>
      <p:sp>
        <p:nvSpPr>
          <p:cNvPr id="30" name="正方形/長方形 29">
            <a:extLst>
              <a:ext uri="{FF2B5EF4-FFF2-40B4-BE49-F238E27FC236}">
                <a16:creationId xmlns:a16="http://schemas.microsoft.com/office/drawing/2014/main" id="{BAB51926-26D2-F497-658E-6ABAAA046516}"/>
              </a:ext>
            </a:extLst>
          </p:cNvPr>
          <p:cNvSpPr/>
          <p:nvPr/>
        </p:nvSpPr>
        <p:spPr>
          <a:xfrm>
            <a:off x="10689958" y="3637470"/>
            <a:ext cx="1260209" cy="353510"/>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bg1"/>
                </a:solidFill>
                <a:latin typeface="BIZ UDPゴシック" panose="020B0400000000000000" pitchFamily="50" charset="-128"/>
                <a:ea typeface="BIZ UDPゴシック" panose="020B0400000000000000" pitchFamily="50" charset="-128"/>
              </a:rPr>
              <a:t>標的</a:t>
            </a:r>
            <a:endParaRPr lang="en-US" altLang="ja-JP" sz="1200" dirty="0">
              <a:solidFill>
                <a:schemeClr val="bg1"/>
              </a:solidFill>
              <a:latin typeface="BIZ UDPゴシック" panose="020B0400000000000000" pitchFamily="50" charset="-128"/>
              <a:ea typeface="BIZ UDPゴシック" panose="020B0400000000000000" pitchFamily="50" charset="-128"/>
            </a:endParaRPr>
          </a:p>
        </p:txBody>
      </p:sp>
      <p:sp>
        <p:nvSpPr>
          <p:cNvPr id="31" name="正方形/長方形 30">
            <a:extLst>
              <a:ext uri="{FF2B5EF4-FFF2-40B4-BE49-F238E27FC236}">
                <a16:creationId xmlns:a16="http://schemas.microsoft.com/office/drawing/2014/main" id="{1BF5D9A2-88BC-B864-5BF5-3273C74F70EF}"/>
              </a:ext>
            </a:extLst>
          </p:cNvPr>
          <p:cNvSpPr/>
          <p:nvPr/>
        </p:nvSpPr>
        <p:spPr>
          <a:xfrm>
            <a:off x="10689958" y="4126408"/>
            <a:ext cx="1260209" cy="353510"/>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bg1"/>
                </a:solidFill>
                <a:latin typeface="BIZ UDPゴシック" panose="020B0400000000000000" pitchFamily="50" charset="-128"/>
                <a:ea typeface="BIZ UDPゴシック" panose="020B0400000000000000" pitchFamily="50" charset="-128"/>
              </a:rPr>
              <a:t>標的</a:t>
            </a:r>
            <a:endParaRPr lang="en-US" altLang="ja-JP" sz="1200" dirty="0">
              <a:solidFill>
                <a:schemeClr val="bg1"/>
              </a:solidFill>
              <a:latin typeface="BIZ UDPゴシック" panose="020B0400000000000000" pitchFamily="50" charset="-128"/>
              <a:ea typeface="BIZ UDPゴシック" panose="020B0400000000000000" pitchFamily="50" charset="-128"/>
            </a:endParaRPr>
          </a:p>
        </p:txBody>
      </p:sp>
      <p:cxnSp>
        <p:nvCxnSpPr>
          <p:cNvPr id="32" name="コネクタ: カギ線 31">
            <a:extLst>
              <a:ext uri="{FF2B5EF4-FFF2-40B4-BE49-F238E27FC236}">
                <a16:creationId xmlns:a16="http://schemas.microsoft.com/office/drawing/2014/main" id="{B6B3772B-01F9-4A94-177A-D1AA48009226}"/>
              </a:ext>
            </a:extLst>
          </p:cNvPr>
          <p:cNvCxnSpPr>
            <a:cxnSpLocks/>
            <a:stCxn id="11" idx="2"/>
            <a:endCxn id="20" idx="1"/>
          </p:cNvCxnSpPr>
          <p:nvPr/>
        </p:nvCxnSpPr>
        <p:spPr>
          <a:xfrm rot="16200000" flipH="1">
            <a:off x="3641394" y="2832920"/>
            <a:ext cx="665984" cy="304449"/>
          </a:xfrm>
          <a:prstGeom prst="bentConnector2">
            <a:avLst/>
          </a:prstGeom>
          <a:ln w="12700">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3" name="コネクタ: カギ線 32">
            <a:extLst>
              <a:ext uri="{FF2B5EF4-FFF2-40B4-BE49-F238E27FC236}">
                <a16:creationId xmlns:a16="http://schemas.microsoft.com/office/drawing/2014/main" id="{D1AB3F26-AF26-AC49-54CE-2A346CF48068}"/>
              </a:ext>
            </a:extLst>
          </p:cNvPr>
          <p:cNvCxnSpPr>
            <a:cxnSpLocks/>
            <a:stCxn id="12" idx="2"/>
            <a:endCxn id="23" idx="1"/>
          </p:cNvCxnSpPr>
          <p:nvPr/>
        </p:nvCxnSpPr>
        <p:spPr>
          <a:xfrm rot="16200000" flipH="1">
            <a:off x="5810647" y="2814028"/>
            <a:ext cx="671460" cy="347710"/>
          </a:xfrm>
          <a:prstGeom prst="bentConnector2">
            <a:avLst/>
          </a:prstGeom>
          <a:ln w="12700">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4" name="コネクタ: カギ線 33">
            <a:extLst>
              <a:ext uri="{FF2B5EF4-FFF2-40B4-BE49-F238E27FC236}">
                <a16:creationId xmlns:a16="http://schemas.microsoft.com/office/drawing/2014/main" id="{E8D2584A-CE4F-B2A1-2F7F-35300F8F0F66}"/>
              </a:ext>
            </a:extLst>
          </p:cNvPr>
          <p:cNvCxnSpPr>
            <a:cxnSpLocks/>
            <a:stCxn id="13" idx="2"/>
            <a:endCxn id="26" idx="1"/>
          </p:cNvCxnSpPr>
          <p:nvPr/>
        </p:nvCxnSpPr>
        <p:spPr>
          <a:xfrm rot="16200000" flipH="1">
            <a:off x="7982729" y="2792305"/>
            <a:ext cx="671277" cy="390971"/>
          </a:xfrm>
          <a:prstGeom prst="bentConnector2">
            <a:avLst/>
          </a:prstGeom>
          <a:ln w="12700">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5" name="コネクタ: カギ線 34">
            <a:extLst>
              <a:ext uri="{FF2B5EF4-FFF2-40B4-BE49-F238E27FC236}">
                <a16:creationId xmlns:a16="http://schemas.microsoft.com/office/drawing/2014/main" id="{B5EECCA0-5D68-79BE-CC27-88AFF38CD73C}"/>
              </a:ext>
            </a:extLst>
          </p:cNvPr>
          <p:cNvCxnSpPr>
            <a:cxnSpLocks/>
            <a:stCxn id="14" idx="2"/>
            <a:endCxn id="29" idx="1"/>
          </p:cNvCxnSpPr>
          <p:nvPr/>
        </p:nvCxnSpPr>
        <p:spPr>
          <a:xfrm rot="16200000" flipH="1">
            <a:off x="10169591" y="2802322"/>
            <a:ext cx="649764" cy="390970"/>
          </a:xfrm>
          <a:prstGeom prst="bentConnector2">
            <a:avLst/>
          </a:prstGeom>
          <a:ln w="12700">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sp>
        <p:nvSpPr>
          <p:cNvPr id="36" name="正方形/長方形 35">
            <a:extLst>
              <a:ext uri="{FF2B5EF4-FFF2-40B4-BE49-F238E27FC236}">
                <a16:creationId xmlns:a16="http://schemas.microsoft.com/office/drawing/2014/main" id="{4F838BE7-23C6-772A-F8B8-AA5692838896}"/>
              </a:ext>
            </a:extLst>
          </p:cNvPr>
          <p:cNvSpPr/>
          <p:nvPr/>
        </p:nvSpPr>
        <p:spPr>
          <a:xfrm>
            <a:off x="3192056" y="1262237"/>
            <a:ext cx="1260209" cy="353510"/>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ゴール</a:t>
            </a:r>
          </a:p>
        </p:txBody>
      </p:sp>
      <p:sp>
        <p:nvSpPr>
          <p:cNvPr id="37" name="正方形/長方形 36">
            <a:extLst>
              <a:ext uri="{FF2B5EF4-FFF2-40B4-BE49-F238E27FC236}">
                <a16:creationId xmlns:a16="http://schemas.microsoft.com/office/drawing/2014/main" id="{DE1AEA58-E189-F7C6-6253-A97F7FECA452}"/>
              </a:ext>
            </a:extLst>
          </p:cNvPr>
          <p:cNvSpPr/>
          <p:nvPr/>
        </p:nvSpPr>
        <p:spPr>
          <a:xfrm>
            <a:off x="5331317" y="1262237"/>
            <a:ext cx="1260209" cy="353510"/>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目的</a:t>
            </a:r>
          </a:p>
        </p:txBody>
      </p:sp>
      <p:sp>
        <p:nvSpPr>
          <p:cNvPr id="38" name="正方形/長方形 37">
            <a:extLst>
              <a:ext uri="{FF2B5EF4-FFF2-40B4-BE49-F238E27FC236}">
                <a16:creationId xmlns:a16="http://schemas.microsoft.com/office/drawing/2014/main" id="{850BB562-C1F8-806B-92A9-821402F1DB1E}"/>
              </a:ext>
            </a:extLst>
          </p:cNvPr>
          <p:cNvSpPr/>
          <p:nvPr/>
        </p:nvSpPr>
        <p:spPr>
          <a:xfrm>
            <a:off x="1892566" y="4725634"/>
            <a:ext cx="1260209" cy="235274"/>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bg1"/>
                </a:solidFill>
                <a:latin typeface="BIZ UDPゴシック" panose="020B0400000000000000" pitchFamily="50" charset="-128"/>
                <a:ea typeface="BIZ UDPゴシック" panose="020B0400000000000000" pitchFamily="50" charset="-128"/>
              </a:rPr>
              <a:t>マイルストーン</a:t>
            </a:r>
            <a:endParaRPr lang="en-US" altLang="ja-JP" sz="1200" dirty="0">
              <a:solidFill>
                <a:schemeClr val="bg1"/>
              </a:solidFill>
              <a:latin typeface="BIZ UDPゴシック" panose="020B0400000000000000" pitchFamily="50" charset="-128"/>
              <a:ea typeface="BIZ UDPゴシック" panose="020B0400000000000000" pitchFamily="50" charset="-128"/>
            </a:endParaRPr>
          </a:p>
        </p:txBody>
      </p:sp>
      <p:sp>
        <p:nvSpPr>
          <p:cNvPr id="39" name="正方形/長方形 38">
            <a:extLst>
              <a:ext uri="{FF2B5EF4-FFF2-40B4-BE49-F238E27FC236}">
                <a16:creationId xmlns:a16="http://schemas.microsoft.com/office/drawing/2014/main" id="{B9BEDEF4-7096-3885-A37D-6F1C86E25C07}"/>
              </a:ext>
            </a:extLst>
          </p:cNvPr>
          <p:cNvSpPr/>
          <p:nvPr/>
        </p:nvSpPr>
        <p:spPr>
          <a:xfrm>
            <a:off x="1892566" y="4992542"/>
            <a:ext cx="1260209" cy="235274"/>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bg1"/>
                </a:solidFill>
                <a:latin typeface="BIZ UDPゴシック" panose="020B0400000000000000" pitchFamily="50" charset="-128"/>
                <a:ea typeface="BIZ UDPゴシック" panose="020B0400000000000000" pitchFamily="50" charset="-128"/>
              </a:rPr>
              <a:t>マイルストーン</a:t>
            </a:r>
            <a:endParaRPr lang="en-US" altLang="ja-JP" sz="1200" dirty="0">
              <a:solidFill>
                <a:schemeClr val="bg1"/>
              </a:solidFill>
              <a:latin typeface="BIZ UDPゴシック" panose="020B0400000000000000" pitchFamily="50" charset="-128"/>
              <a:ea typeface="BIZ UDPゴシック" panose="020B0400000000000000" pitchFamily="50" charset="-128"/>
            </a:endParaRPr>
          </a:p>
        </p:txBody>
      </p:sp>
      <p:sp>
        <p:nvSpPr>
          <p:cNvPr id="40" name="正方形/長方形 39">
            <a:extLst>
              <a:ext uri="{FF2B5EF4-FFF2-40B4-BE49-F238E27FC236}">
                <a16:creationId xmlns:a16="http://schemas.microsoft.com/office/drawing/2014/main" id="{F2E4F69F-E178-6ACE-5CDA-91096F298451}"/>
              </a:ext>
            </a:extLst>
          </p:cNvPr>
          <p:cNvSpPr/>
          <p:nvPr/>
        </p:nvSpPr>
        <p:spPr>
          <a:xfrm>
            <a:off x="1892566" y="5259165"/>
            <a:ext cx="1260209" cy="235274"/>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bg1"/>
                </a:solidFill>
                <a:latin typeface="BIZ UDPゴシック" panose="020B0400000000000000" pitchFamily="50" charset="-128"/>
                <a:ea typeface="BIZ UDPゴシック" panose="020B0400000000000000" pitchFamily="50" charset="-128"/>
              </a:rPr>
              <a:t>マイルストーン</a:t>
            </a:r>
            <a:endParaRPr lang="en-US" altLang="ja-JP" sz="1200" dirty="0">
              <a:solidFill>
                <a:schemeClr val="bg1"/>
              </a:solidFill>
              <a:latin typeface="BIZ UDPゴシック" panose="020B0400000000000000" pitchFamily="50" charset="-128"/>
              <a:ea typeface="BIZ UDPゴシック" panose="020B0400000000000000" pitchFamily="50" charset="-128"/>
            </a:endParaRPr>
          </a:p>
        </p:txBody>
      </p:sp>
      <p:cxnSp>
        <p:nvCxnSpPr>
          <p:cNvPr id="41" name="直線コネクタ 40">
            <a:extLst>
              <a:ext uri="{FF2B5EF4-FFF2-40B4-BE49-F238E27FC236}">
                <a16:creationId xmlns:a16="http://schemas.microsoft.com/office/drawing/2014/main" id="{D4E687D9-5BC3-B199-EBFB-C621F61FD918}"/>
              </a:ext>
            </a:extLst>
          </p:cNvPr>
          <p:cNvCxnSpPr>
            <a:cxnSpLocks/>
          </p:cNvCxnSpPr>
          <p:nvPr/>
        </p:nvCxnSpPr>
        <p:spPr>
          <a:xfrm flipV="1">
            <a:off x="2284473" y="1438992"/>
            <a:ext cx="915896" cy="1"/>
          </a:xfrm>
          <a:prstGeom prst="line">
            <a:avLst/>
          </a:prstGeom>
          <a:ln w="12700">
            <a:solidFill>
              <a:schemeClr val="bg1">
                <a:lumMod val="6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2" name="直線コネクタ 41">
            <a:extLst>
              <a:ext uri="{FF2B5EF4-FFF2-40B4-BE49-F238E27FC236}">
                <a16:creationId xmlns:a16="http://schemas.microsoft.com/office/drawing/2014/main" id="{490EA135-DD74-06F7-B519-72695E43F396}"/>
              </a:ext>
            </a:extLst>
          </p:cNvPr>
          <p:cNvCxnSpPr>
            <a:cxnSpLocks/>
            <a:stCxn id="36" idx="3"/>
            <a:endCxn id="37" idx="1"/>
          </p:cNvCxnSpPr>
          <p:nvPr/>
        </p:nvCxnSpPr>
        <p:spPr>
          <a:xfrm>
            <a:off x="4452265" y="1438992"/>
            <a:ext cx="879052" cy="0"/>
          </a:xfrm>
          <a:prstGeom prst="line">
            <a:avLst/>
          </a:prstGeom>
          <a:ln w="12700">
            <a:solidFill>
              <a:schemeClr val="bg1">
                <a:lumMod val="6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43" name="正方形/長方形 42">
            <a:extLst>
              <a:ext uri="{FF2B5EF4-FFF2-40B4-BE49-F238E27FC236}">
                <a16:creationId xmlns:a16="http://schemas.microsoft.com/office/drawing/2014/main" id="{E86048C8-9867-7490-3D28-2A975D2B5125}"/>
              </a:ext>
            </a:extLst>
          </p:cNvPr>
          <p:cNvSpPr/>
          <p:nvPr/>
        </p:nvSpPr>
        <p:spPr>
          <a:xfrm>
            <a:off x="1892566" y="5525788"/>
            <a:ext cx="1260209" cy="235274"/>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bg1"/>
                </a:solidFill>
                <a:latin typeface="BIZ UDPゴシック" panose="020B0400000000000000" pitchFamily="50" charset="-128"/>
                <a:ea typeface="BIZ UDPゴシック" panose="020B0400000000000000" pitchFamily="50" charset="-128"/>
              </a:rPr>
              <a:t>マイルストーン</a:t>
            </a:r>
            <a:endParaRPr lang="en-US" altLang="ja-JP" sz="1200" dirty="0">
              <a:solidFill>
                <a:schemeClr val="bg1"/>
              </a:solidFill>
              <a:latin typeface="BIZ UDPゴシック" panose="020B0400000000000000" pitchFamily="50" charset="-128"/>
              <a:ea typeface="BIZ UDPゴシック" panose="020B0400000000000000" pitchFamily="50" charset="-128"/>
            </a:endParaRPr>
          </a:p>
        </p:txBody>
      </p:sp>
      <p:sp>
        <p:nvSpPr>
          <p:cNvPr id="44" name="正方形/長方形 43">
            <a:extLst>
              <a:ext uri="{FF2B5EF4-FFF2-40B4-BE49-F238E27FC236}">
                <a16:creationId xmlns:a16="http://schemas.microsoft.com/office/drawing/2014/main" id="{85323E48-F0B7-4E74-9318-907CFA627525}"/>
              </a:ext>
            </a:extLst>
          </p:cNvPr>
          <p:cNvSpPr/>
          <p:nvPr/>
        </p:nvSpPr>
        <p:spPr>
          <a:xfrm>
            <a:off x="1892566" y="5792411"/>
            <a:ext cx="1260209" cy="235274"/>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bg1"/>
                </a:solidFill>
                <a:latin typeface="BIZ UDPゴシック" panose="020B0400000000000000" pitchFamily="50" charset="-128"/>
                <a:ea typeface="BIZ UDPゴシック" panose="020B0400000000000000" pitchFamily="50" charset="-128"/>
              </a:rPr>
              <a:t>マイルストーン</a:t>
            </a:r>
            <a:endParaRPr lang="en-US" altLang="ja-JP" sz="1200" dirty="0">
              <a:solidFill>
                <a:schemeClr val="bg1"/>
              </a:solidFill>
              <a:latin typeface="BIZ UDPゴシック" panose="020B0400000000000000" pitchFamily="50" charset="-128"/>
              <a:ea typeface="BIZ UDPゴシック" panose="020B0400000000000000" pitchFamily="50" charset="-128"/>
            </a:endParaRPr>
          </a:p>
        </p:txBody>
      </p:sp>
      <p:sp>
        <p:nvSpPr>
          <p:cNvPr id="45" name="正方形/長方形 44">
            <a:extLst>
              <a:ext uri="{FF2B5EF4-FFF2-40B4-BE49-F238E27FC236}">
                <a16:creationId xmlns:a16="http://schemas.microsoft.com/office/drawing/2014/main" id="{A888430F-38E3-D266-0C35-44205C429640}"/>
              </a:ext>
            </a:extLst>
          </p:cNvPr>
          <p:cNvSpPr/>
          <p:nvPr/>
        </p:nvSpPr>
        <p:spPr>
          <a:xfrm>
            <a:off x="4126611" y="4725634"/>
            <a:ext cx="1260209" cy="235274"/>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bg1"/>
                </a:solidFill>
                <a:latin typeface="BIZ UDPゴシック" panose="020B0400000000000000" pitchFamily="50" charset="-128"/>
                <a:ea typeface="BIZ UDPゴシック" panose="020B0400000000000000" pitchFamily="50" charset="-128"/>
              </a:rPr>
              <a:t>マイルストーン</a:t>
            </a:r>
            <a:endParaRPr lang="en-US" altLang="ja-JP" sz="1200" dirty="0">
              <a:solidFill>
                <a:schemeClr val="bg1"/>
              </a:solidFill>
              <a:latin typeface="BIZ UDPゴシック" panose="020B0400000000000000" pitchFamily="50" charset="-128"/>
              <a:ea typeface="BIZ UDPゴシック" panose="020B0400000000000000" pitchFamily="50" charset="-128"/>
            </a:endParaRPr>
          </a:p>
        </p:txBody>
      </p:sp>
      <p:sp>
        <p:nvSpPr>
          <p:cNvPr id="46" name="正方形/長方形 45">
            <a:extLst>
              <a:ext uri="{FF2B5EF4-FFF2-40B4-BE49-F238E27FC236}">
                <a16:creationId xmlns:a16="http://schemas.microsoft.com/office/drawing/2014/main" id="{85195A65-AFC1-1F2B-55DA-932A554144C4}"/>
              </a:ext>
            </a:extLst>
          </p:cNvPr>
          <p:cNvSpPr/>
          <p:nvPr/>
        </p:nvSpPr>
        <p:spPr>
          <a:xfrm>
            <a:off x="4126611" y="4992542"/>
            <a:ext cx="1260209" cy="235274"/>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bg1"/>
                </a:solidFill>
                <a:latin typeface="BIZ UDPゴシック" panose="020B0400000000000000" pitchFamily="50" charset="-128"/>
                <a:ea typeface="BIZ UDPゴシック" panose="020B0400000000000000" pitchFamily="50" charset="-128"/>
              </a:rPr>
              <a:t>マイルストーン</a:t>
            </a:r>
            <a:endParaRPr lang="en-US" altLang="ja-JP" sz="1200" dirty="0">
              <a:solidFill>
                <a:schemeClr val="bg1"/>
              </a:solidFill>
              <a:latin typeface="BIZ UDPゴシック" panose="020B0400000000000000" pitchFamily="50" charset="-128"/>
              <a:ea typeface="BIZ UDPゴシック" panose="020B0400000000000000" pitchFamily="50" charset="-128"/>
            </a:endParaRPr>
          </a:p>
        </p:txBody>
      </p:sp>
      <p:sp>
        <p:nvSpPr>
          <p:cNvPr id="47" name="正方形/長方形 46">
            <a:extLst>
              <a:ext uri="{FF2B5EF4-FFF2-40B4-BE49-F238E27FC236}">
                <a16:creationId xmlns:a16="http://schemas.microsoft.com/office/drawing/2014/main" id="{CA92E6D5-1BB7-948D-92A9-6A49437799CF}"/>
              </a:ext>
            </a:extLst>
          </p:cNvPr>
          <p:cNvSpPr/>
          <p:nvPr/>
        </p:nvSpPr>
        <p:spPr>
          <a:xfrm>
            <a:off x="4126611" y="5259165"/>
            <a:ext cx="1260209" cy="235274"/>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bg1"/>
                </a:solidFill>
                <a:latin typeface="BIZ UDPゴシック" panose="020B0400000000000000" pitchFamily="50" charset="-128"/>
                <a:ea typeface="BIZ UDPゴシック" panose="020B0400000000000000" pitchFamily="50" charset="-128"/>
              </a:rPr>
              <a:t>マイルストーン</a:t>
            </a:r>
            <a:endParaRPr lang="en-US" altLang="ja-JP" sz="1200" dirty="0">
              <a:solidFill>
                <a:schemeClr val="bg1"/>
              </a:solidFill>
              <a:latin typeface="BIZ UDPゴシック" panose="020B0400000000000000" pitchFamily="50" charset="-128"/>
              <a:ea typeface="BIZ UDPゴシック" panose="020B0400000000000000" pitchFamily="50" charset="-128"/>
            </a:endParaRPr>
          </a:p>
        </p:txBody>
      </p:sp>
      <p:sp>
        <p:nvSpPr>
          <p:cNvPr id="48" name="正方形/長方形 47">
            <a:extLst>
              <a:ext uri="{FF2B5EF4-FFF2-40B4-BE49-F238E27FC236}">
                <a16:creationId xmlns:a16="http://schemas.microsoft.com/office/drawing/2014/main" id="{21C03496-4038-F9D8-1293-685D7251ED3B}"/>
              </a:ext>
            </a:extLst>
          </p:cNvPr>
          <p:cNvSpPr/>
          <p:nvPr/>
        </p:nvSpPr>
        <p:spPr>
          <a:xfrm>
            <a:off x="4126611" y="5525788"/>
            <a:ext cx="1260209" cy="235274"/>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bg1"/>
                </a:solidFill>
                <a:latin typeface="BIZ UDPゴシック" panose="020B0400000000000000" pitchFamily="50" charset="-128"/>
                <a:ea typeface="BIZ UDPゴシック" panose="020B0400000000000000" pitchFamily="50" charset="-128"/>
              </a:rPr>
              <a:t>マイルストーン</a:t>
            </a:r>
            <a:endParaRPr lang="en-US" altLang="ja-JP" sz="1200" dirty="0">
              <a:solidFill>
                <a:schemeClr val="bg1"/>
              </a:solidFill>
              <a:latin typeface="BIZ UDPゴシック" panose="020B0400000000000000" pitchFamily="50" charset="-128"/>
              <a:ea typeface="BIZ UDPゴシック" panose="020B0400000000000000" pitchFamily="50" charset="-128"/>
            </a:endParaRPr>
          </a:p>
        </p:txBody>
      </p:sp>
      <p:sp>
        <p:nvSpPr>
          <p:cNvPr id="49" name="正方形/長方形 48">
            <a:extLst>
              <a:ext uri="{FF2B5EF4-FFF2-40B4-BE49-F238E27FC236}">
                <a16:creationId xmlns:a16="http://schemas.microsoft.com/office/drawing/2014/main" id="{4B7DAF4B-DCCD-5BBF-A39E-0B7B3D664831}"/>
              </a:ext>
            </a:extLst>
          </p:cNvPr>
          <p:cNvSpPr/>
          <p:nvPr/>
        </p:nvSpPr>
        <p:spPr>
          <a:xfrm>
            <a:off x="4126611" y="5792411"/>
            <a:ext cx="1260209" cy="235274"/>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bg1"/>
                </a:solidFill>
                <a:latin typeface="BIZ UDPゴシック" panose="020B0400000000000000" pitchFamily="50" charset="-128"/>
                <a:ea typeface="BIZ UDPゴシック" panose="020B0400000000000000" pitchFamily="50" charset="-128"/>
              </a:rPr>
              <a:t>マイルストーン</a:t>
            </a:r>
            <a:endParaRPr lang="en-US" altLang="ja-JP" sz="1200" dirty="0">
              <a:solidFill>
                <a:schemeClr val="bg1"/>
              </a:solidFill>
              <a:latin typeface="BIZ UDPゴシック" panose="020B0400000000000000" pitchFamily="50" charset="-128"/>
              <a:ea typeface="BIZ UDPゴシック" panose="020B0400000000000000" pitchFamily="50" charset="-128"/>
            </a:endParaRPr>
          </a:p>
        </p:txBody>
      </p:sp>
      <p:sp>
        <p:nvSpPr>
          <p:cNvPr id="50" name="正方形/長方形 49">
            <a:extLst>
              <a:ext uri="{FF2B5EF4-FFF2-40B4-BE49-F238E27FC236}">
                <a16:creationId xmlns:a16="http://schemas.microsoft.com/office/drawing/2014/main" id="{7D726C44-9A54-37F8-978E-C8F4B459ED1E}"/>
              </a:ext>
            </a:extLst>
          </p:cNvPr>
          <p:cNvSpPr/>
          <p:nvPr/>
        </p:nvSpPr>
        <p:spPr>
          <a:xfrm>
            <a:off x="6320232" y="4725634"/>
            <a:ext cx="1260209" cy="235274"/>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bg1"/>
                </a:solidFill>
                <a:latin typeface="BIZ UDPゴシック" panose="020B0400000000000000" pitchFamily="50" charset="-128"/>
                <a:ea typeface="BIZ UDPゴシック" panose="020B0400000000000000" pitchFamily="50" charset="-128"/>
              </a:rPr>
              <a:t>マイルストーン</a:t>
            </a:r>
            <a:endParaRPr lang="en-US" altLang="ja-JP" sz="1200" dirty="0">
              <a:solidFill>
                <a:schemeClr val="bg1"/>
              </a:solidFill>
              <a:latin typeface="BIZ UDPゴシック" panose="020B0400000000000000" pitchFamily="50" charset="-128"/>
              <a:ea typeface="BIZ UDPゴシック" panose="020B0400000000000000" pitchFamily="50" charset="-128"/>
            </a:endParaRPr>
          </a:p>
        </p:txBody>
      </p:sp>
      <p:sp>
        <p:nvSpPr>
          <p:cNvPr id="51" name="正方形/長方形 50">
            <a:extLst>
              <a:ext uri="{FF2B5EF4-FFF2-40B4-BE49-F238E27FC236}">
                <a16:creationId xmlns:a16="http://schemas.microsoft.com/office/drawing/2014/main" id="{45E0EE37-ABB7-50AA-9E0A-722DD6A9885D}"/>
              </a:ext>
            </a:extLst>
          </p:cNvPr>
          <p:cNvSpPr/>
          <p:nvPr/>
        </p:nvSpPr>
        <p:spPr>
          <a:xfrm>
            <a:off x="6320232" y="4992542"/>
            <a:ext cx="1260209" cy="235274"/>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bg1"/>
                </a:solidFill>
                <a:latin typeface="BIZ UDPゴシック" panose="020B0400000000000000" pitchFamily="50" charset="-128"/>
                <a:ea typeface="BIZ UDPゴシック" panose="020B0400000000000000" pitchFamily="50" charset="-128"/>
              </a:rPr>
              <a:t>マイルストーン</a:t>
            </a:r>
            <a:endParaRPr lang="en-US" altLang="ja-JP" sz="1200" dirty="0">
              <a:solidFill>
                <a:schemeClr val="bg1"/>
              </a:solidFill>
              <a:latin typeface="BIZ UDPゴシック" panose="020B0400000000000000" pitchFamily="50" charset="-128"/>
              <a:ea typeface="BIZ UDPゴシック" panose="020B0400000000000000" pitchFamily="50" charset="-128"/>
            </a:endParaRPr>
          </a:p>
        </p:txBody>
      </p:sp>
      <p:sp>
        <p:nvSpPr>
          <p:cNvPr id="52" name="正方形/長方形 51">
            <a:extLst>
              <a:ext uri="{FF2B5EF4-FFF2-40B4-BE49-F238E27FC236}">
                <a16:creationId xmlns:a16="http://schemas.microsoft.com/office/drawing/2014/main" id="{521A25B0-16A8-C102-0D0B-B9C39CC6EBC7}"/>
              </a:ext>
            </a:extLst>
          </p:cNvPr>
          <p:cNvSpPr/>
          <p:nvPr/>
        </p:nvSpPr>
        <p:spPr>
          <a:xfrm>
            <a:off x="6320232" y="5259165"/>
            <a:ext cx="1260209" cy="235274"/>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bg1"/>
                </a:solidFill>
                <a:latin typeface="BIZ UDPゴシック" panose="020B0400000000000000" pitchFamily="50" charset="-128"/>
                <a:ea typeface="BIZ UDPゴシック" panose="020B0400000000000000" pitchFamily="50" charset="-128"/>
              </a:rPr>
              <a:t>マイルストーン</a:t>
            </a:r>
            <a:endParaRPr lang="en-US" altLang="ja-JP" sz="1200" dirty="0">
              <a:solidFill>
                <a:schemeClr val="bg1"/>
              </a:solidFill>
              <a:latin typeface="BIZ UDPゴシック" panose="020B0400000000000000" pitchFamily="50" charset="-128"/>
              <a:ea typeface="BIZ UDPゴシック" panose="020B0400000000000000" pitchFamily="50" charset="-128"/>
            </a:endParaRPr>
          </a:p>
        </p:txBody>
      </p:sp>
      <p:sp>
        <p:nvSpPr>
          <p:cNvPr id="53" name="正方形/長方形 52">
            <a:extLst>
              <a:ext uri="{FF2B5EF4-FFF2-40B4-BE49-F238E27FC236}">
                <a16:creationId xmlns:a16="http://schemas.microsoft.com/office/drawing/2014/main" id="{B05DAD37-7744-86BD-B944-CF5A7518E278}"/>
              </a:ext>
            </a:extLst>
          </p:cNvPr>
          <p:cNvSpPr/>
          <p:nvPr/>
        </p:nvSpPr>
        <p:spPr>
          <a:xfrm>
            <a:off x="6320232" y="5525788"/>
            <a:ext cx="1260209" cy="235274"/>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bg1"/>
                </a:solidFill>
                <a:latin typeface="BIZ UDPゴシック" panose="020B0400000000000000" pitchFamily="50" charset="-128"/>
                <a:ea typeface="BIZ UDPゴシック" panose="020B0400000000000000" pitchFamily="50" charset="-128"/>
              </a:rPr>
              <a:t>マイルストーン</a:t>
            </a:r>
            <a:endParaRPr lang="en-US" altLang="ja-JP" sz="1200" dirty="0">
              <a:solidFill>
                <a:schemeClr val="bg1"/>
              </a:solidFill>
              <a:latin typeface="BIZ UDPゴシック" panose="020B0400000000000000" pitchFamily="50" charset="-128"/>
              <a:ea typeface="BIZ UDPゴシック" panose="020B0400000000000000" pitchFamily="50" charset="-128"/>
            </a:endParaRPr>
          </a:p>
        </p:txBody>
      </p:sp>
      <p:sp>
        <p:nvSpPr>
          <p:cNvPr id="54" name="正方形/長方形 53">
            <a:extLst>
              <a:ext uri="{FF2B5EF4-FFF2-40B4-BE49-F238E27FC236}">
                <a16:creationId xmlns:a16="http://schemas.microsoft.com/office/drawing/2014/main" id="{9286FA42-C2CC-85DC-C2B6-F59D92867B04}"/>
              </a:ext>
            </a:extLst>
          </p:cNvPr>
          <p:cNvSpPr/>
          <p:nvPr/>
        </p:nvSpPr>
        <p:spPr>
          <a:xfrm>
            <a:off x="6320232" y="5792411"/>
            <a:ext cx="1260209" cy="235274"/>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bg1"/>
                </a:solidFill>
                <a:latin typeface="BIZ UDPゴシック" panose="020B0400000000000000" pitchFamily="50" charset="-128"/>
                <a:ea typeface="BIZ UDPゴシック" panose="020B0400000000000000" pitchFamily="50" charset="-128"/>
              </a:rPr>
              <a:t>マイルストーン</a:t>
            </a:r>
            <a:endParaRPr lang="en-US" altLang="ja-JP" sz="1200" dirty="0">
              <a:solidFill>
                <a:schemeClr val="bg1"/>
              </a:solidFill>
              <a:latin typeface="BIZ UDPゴシック" panose="020B0400000000000000" pitchFamily="50" charset="-128"/>
              <a:ea typeface="BIZ UDPゴシック" panose="020B0400000000000000" pitchFamily="50" charset="-128"/>
            </a:endParaRPr>
          </a:p>
        </p:txBody>
      </p:sp>
      <p:sp>
        <p:nvSpPr>
          <p:cNvPr id="55" name="正方形/長方形 54">
            <a:extLst>
              <a:ext uri="{FF2B5EF4-FFF2-40B4-BE49-F238E27FC236}">
                <a16:creationId xmlns:a16="http://schemas.microsoft.com/office/drawing/2014/main" id="{A53AD54F-012C-FD0A-04AD-3F800429D5A1}"/>
              </a:ext>
            </a:extLst>
          </p:cNvPr>
          <p:cNvSpPr/>
          <p:nvPr/>
        </p:nvSpPr>
        <p:spPr>
          <a:xfrm>
            <a:off x="8513853" y="4733944"/>
            <a:ext cx="1260209" cy="235274"/>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bg1"/>
                </a:solidFill>
                <a:latin typeface="BIZ UDPゴシック" panose="020B0400000000000000" pitchFamily="50" charset="-128"/>
                <a:ea typeface="BIZ UDPゴシック" panose="020B0400000000000000" pitchFamily="50" charset="-128"/>
              </a:rPr>
              <a:t>マイルストーン</a:t>
            </a:r>
            <a:endParaRPr lang="en-US" altLang="ja-JP" sz="1200" dirty="0">
              <a:solidFill>
                <a:schemeClr val="bg1"/>
              </a:solidFill>
              <a:latin typeface="BIZ UDPゴシック" panose="020B0400000000000000" pitchFamily="50" charset="-128"/>
              <a:ea typeface="BIZ UDPゴシック" panose="020B0400000000000000" pitchFamily="50" charset="-128"/>
            </a:endParaRPr>
          </a:p>
        </p:txBody>
      </p:sp>
      <p:sp>
        <p:nvSpPr>
          <p:cNvPr id="56" name="正方形/長方形 55">
            <a:extLst>
              <a:ext uri="{FF2B5EF4-FFF2-40B4-BE49-F238E27FC236}">
                <a16:creationId xmlns:a16="http://schemas.microsoft.com/office/drawing/2014/main" id="{13D10860-F991-1C53-01DA-4ACA11ACE1A8}"/>
              </a:ext>
            </a:extLst>
          </p:cNvPr>
          <p:cNvSpPr/>
          <p:nvPr/>
        </p:nvSpPr>
        <p:spPr>
          <a:xfrm>
            <a:off x="8513853" y="5000852"/>
            <a:ext cx="1260209" cy="235274"/>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bg1"/>
                </a:solidFill>
                <a:latin typeface="BIZ UDPゴシック" panose="020B0400000000000000" pitchFamily="50" charset="-128"/>
                <a:ea typeface="BIZ UDPゴシック" panose="020B0400000000000000" pitchFamily="50" charset="-128"/>
              </a:rPr>
              <a:t>マイルストーン</a:t>
            </a:r>
            <a:endParaRPr lang="en-US" altLang="ja-JP" sz="1200" dirty="0">
              <a:solidFill>
                <a:schemeClr val="bg1"/>
              </a:solidFill>
              <a:latin typeface="BIZ UDPゴシック" panose="020B0400000000000000" pitchFamily="50" charset="-128"/>
              <a:ea typeface="BIZ UDPゴシック" panose="020B0400000000000000" pitchFamily="50" charset="-128"/>
            </a:endParaRPr>
          </a:p>
        </p:txBody>
      </p:sp>
      <p:sp>
        <p:nvSpPr>
          <p:cNvPr id="57" name="正方形/長方形 56">
            <a:extLst>
              <a:ext uri="{FF2B5EF4-FFF2-40B4-BE49-F238E27FC236}">
                <a16:creationId xmlns:a16="http://schemas.microsoft.com/office/drawing/2014/main" id="{C51CC8A8-1B06-B50B-F6C5-E0C0CEC02744}"/>
              </a:ext>
            </a:extLst>
          </p:cNvPr>
          <p:cNvSpPr/>
          <p:nvPr/>
        </p:nvSpPr>
        <p:spPr>
          <a:xfrm>
            <a:off x="8513853" y="5267475"/>
            <a:ext cx="1260209" cy="235274"/>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bg1"/>
                </a:solidFill>
                <a:latin typeface="BIZ UDPゴシック" panose="020B0400000000000000" pitchFamily="50" charset="-128"/>
                <a:ea typeface="BIZ UDPゴシック" panose="020B0400000000000000" pitchFamily="50" charset="-128"/>
              </a:rPr>
              <a:t>マイルストーン</a:t>
            </a:r>
            <a:endParaRPr lang="en-US" altLang="ja-JP" sz="1200" dirty="0">
              <a:solidFill>
                <a:schemeClr val="bg1"/>
              </a:solidFill>
              <a:latin typeface="BIZ UDPゴシック" panose="020B0400000000000000" pitchFamily="50" charset="-128"/>
              <a:ea typeface="BIZ UDPゴシック" panose="020B0400000000000000" pitchFamily="50" charset="-128"/>
            </a:endParaRPr>
          </a:p>
        </p:txBody>
      </p:sp>
      <p:sp>
        <p:nvSpPr>
          <p:cNvPr id="58" name="正方形/長方形 57">
            <a:extLst>
              <a:ext uri="{FF2B5EF4-FFF2-40B4-BE49-F238E27FC236}">
                <a16:creationId xmlns:a16="http://schemas.microsoft.com/office/drawing/2014/main" id="{05FF7D90-F4D8-8DD0-8088-DFCCD4C4065D}"/>
              </a:ext>
            </a:extLst>
          </p:cNvPr>
          <p:cNvSpPr/>
          <p:nvPr/>
        </p:nvSpPr>
        <p:spPr>
          <a:xfrm>
            <a:off x="8513853" y="5534098"/>
            <a:ext cx="1260209" cy="235274"/>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bg1"/>
                </a:solidFill>
                <a:latin typeface="BIZ UDPゴシック" panose="020B0400000000000000" pitchFamily="50" charset="-128"/>
                <a:ea typeface="BIZ UDPゴシック" panose="020B0400000000000000" pitchFamily="50" charset="-128"/>
              </a:rPr>
              <a:t>マイルストーン</a:t>
            </a:r>
            <a:endParaRPr lang="en-US" altLang="ja-JP" sz="1200" dirty="0">
              <a:solidFill>
                <a:schemeClr val="bg1"/>
              </a:solidFill>
              <a:latin typeface="BIZ UDPゴシック" panose="020B0400000000000000" pitchFamily="50" charset="-128"/>
              <a:ea typeface="BIZ UDPゴシック" panose="020B0400000000000000" pitchFamily="50" charset="-128"/>
            </a:endParaRPr>
          </a:p>
        </p:txBody>
      </p:sp>
      <p:sp>
        <p:nvSpPr>
          <p:cNvPr id="59" name="正方形/長方形 58">
            <a:extLst>
              <a:ext uri="{FF2B5EF4-FFF2-40B4-BE49-F238E27FC236}">
                <a16:creationId xmlns:a16="http://schemas.microsoft.com/office/drawing/2014/main" id="{841315CC-F7DE-9B8A-EA11-4E53BA1DCBC9}"/>
              </a:ext>
            </a:extLst>
          </p:cNvPr>
          <p:cNvSpPr/>
          <p:nvPr/>
        </p:nvSpPr>
        <p:spPr>
          <a:xfrm>
            <a:off x="8513853" y="5800721"/>
            <a:ext cx="1260209" cy="235274"/>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bg1"/>
                </a:solidFill>
                <a:latin typeface="BIZ UDPゴシック" panose="020B0400000000000000" pitchFamily="50" charset="-128"/>
                <a:ea typeface="BIZ UDPゴシック" panose="020B0400000000000000" pitchFamily="50" charset="-128"/>
              </a:rPr>
              <a:t>マイルストーン</a:t>
            </a:r>
            <a:endParaRPr lang="en-US" altLang="ja-JP" sz="1200" dirty="0">
              <a:solidFill>
                <a:schemeClr val="bg1"/>
              </a:solidFill>
              <a:latin typeface="BIZ UDPゴシック" panose="020B0400000000000000" pitchFamily="50" charset="-128"/>
              <a:ea typeface="BIZ UDPゴシック" panose="020B0400000000000000" pitchFamily="50" charset="-128"/>
            </a:endParaRPr>
          </a:p>
        </p:txBody>
      </p:sp>
      <p:sp>
        <p:nvSpPr>
          <p:cNvPr id="60" name="正方形/長方形 59">
            <a:extLst>
              <a:ext uri="{FF2B5EF4-FFF2-40B4-BE49-F238E27FC236}">
                <a16:creationId xmlns:a16="http://schemas.microsoft.com/office/drawing/2014/main" id="{91BC0825-65D4-CBB4-EB1A-DE8E33EA6583}"/>
              </a:ext>
            </a:extLst>
          </p:cNvPr>
          <p:cNvSpPr/>
          <p:nvPr/>
        </p:nvSpPr>
        <p:spPr>
          <a:xfrm>
            <a:off x="10689958" y="4733944"/>
            <a:ext cx="1260209" cy="235274"/>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bg1"/>
                </a:solidFill>
                <a:latin typeface="BIZ UDPゴシック" panose="020B0400000000000000" pitchFamily="50" charset="-128"/>
                <a:ea typeface="BIZ UDPゴシック" panose="020B0400000000000000" pitchFamily="50" charset="-128"/>
              </a:rPr>
              <a:t>マイルストーン</a:t>
            </a:r>
            <a:endParaRPr lang="en-US" altLang="ja-JP" sz="1200" dirty="0">
              <a:solidFill>
                <a:schemeClr val="bg1"/>
              </a:solidFill>
              <a:latin typeface="BIZ UDPゴシック" panose="020B0400000000000000" pitchFamily="50" charset="-128"/>
              <a:ea typeface="BIZ UDPゴシック" panose="020B0400000000000000" pitchFamily="50" charset="-128"/>
            </a:endParaRPr>
          </a:p>
        </p:txBody>
      </p:sp>
      <p:sp>
        <p:nvSpPr>
          <p:cNvPr id="61" name="正方形/長方形 60">
            <a:extLst>
              <a:ext uri="{FF2B5EF4-FFF2-40B4-BE49-F238E27FC236}">
                <a16:creationId xmlns:a16="http://schemas.microsoft.com/office/drawing/2014/main" id="{3F49F50D-6835-B149-EA7F-09CB51712FC5}"/>
              </a:ext>
            </a:extLst>
          </p:cNvPr>
          <p:cNvSpPr/>
          <p:nvPr/>
        </p:nvSpPr>
        <p:spPr>
          <a:xfrm>
            <a:off x="10689958" y="5000852"/>
            <a:ext cx="1260209" cy="235274"/>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bg1"/>
                </a:solidFill>
                <a:latin typeface="BIZ UDPゴシック" panose="020B0400000000000000" pitchFamily="50" charset="-128"/>
                <a:ea typeface="BIZ UDPゴシック" panose="020B0400000000000000" pitchFamily="50" charset="-128"/>
              </a:rPr>
              <a:t>マイルストーン</a:t>
            </a:r>
            <a:endParaRPr lang="en-US" altLang="ja-JP" sz="1200" dirty="0">
              <a:solidFill>
                <a:schemeClr val="bg1"/>
              </a:solidFill>
              <a:latin typeface="BIZ UDPゴシック" panose="020B0400000000000000" pitchFamily="50" charset="-128"/>
              <a:ea typeface="BIZ UDPゴシック" panose="020B0400000000000000" pitchFamily="50" charset="-128"/>
            </a:endParaRPr>
          </a:p>
        </p:txBody>
      </p:sp>
      <p:sp>
        <p:nvSpPr>
          <p:cNvPr id="62" name="正方形/長方形 61">
            <a:extLst>
              <a:ext uri="{FF2B5EF4-FFF2-40B4-BE49-F238E27FC236}">
                <a16:creationId xmlns:a16="http://schemas.microsoft.com/office/drawing/2014/main" id="{ACD8599C-A06E-A279-2A5C-205473CC89A3}"/>
              </a:ext>
            </a:extLst>
          </p:cNvPr>
          <p:cNvSpPr/>
          <p:nvPr/>
        </p:nvSpPr>
        <p:spPr>
          <a:xfrm>
            <a:off x="10689958" y="5267475"/>
            <a:ext cx="1260209" cy="235274"/>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bg1"/>
                </a:solidFill>
                <a:latin typeface="BIZ UDPゴシック" panose="020B0400000000000000" pitchFamily="50" charset="-128"/>
                <a:ea typeface="BIZ UDPゴシック" panose="020B0400000000000000" pitchFamily="50" charset="-128"/>
              </a:rPr>
              <a:t>マイルストーン</a:t>
            </a:r>
            <a:endParaRPr lang="en-US" altLang="ja-JP" sz="1200" dirty="0">
              <a:solidFill>
                <a:schemeClr val="bg1"/>
              </a:solidFill>
              <a:latin typeface="BIZ UDPゴシック" panose="020B0400000000000000" pitchFamily="50" charset="-128"/>
              <a:ea typeface="BIZ UDPゴシック" panose="020B0400000000000000" pitchFamily="50" charset="-128"/>
            </a:endParaRPr>
          </a:p>
        </p:txBody>
      </p:sp>
      <p:sp>
        <p:nvSpPr>
          <p:cNvPr id="63" name="正方形/長方形 62">
            <a:extLst>
              <a:ext uri="{FF2B5EF4-FFF2-40B4-BE49-F238E27FC236}">
                <a16:creationId xmlns:a16="http://schemas.microsoft.com/office/drawing/2014/main" id="{898868AA-0D24-1E0F-C359-650AFCB1DC87}"/>
              </a:ext>
            </a:extLst>
          </p:cNvPr>
          <p:cNvSpPr/>
          <p:nvPr/>
        </p:nvSpPr>
        <p:spPr>
          <a:xfrm>
            <a:off x="10689958" y="5534098"/>
            <a:ext cx="1260209" cy="235274"/>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bg1"/>
                </a:solidFill>
                <a:latin typeface="BIZ UDPゴシック" panose="020B0400000000000000" pitchFamily="50" charset="-128"/>
                <a:ea typeface="BIZ UDPゴシック" panose="020B0400000000000000" pitchFamily="50" charset="-128"/>
              </a:rPr>
              <a:t>マイルストーン</a:t>
            </a:r>
            <a:endParaRPr lang="en-US" altLang="ja-JP" sz="1200" dirty="0">
              <a:solidFill>
                <a:schemeClr val="bg1"/>
              </a:solidFill>
              <a:latin typeface="BIZ UDPゴシック" panose="020B0400000000000000" pitchFamily="50" charset="-128"/>
              <a:ea typeface="BIZ UDPゴシック" panose="020B0400000000000000" pitchFamily="50" charset="-128"/>
            </a:endParaRPr>
          </a:p>
        </p:txBody>
      </p:sp>
      <p:sp>
        <p:nvSpPr>
          <p:cNvPr id="64" name="正方形/長方形 63">
            <a:extLst>
              <a:ext uri="{FF2B5EF4-FFF2-40B4-BE49-F238E27FC236}">
                <a16:creationId xmlns:a16="http://schemas.microsoft.com/office/drawing/2014/main" id="{D13E213A-997D-626D-1014-79939509F9D8}"/>
              </a:ext>
            </a:extLst>
          </p:cNvPr>
          <p:cNvSpPr/>
          <p:nvPr/>
        </p:nvSpPr>
        <p:spPr>
          <a:xfrm>
            <a:off x="10689958" y="5800721"/>
            <a:ext cx="1260209" cy="235274"/>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bg1"/>
                </a:solidFill>
                <a:latin typeface="BIZ UDPゴシック" panose="020B0400000000000000" pitchFamily="50" charset="-128"/>
                <a:ea typeface="BIZ UDPゴシック" panose="020B0400000000000000" pitchFamily="50" charset="-128"/>
              </a:rPr>
              <a:t>マイルストーン</a:t>
            </a:r>
            <a:endParaRPr lang="en-US" altLang="ja-JP" sz="1200" dirty="0">
              <a:solidFill>
                <a:schemeClr val="bg1"/>
              </a:solidFill>
              <a:latin typeface="BIZ UDPゴシック" panose="020B0400000000000000" pitchFamily="50" charset="-128"/>
              <a:ea typeface="BIZ UDPゴシック" panose="020B0400000000000000" pitchFamily="50" charset="-128"/>
            </a:endParaRPr>
          </a:p>
        </p:txBody>
      </p:sp>
      <p:cxnSp>
        <p:nvCxnSpPr>
          <p:cNvPr id="65" name="直線コネクタ 64">
            <a:extLst>
              <a:ext uri="{FF2B5EF4-FFF2-40B4-BE49-F238E27FC236}">
                <a16:creationId xmlns:a16="http://schemas.microsoft.com/office/drawing/2014/main" id="{77BECA9C-A530-776D-D4D6-2D2A22F551D5}"/>
              </a:ext>
            </a:extLst>
          </p:cNvPr>
          <p:cNvCxnSpPr>
            <a:cxnSpLocks/>
          </p:cNvCxnSpPr>
          <p:nvPr/>
        </p:nvCxnSpPr>
        <p:spPr>
          <a:xfrm>
            <a:off x="360000" y="1793596"/>
            <a:ext cx="11520000" cy="0"/>
          </a:xfrm>
          <a:prstGeom prst="line">
            <a:avLst/>
          </a:prstGeom>
          <a:ln>
            <a:solidFill>
              <a:schemeClr val="bg1">
                <a:lumMod val="75000"/>
              </a:schemeClr>
            </a:solidFill>
            <a:prstDash val="sysDash"/>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66" name="直線コネクタ 65">
            <a:extLst>
              <a:ext uri="{FF2B5EF4-FFF2-40B4-BE49-F238E27FC236}">
                <a16:creationId xmlns:a16="http://schemas.microsoft.com/office/drawing/2014/main" id="{0E3E6331-6E24-CCF1-3602-FEE9F9CB5D6C}"/>
              </a:ext>
            </a:extLst>
          </p:cNvPr>
          <p:cNvCxnSpPr>
            <a:cxnSpLocks/>
          </p:cNvCxnSpPr>
          <p:nvPr/>
        </p:nvCxnSpPr>
        <p:spPr>
          <a:xfrm>
            <a:off x="360000" y="4586575"/>
            <a:ext cx="11520000" cy="0"/>
          </a:xfrm>
          <a:prstGeom prst="line">
            <a:avLst/>
          </a:prstGeom>
          <a:ln>
            <a:solidFill>
              <a:schemeClr val="bg1">
                <a:lumMod val="75000"/>
              </a:schemeClr>
            </a:solidFill>
            <a:prstDash val="sysDash"/>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67" name="直線コネクタ 66">
            <a:extLst>
              <a:ext uri="{FF2B5EF4-FFF2-40B4-BE49-F238E27FC236}">
                <a16:creationId xmlns:a16="http://schemas.microsoft.com/office/drawing/2014/main" id="{DD4E8D18-D8BA-DB15-4CE6-7C9517C9ED91}"/>
              </a:ext>
            </a:extLst>
          </p:cNvPr>
          <p:cNvCxnSpPr>
            <a:cxnSpLocks/>
          </p:cNvCxnSpPr>
          <p:nvPr/>
        </p:nvCxnSpPr>
        <p:spPr>
          <a:xfrm>
            <a:off x="360000" y="2931265"/>
            <a:ext cx="11520000" cy="0"/>
          </a:xfrm>
          <a:prstGeom prst="line">
            <a:avLst/>
          </a:prstGeom>
          <a:ln>
            <a:solidFill>
              <a:schemeClr val="bg1">
                <a:lumMod val="75000"/>
              </a:schemeClr>
            </a:solidFill>
            <a:prstDash val="sysDash"/>
            <a:headEnd type="none" w="med" len="med"/>
            <a:tailEnd type="none"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230935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7C049-CB8F-9311-925D-FF160C543B1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FA5ECB5-1A55-9EDB-6021-150B60A9B6B8}"/>
              </a:ext>
            </a:extLst>
          </p:cNvPr>
          <p:cNvSpPr>
            <a:spLocks noGrp="1"/>
          </p:cNvSpPr>
          <p:nvPr>
            <p:ph type="ctrTitle"/>
          </p:nvPr>
        </p:nvSpPr>
        <p:spPr/>
        <p:txBody>
          <a:bodyPr/>
          <a:lstStyle/>
          <a:p>
            <a:r>
              <a:rPr lang="ja-JP" altLang="en-US" dirty="0"/>
              <a:t>分析：詳細化</a:t>
            </a:r>
            <a:endParaRPr kumimoji="1" lang="ja-JP" altLang="en-US" dirty="0"/>
          </a:p>
        </p:txBody>
      </p:sp>
      <p:sp>
        <p:nvSpPr>
          <p:cNvPr id="3" name="字幕 2">
            <a:extLst>
              <a:ext uri="{FF2B5EF4-FFF2-40B4-BE49-F238E27FC236}">
                <a16:creationId xmlns:a16="http://schemas.microsoft.com/office/drawing/2014/main" id="{517C5984-CF69-2397-BE18-6CE0E52687BC}"/>
              </a:ext>
            </a:extLst>
          </p:cNvPr>
          <p:cNvSpPr>
            <a:spLocks noGrp="1"/>
          </p:cNvSpPr>
          <p:nvPr>
            <p:ph type="subTitle"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E6BE0090-B195-F9A6-561F-3729B56C46A7}"/>
              </a:ext>
            </a:extLst>
          </p:cNvPr>
          <p:cNvSpPr>
            <a:spLocks noGrp="1"/>
          </p:cNvSpPr>
          <p:nvPr>
            <p:ph type="sldNum" sz="quarter" idx="12"/>
          </p:nvPr>
        </p:nvSpPr>
        <p:spPr>
          <a:xfrm>
            <a:off x="8610604" y="6500553"/>
            <a:ext cx="3173412" cy="220927"/>
          </a:xfrm>
        </p:spPr>
        <p:txBody>
          <a:bodyPr/>
          <a:lstStyle/>
          <a:p>
            <a:fld id="{DCB5AA93-092B-49A1-87A7-3C88D5F38AD7}" type="slidenum">
              <a:rPr lang="ja-JP" altLang="en-US" smtClean="0"/>
              <a:pPr/>
              <a:t>39</a:t>
            </a:fld>
            <a:endParaRPr lang="ja-JP" altLang="en-US"/>
          </a:p>
        </p:txBody>
      </p:sp>
      <p:sp>
        <p:nvSpPr>
          <p:cNvPr id="5" name="フッター プレースホルダー 4">
            <a:extLst>
              <a:ext uri="{FF2B5EF4-FFF2-40B4-BE49-F238E27FC236}">
                <a16:creationId xmlns:a16="http://schemas.microsoft.com/office/drawing/2014/main" id="{BEA79DAB-C38E-D265-F1C8-1B638A7BAF55}"/>
              </a:ext>
            </a:extLst>
          </p:cNvPr>
          <p:cNvSpPr>
            <a:spLocks noGrp="1"/>
          </p:cNvSpPr>
          <p:nvPr>
            <p:ph type="ftr" sz="quarter" idx="11"/>
          </p:nvPr>
        </p:nvSpPr>
        <p:spPr>
          <a:xfrm>
            <a:off x="407990" y="6500553"/>
            <a:ext cx="7745413" cy="220927"/>
          </a:xfrm>
        </p:spPr>
        <p:txBody>
          <a:bodyPr/>
          <a:lstStyle/>
          <a:p>
            <a:r>
              <a:rPr lang="ja-JP" altLang="en-US"/>
              <a:t>プロジェクト</a:t>
            </a:r>
            <a:r>
              <a:rPr lang="en-US" altLang="ja-JP"/>
              <a:t>/</a:t>
            </a:r>
            <a:r>
              <a:rPr lang="ja-JP" altLang="en-US"/>
              <a:t>部署</a:t>
            </a:r>
            <a:r>
              <a:rPr lang="en-US" altLang="ja-JP"/>
              <a:t>/</a:t>
            </a:r>
            <a:r>
              <a:rPr lang="ja-JP" altLang="en-US"/>
              <a:t>書類管理情報</a:t>
            </a:r>
            <a:endParaRPr lang="en-US" altLang="ja-JP" dirty="0"/>
          </a:p>
        </p:txBody>
      </p:sp>
    </p:spTree>
    <p:extLst>
      <p:ext uri="{BB962C8B-B14F-4D97-AF65-F5344CB8AC3E}">
        <p14:creationId xmlns:p14="http://schemas.microsoft.com/office/powerpoint/2010/main" val="8914692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C3F0527-D9AA-4A2F-9B57-CA19CDB14B6B}"/>
              </a:ext>
            </a:extLst>
          </p:cNvPr>
          <p:cNvSpPr>
            <a:spLocks noGrp="1"/>
          </p:cNvSpPr>
          <p:nvPr>
            <p:ph type="title"/>
          </p:nvPr>
        </p:nvSpPr>
        <p:spPr/>
        <p:txBody>
          <a:bodyPr/>
          <a:lstStyle/>
          <a:p>
            <a:r>
              <a:rPr lang="ja-JP" altLang="en-US" dirty="0"/>
              <a:t>昨年度までの課題と対応検討</a:t>
            </a:r>
            <a:endParaRPr kumimoji="1" lang="ja-JP" altLang="en-US" dirty="0"/>
          </a:p>
        </p:txBody>
      </p:sp>
      <p:sp>
        <p:nvSpPr>
          <p:cNvPr id="3" name="フッター プレースホルダー 2">
            <a:extLst>
              <a:ext uri="{FF2B5EF4-FFF2-40B4-BE49-F238E27FC236}">
                <a16:creationId xmlns:a16="http://schemas.microsoft.com/office/drawing/2014/main" id="{AC12C6B1-2941-4AAD-6458-FD0AA637B14C}"/>
              </a:ext>
            </a:extLst>
          </p:cNvPr>
          <p:cNvSpPr>
            <a:spLocks noGrp="1"/>
          </p:cNvSpPr>
          <p:nvPr>
            <p:ph type="ftr" sz="quarter" idx="11"/>
          </p:nvPr>
        </p:nvSpPr>
        <p:spPr/>
        <p:txBody>
          <a:bodyPr/>
          <a:lstStyle/>
          <a:p>
            <a:r>
              <a:rPr lang="ja-JP" altLang="en-US" dirty="0"/>
              <a:t>出所：</a:t>
            </a:r>
            <a:endParaRPr lang="ja-JP" altLang="en-US" sz="900" dirty="0"/>
          </a:p>
        </p:txBody>
      </p:sp>
      <p:sp>
        <p:nvSpPr>
          <p:cNvPr id="4" name="スライド番号プレースホルダー 3">
            <a:extLst>
              <a:ext uri="{FF2B5EF4-FFF2-40B4-BE49-F238E27FC236}">
                <a16:creationId xmlns:a16="http://schemas.microsoft.com/office/drawing/2014/main" id="{E392E025-C43D-C57B-FFC3-F0C9504061FD}"/>
              </a:ext>
            </a:extLst>
          </p:cNvPr>
          <p:cNvSpPr>
            <a:spLocks noGrp="1"/>
          </p:cNvSpPr>
          <p:nvPr>
            <p:ph type="sldNum" sz="quarter" idx="12"/>
          </p:nvPr>
        </p:nvSpPr>
        <p:spPr/>
        <p:txBody>
          <a:bodyPr/>
          <a:lstStyle/>
          <a:p>
            <a:fld id="{DCB5AA93-092B-49A1-87A7-3C88D5F38AD7}" type="slidenum">
              <a:rPr lang="ja-JP" altLang="en-US" smtClean="0"/>
              <a:pPr/>
              <a:t>40</a:t>
            </a:fld>
            <a:endParaRPr lang="ja-JP" altLang="en-US" sz="900" dirty="0"/>
          </a:p>
        </p:txBody>
      </p:sp>
      <p:sp>
        <p:nvSpPr>
          <p:cNvPr id="5" name="テキスト プレースホルダー 4">
            <a:extLst>
              <a:ext uri="{FF2B5EF4-FFF2-40B4-BE49-F238E27FC236}">
                <a16:creationId xmlns:a16="http://schemas.microsoft.com/office/drawing/2014/main" id="{925F6B76-2FAE-DF98-C15D-983FB639D5BF}"/>
              </a:ext>
            </a:extLst>
          </p:cNvPr>
          <p:cNvSpPr>
            <a:spLocks noGrp="1"/>
          </p:cNvSpPr>
          <p:nvPr>
            <p:ph type="body" sz="quarter" idx="13"/>
          </p:nvPr>
        </p:nvSpPr>
        <p:spPr/>
        <p:txBody>
          <a:bodyPr/>
          <a:lstStyle/>
          <a:p>
            <a:endParaRPr kumimoji="1" lang="ja-JP" altLang="en-US"/>
          </a:p>
        </p:txBody>
      </p:sp>
      <p:sp>
        <p:nvSpPr>
          <p:cNvPr id="6" name="正方形/長方形 5">
            <a:extLst>
              <a:ext uri="{FF2B5EF4-FFF2-40B4-BE49-F238E27FC236}">
                <a16:creationId xmlns:a16="http://schemas.microsoft.com/office/drawing/2014/main" id="{BC620EB1-B54C-8B9C-C705-4D2CAEE22690}"/>
              </a:ext>
            </a:extLst>
          </p:cNvPr>
          <p:cNvSpPr/>
          <p:nvPr/>
        </p:nvSpPr>
        <p:spPr>
          <a:xfrm>
            <a:off x="360000" y="1530528"/>
            <a:ext cx="556286" cy="2703786"/>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ja-JP" altLang="en-US" sz="1400" dirty="0">
                <a:solidFill>
                  <a:schemeClr val="tx1"/>
                </a:solidFill>
                <a:latin typeface="BIZ UDPゴシック" panose="020B0400000000000000" pitchFamily="50" charset="-128"/>
                <a:ea typeface="BIZ UDPゴシック" panose="020B0400000000000000" pitchFamily="50" charset="-128"/>
              </a:rPr>
              <a:t>データ収集</a:t>
            </a:r>
          </a:p>
        </p:txBody>
      </p:sp>
      <p:sp>
        <p:nvSpPr>
          <p:cNvPr id="7" name="正方形/長方形 6">
            <a:extLst>
              <a:ext uri="{FF2B5EF4-FFF2-40B4-BE49-F238E27FC236}">
                <a16:creationId xmlns:a16="http://schemas.microsoft.com/office/drawing/2014/main" id="{46A6A5AB-80FA-848C-9E63-6BBD0189F68B}"/>
              </a:ext>
            </a:extLst>
          </p:cNvPr>
          <p:cNvSpPr/>
          <p:nvPr/>
        </p:nvSpPr>
        <p:spPr>
          <a:xfrm>
            <a:off x="360000" y="4367309"/>
            <a:ext cx="556286" cy="1765930"/>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ja-JP" altLang="en-US" sz="1400" dirty="0">
                <a:solidFill>
                  <a:schemeClr val="tx1"/>
                </a:solidFill>
                <a:latin typeface="BIZ UDPゴシック" panose="020B0400000000000000" pitchFamily="50" charset="-128"/>
                <a:ea typeface="BIZ UDPゴシック" panose="020B0400000000000000" pitchFamily="50" charset="-128"/>
              </a:rPr>
              <a:t>データ利活用</a:t>
            </a:r>
          </a:p>
        </p:txBody>
      </p:sp>
      <p:cxnSp>
        <p:nvCxnSpPr>
          <p:cNvPr id="8" name="直線コネクタ 7">
            <a:extLst>
              <a:ext uri="{FF2B5EF4-FFF2-40B4-BE49-F238E27FC236}">
                <a16:creationId xmlns:a16="http://schemas.microsoft.com/office/drawing/2014/main" id="{E83AB7A8-8C7B-1EA5-663C-D81E44549B11}"/>
              </a:ext>
            </a:extLst>
          </p:cNvPr>
          <p:cNvCxnSpPr>
            <a:cxnSpLocks/>
          </p:cNvCxnSpPr>
          <p:nvPr/>
        </p:nvCxnSpPr>
        <p:spPr>
          <a:xfrm>
            <a:off x="964276" y="1261328"/>
            <a:ext cx="3316779" cy="0"/>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9" name="テキスト ボックス 8">
            <a:extLst>
              <a:ext uri="{FF2B5EF4-FFF2-40B4-BE49-F238E27FC236}">
                <a16:creationId xmlns:a16="http://schemas.microsoft.com/office/drawing/2014/main" id="{DA64B1BF-0589-6B0A-A93B-CB75465A09FC}"/>
              </a:ext>
            </a:extLst>
          </p:cNvPr>
          <p:cNvSpPr txBox="1"/>
          <p:nvPr/>
        </p:nvSpPr>
        <p:spPr>
          <a:xfrm>
            <a:off x="2383817" y="1153606"/>
            <a:ext cx="596317" cy="215444"/>
          </a:xfrm>
          <a:prstGeom prst="rect">
            <a:avLst/>
          </a:prstGeom>
          <a:solidFill>
            <a:schemeClr val="bg1"/>
          </a:solidFill>
        </p:spPr>
        <p:txBody>
          <a:bodyPr wrap="none" lIns="0" tIns="0" rIns="0" bIns="0" rtlCol="0" anchor="t" anchorCtr="0">
            <a:spAutoFit/>
          </a:bodyPr>
          <a:lstStyle/>
          <a:p>
            <a:pPr algn="l"/>
            <a:r>
              <a:rPr kumimoji="1" lang="ja-JP" altLang="en-US" sz="1400" dirty="0">
                <a:latin typeface="BIZ UDPゴシック" panose="020B0400000000000000" pitchFamily="50" charset="-128"/>
                <a:ea typeface="BIZ UDPゴシック" panose="020B0400000000000000" pitchFamily="50" charset="-128"/>
              </a:rPr>
              <a:t>  課題  </a:t>
            </a:r>
          </a:p>
        </p:txBody>
      </p:sp>
      <p:sp>
        <p:nvSpPr>
          <p:cNvPr id="10" name="テキスト ボックス 9">
            <a:extLst>
              <a:ext uri="{FF2B5EF4-FFF2-40B4-BE49-F238E27FC236}">
                <a16:creationId xmlns:a16="http://schemas.microsoft.com/office/drawing/2014/main" id="{3D7CDD01-5667-82BF-6531-3D1F52F10B77}"/>
              </a:ext>
            </a:extLst>
          </p:cNvPr>
          <p:cNvSpPr txBox="1"/>
          <p:nvPr/>
        </p:nvSpPr>
        <p:spPr>
          <a:xfrm>
            <a:off x="1072342" y="1530527"/>
            <a:ext cx="3208713" cy="861774"/>
          </a:xfrm>
          <a:prstGeom prst="rect">
            <a:avLst/>
          </a:prstGeom>
          <a:noFill/>
        </p:spPr>
        <p:txBody>
          <a:bodyPr wrap="square" lIns="0" tIns="0" rIns="0" bIns="0" rtlCol="0" anchor="t" anchorCtr="0">
            <a:spAutoFit/>
          </a:bodyPr>
          <a:lstStyle/>
          <a:p>
            <a:pPr marL="182563" indent="-182563" algn="l">
              <a:buFont typeface="Wingdings" panose="05000000000000000000" pitchFamily="2" charset="2"/>
              <a:buChar char="n"/>
            </a:pPr>
            <a:r>
              <a:rPr kumimoji="1" lang="ja-JP" altLang="en-US" sz="1400" dirty="0">
                <a:latin typeface="BIZ UDPゴシック" panose="020B0400000000000000" pitchFamily="50" charset="-128"/>
                <a:ea typeface="BIZ UDPゴシック" panose="020B0400000000000000" pitchFamily="50" charset="-128"/>
              </a:rPr>
              <a:t>収集データの量が不足</a:t>
            </a:r>
            <a:endParaRPr kumimoji="1" lang="en-US" altLang="ja-JP" sz="1400" dirty="0">
              <a:latin typeface="BIZ UDPゴシック" panose="020B0400000000000000" pitchFamily="50" charset="-128"/>
              <a:ea typeface="BIZ UDPゴシック" panose="020B0400000000000000" pitchFamily="50" charset="-128"/>
            </a:endParaRPr>
          </a:p>
          <a:p>
            <a:pPr marL="355600" indent="-173038" algn="l">
              <a:buFont typeface="Wingdings" panose="05000000000000000000" pitchFamily="2" charset="2"/>
              <a:buChar char="ü"/>
            </a:pPr>
            <a:r>
              <a:rPr kumimoji="1" lang="ja-JP" altLang="en-US" sz="1400" dirty="0">
                <a:latin typeface="BIZ UDPゴシック" panose="020B0400000000000000" pitchFamily="50" charset="-128"/>
                <a:ea typeface="BIZ UDPゴシック" panose="020B0400000000000000" pitchFamily="50" charset="-128"/>
              </a:rPr>
              <a:t>ユーザ登録・利用数が少なく、分析等データ利活用に必要なデータ量が収集できていない</a:t>
            </a:r>
          </a:p>
        </p:txBody>
      </p:sp>
      <p:cxnSp>
        <p:nvCxnSpPr>
          <p:cNvPr id="11" name="直線コネクタ 10">
            <a:extLst>
              <a:ext uri="{FF2B5EF4-FFF2-40B4-BE49-F238E27FC236}">
                <a16:creationId xmlns:a16="http://schemas.microsoft.com/office/drawing/2014/main" id="{97686C09-BC2C-1C19-5A7E-94C31230B2AE}"/>
              </a:ext>
            </a:extLst>
          </p:cNvPr>
          <p:cNvCxnSpPr>
            <a:cxnSpLocks/>
          </p:cNvCxnSpPr>
          <p:nvPr/>
        </p:nvCxnSpPr>
        <p:spPr>
          <a:xfrm>
            <a:off x="4437610" y="1260808"/>
            <a:ext cx="3816928" cy="0"/>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12" name="テキスト ボックス 11">
            <a:extLst>
              <a:ext uri="{FF2B5EF4-FFF2-40B4-BE49-F238E27FC236}">
                <a16:creationId xmlns:a16="http://schemas.microsoft.com/office/drawing/2014/main" id="{FE1EF8FF-4A21-5274-C9DA-63F44991C7FA}"/>
              </a:ext>
            </a:extLst>
          </p:cNvPr>
          <p:cNvSpPr txBox="1"/>
          <p:nvPr/>
        </p:nvSpPr>
        <p:spPr>
          <a:xfrm>
            <a:off x="5584800" y="1153086"/>
            <a:ext cx="1481175" cy="215444"/>
          </a:xfrm>
          <a:prstGeom prst="rect">
            <a:avLst/>
          </a:prstGeom>
          <a:solidFill>
            <a:schemeClr val="bg1"/>
          </a:solidFill>
        </p:spPr>
        <p:txBody>
          <a:bodyPr wrap="none" lIns="0" tIns="0" rIns="0" bIns="0" rtlCol="0" anchor="t" anchorCtr="0">
            <a:spAutoFit/>
          </a:bodyPr>
          <a:lstStyle/>
          <a:p>
            <a:pPr algn="l"/>
            <a:r>
              <a:rPr kumimoji="1" lang="ja-JP" altLang="en-US" sz="1400" dirty="0">
                <a:latin typeface="BIZ UDPゴシック" panose="020B0400000000000000" pitchFamily="50" charset="-128"/>
                <a:ea typeface="BIZ UDPゴシック" panose="020B0400000000000000" pitchFamily="50" charset="-128"/>
              </a:rPr>
              <a:t>  想定される要因  </a:t>
            </a:r>
          </a:p>
        </p:txBody>
      </p:sp>
      <p:sp>
        <p:nvSpPr>
          <p:cNvPr id="13" name="テキスト ボックス 12">
            <a:extLst>
              <a:ext uri="{FF2B5EF4-FFF2-40B4-BE49-F238E27FC236}">
                <a16:creationId xmlns:a16="http://schemas.microsoft.com/office/drawing/2014/main" id="{BA506F85-75AB-5B0C-75A0-55CFC6097337}"/>
              </a:ext>
            </a:extLst>
          </p:cNvPr>
          <p:cNvSpPr txBox="1"/>
          <p:nvPr/>
        </p:nvSpPr>
        <p:spPr>
          <a:xfrm>
            <a:off x="4545676" y="1530007"/>
            <a:ext cx="3708862" cy="861774"/>
          </a:xfrm>
          <a:prstGeom prst="rect">
            <a:avLst/>
          </a:prstGeom>
          <a:noFill/>
        </p:spPr>
        <p:txBody>
          <a:bodyPr wrap="square" lIns="0" tIns="0" rIns="0" bIns="0" rtlCol="0" anchor="t" anchorCtr="0">
            <a:spAutoFit/>
          </a:bodyPr>
          <a:lstStyle/>
          <a:p>
            <a:pPr marL="182563" indent="-182563" algn="l">
              <a:buFont typeface="Wingdings" panose="05000000000000000000" pitchFamily="2" charset="2"/>
              <a:buChar char="n"/>
            </a:pPr>
            <a:r>
              <a:rPr kumimoji="1" lang="ja-JP" altLang="en-US" sz="1400" dirty="0">
                <a:latin typeface="BIZ UDPゴシック" panose="020B0400000000000000" pitchFamily="50" charset="-128"/>
                <a:ea typeface="BIZ UDPゴシック" panose="020B0400000000000000" pitchFamily="50" charset="-128"/>
              </a:rPr>
              <a:t>許諾・同意を前提としたデータ収集</a:t>
            </a:r>
            <a:endParaRPr kumimoji="1" lang="en-US" altLang="ja-JP" sz="1400" dirty="0">
              <a:latin typeface="BIZ UDPゴシック" panose="020B0400000000000000" pitchFamily="50" charset="-128"/>
              <a:ea typeface="BIZ UDPゴシック" panose="020B0400000000000000" pitchFamily="50" charset="-128"/>
            </a:endParaRPr>
          </a:p>
          <a:p>
            <a:pPr marL="355600" indent="-173038" algn="l">
              <a:buFont typeface="Wingdings" panose="05000000000000000000" pitchFamily="2" charset="2"/>
              <a:buChar char="ü"/>
            </a:pPr>
            <a:r>
              <a:rPr kumimoji="1" lang="ja-JP" altLang="en-US" sz="1400" dirty="0">
                <a:latin typeface="BIZ UDPゴシック" panose="020B0400000000000000" pitchFamily="50" charset="-128"/>
                <a:ea typeface="BIZ UDPゴシック" panose="020B0400000000000000" pitchFamily="50" charset="-128"/>
              </a:rPr>
              <a:t>ユーザ本人の同意・許諾をもとに個人情報を含むデータを収集し、</a:t>
            </a:r>
            <a:r>
              <a:rPr kumimoji="1" lang="en-US" altLang="ja-JP" sz="1400" dirty="0">
                <a:latin typeface="BIZ UDPゴシック" panose="020B0400000000000000" pitchFamily="50" charset="-128"/>
                <a:ea typeface="BIZ UDPゴシック" panose="020B0400000000000000" pitchFamily="50" charset="-128"/>
              </a:rPr>
              <a:t>PF</a:t>
            </a:r>
            <a:r>
              <a:rPr lang="ja-JP" altLang="en-US" sz="1400" dirty="0">
                <a:latin typeface="BIZ UDPゴシック" panose="020B0400000000000000" pitchFamily="50" charset="-128"/>
                <a:ea typeface="BIZ UDPゴシック" panose="020B0400000000000000" pitchFamily="50" charset="-128"/>
              </a:rPr>
              <a:t>感で共有・利活用する仕組み</a:t>
            </a:r>
            <a:endParaRPr lang="en-US" altLang="ja-JP" sz="1400" dirty="0">
              <a:latin typeface="BIZ UDPゴシック" panose="020B0400000000000000" pitchFamily="50" charset="-128"/>
              <a:ea typeface="BIZ UDPゴシック" panose="020B0400000000000000" pitchFamily="50" charset="-128"/>
            </a:endParaRPr>
          </a:p>
        </p:txBody>
      </p:sp>
      <p:cxnSp>
        <p:nvCxnSpPr>
          <p:cNvPr id="14" name="直線コネクタ 13">
            <a:extLst>
              <a:ext uri="{FF2B5EF4-FFF2-40B4-BE49-F238E27FC236}">
                <a16:creationId xmlns:a16="http://schemas.microsoft.com/office/drawing/2014/main" id="{5FE57480-7ED0-9578-1E63-7572E069A859}"/>
              </a:ext>
            </a:extLst>
          </p:cNvPr>
          <p:cNvCxnSpPr>
            <a:cxnSpLocks/>
          </p:cNvCxnSpPr>
          <p:nvPr/>
        </p:nvCxnSpPr>
        <p:spPr>
          <a:xfrm>
            <a:off x="8467231" y="1260808"/>
            <a:ext cx="3316779" cy="0"/>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15" name="テキスト ボックス 14">
            <a:extLst>
              <a:ext uri="{FF2B5EF4-FFF2-40B4-BE49-F238E27FC236}">
                <a16:creationId xmlns:a16="http://schemas.microsoft.com/office/drawing/2014/main" id="{08F42AEF-D8D1-563E-DE64-FA3D484415E6}"/>
              </a:ext>
            </a:extLst>
          </p:cNvPr>
          <p:cNvSpPr txBox="1"/>
          <p:nvPr/>
        </p:nvSpPr>
        <p:spPr>
          <a:xfrm>
            <a:off x="9670641" y="1153086"/>
            <a:ext cx="955390" cy="215444"/>
          </a:xfrm>
          <a:prstGeom prst="rect">
            <a:avLst/>
          </a:prstGeom>
          <a:solidFill>
            <a:schemeClr val="bg1"/>
          </a:solidFill>
        </p:spPr>
        <p:txBody>
          <a:bodyPr wrap="none" lIns="0" tIns="0" rIns="0" bIns="0" rtlCol="0" anchor="t" anchorCtr="0">
            <a:spAutoFit/>
          </a:bodyPr>
          <a:lstStyle/>
          <a:p>
            <a:pPr algn="l"/>
            <a:r>
              <a:rPr kumimoji="1" lang="ja-JP" altLang="en-US" sz="1400" dirty="0">
                <a:latin typeface="BIZ UDPゴシック" panose="020B0400000000000000" pitchFamily="50" charset="-128"/>
                <a:ea typeface="BIZ UDPゴシック" panose="020B0400000000000000" pitchFamily="50" charset="-128"/>
              </a:rPr>
              <a:t>  対応方針  </a:t>
            </a:r>
          </a:p>
        </p:txBody>
      </p:sp>
      <p:sp>
        <p:nvSpPr>
          <p:cNvPr id="16" name="テキスト ボックス 15">
            <a:extLst>
              <a:ext uri="{FF2B5EF4-FFF2-40B4-BE49-F238E27FC236}">
                <a16:creationId xmlns:a16="http://schemas.microsoft.com/office/drawing/2014/main" id="{4613A316-13FD-EC29-4A79-4F73AED6462E}"/>
              </a:ext>
            </a:extLst>
          </p:cNvPr>
          <p:cNvSpPr txBox="1"/>
          <p:nvPr/>
        </p:nvSpPr>
        <p:spPr>
          <a:xfrm>
            <a:off x="8575297" y="1530007"/>
            <a:ext cx="3208713" cy="646331"/>
          </a:xfrm>
          <a:prstGeom prst="rect">
            <a:avLst/>
          </a:prstGeom>
          <a:noFill/>
        </p:spPr>
        <p:txBody>
          <a:bodyPr wrap="square" lIns="0" tIns="0" rIns="0" bIns="0" rtlCol="0" anchor="t" anchorCtr="0">
            <a:spAutoFit/>
          </a:bodyPr>
          <a:lstStyle/>
          <a:p>
            <a:pPr marL="182563" indent="-182563" algn="l">
              <a:buFont typeface="Wingdings" panose="05000000000000000000" pitchFamily="2" charset="2"/>
              <a:buChar char="n"/>
            </a:pPr>
            <a:r>
              <a:rPr kumimoji="1" lang="ja-JP" altLang="en-US" sz="1400" dirty="0">
                <a:latin typeface="BIZ UDPゴシック" panose="020B0400000000000000" pitchFamily="50" charset="-128"/>
                <a:ea typeface="BIZ UDPゴシック" panose="020B0400000000000000" pitchFamily="50" charset="-128"/>
              </a:rPr>
              <a:t>ユーザ本人の同意・許諾を必要としない匿名加工情報の収集を追加し、収集データ量を確保する </a:t>
            </a:r>
            <a:r>
              <a:rPr kumimoji="1" lang="en-US" altLang="ja-JP" sz="1400" dirty="0">
                <a:latin typeface="BIZ UDPゴシック" panose="020B0400000000000000" pitchFamily="50" charset="-128"/>
                <a:ea typeface="BIZ UDPゴシック" panose="020B0400000000000000" pitchFamily="50" charset="-128"/>
              </a:rPr>
              <a:t>-&gt; p18</a:t>
            </a:r>
            <a:r>
              <a:rPr kumimoji="1" lang="ja-JP" altLang="en-US" sz="1400" dirty="0">
                <a:latin typeface="BIZ UDPゴシック" panose="020B0400000000000000" pitchFamily="50" charset="-128"/>
                <a:ea typeface="BIZ UDPゴシック" panose="020B0400000000000000" pitchFamily="50" charset="-128"/>
              </a:rPr>
              <a:t>参照</a:t>
            </a:r>
            <a:endParaRPr lang="en-US" altLang="ja-JP" sz="1400" dirty="0">
              <a:latin typeface="BIZ UDPゴシック" panose="020B0400000000000000" pitchFamily="50" charset="-128"/>
              <a:ea typeface="BIZ UDPゴシック" panose="020B0400000000000000" pitchFamily="50" charset="-128"/>
            </a:endParaRPr>
          </a:p>
        </p:txBody>
      </p:sp>
      <p:sp>
        <p:nvSpPr>
          <p:cNvPr id="17" name="テキスト ボックス 16">
            <a:extLst>
              <a:ext uri="{FF2B5EF4-FFF2-40B4-BE49-F238E27FC236}">
                <a16:creationId xmlns:a16="http://schemas.microsoft.com/office/drawing/2014/main" id="{78E57F24-C80A-14A0-534A-51FB0383DBCC}"/>
              </a:ext>
            </a:extLst>
          </p:cNvPr>
          <p:cNvSpPr txBox="1"/>
          <p:nvPr/>
        </p:nvSpPr>
        <p:spPr>
          <a:xfrm>
            <a:off x="1072342" y="3157616"/>
            <a:ext cx="3208713" cy="861774"/>
          </a:xfrm>
          <a:prstGeom prst="rect">
            <a:avLst/>
          </a:prstGeom>
          <a:noFill/>
        </p:spPr>
        <p:txBody>
          <a:bodyPr wrap="square" lIns="0" tIns="0" rIns="0" bIns="0" rtlCol="0" anchor="t" anchorCtr="0">
            <a:spAutoFit/>
          </a:bodyPr>
          <a:lstStyle/>
          <a:p>
            <a:pPr marL="182563" indent="-182563" algn="l">
              <a:buFont typeface="Wingdings" panose="05000000000000000000" pitchFamily="2" charset="2"/>
              <a:buChar char="n"/>
            </a:pPr>
            <a:r>
              <a:rPr kumimoji="1" lang="ja-JP" altLang="en-US" sz="1400" dirty="0">
                <a:latin typeface="BIZ UDPゴシック" panose="020B0400000000000000" pitchFamily="50" charset="-128"/>
                <a:ea typeface="BIZ UDPゴシック" panose="020B0400000000000000" pitchFamily="50" charset="-128"/>
              </a:rPr>
              <a:t>収集データの量が不足</a:t>
            </a:r>
            <a:endParaRPr kumimoji="1" lang="en-US" altLang="ja-JP" sz="1400" dirty="0">
              <a:latin typeface="BIZ UDPゴシック" panose="020B0400000000000000" pitchFamily="50" charset="-128"/>
              <a:ea typeface="BIZ UDPゴシック" panose="020B0400000000000000" pitchFamily="50" charset="-128"/>
            </a:endParaRPr>
          </a:p>
          <a:p>
            <a:pPr marL="355600" indent="-173038" algn="l">
              <a:buFont typeface="Wingdings" panose="05000000000000000000" pitchFamily="2" charset="2"/>
              <a:buChar char="ü"/>
            </a:pPr>
            <a:r>
              <a:rPr kumimoji="1" lang="ja-JP" altLang="en-US" sz="1400" dirty="0">
                <a:latin typeface="BIZ UDPゴシック" panose="020B0400000000000000" pitchFamily="50" charset="-128"/>
                <a:ea typeface="BIZ UDPゴシック" panose="020B0400000000000000" pitchFamily="50" charset="-128"/>
              </a:rPr>
              <a:t>ユーザ登録・利用数が少なく、分析等データ利活用に必要なデータ量が収集できていない</a:t>
            </a:r>
          </a:p>
        </p:txBody>
      </p:sp>
      <p:sp>
        <p:nvSpPr>
          <p:cNvPr id="18" name="テキスト ボックス 17">
            <a:extLst>
              <a:ext uri="{FF2B5EF4-FFF2-40B4-BE49-F238E27FC236}">
                <a16:creationId xmlns:a16="http://schemas.microsoft.com/office/drawing/2014/main" id="{75D8077A-5E69-4A03-52FB-8A99579D06F1}"/>
              </a:ext>
            </a:extLst>
          </p:cNvPr>
          <p:cNvSpPr txBox="1"/>
          <p:nvPr/>
        </p:nvSpPr>
        <p:spPr>
          <a:xfrm>
            <a:off x="4545676" y="3157096"/>
            <a:ext cx="3708862" cy="861774"/>
          </a:xfrm>
          <a:prstGeom prst="rect">
            <a:avLst/>
          </a:prstGeom>
          <a:noFill/>
        </p:spPr>
        <p:txBody>
          <a:bodyPr wrap="square" lIns="0" tIns="0" rIns="0" bIns="0" rtlCol="0" anchor="t" anchorCtr="0">
            <a:spAutoFit/>
          </a:bodyPr>
          <a:lstStyle/>
          <a:p>
            <a:pPr marL="182563" indent="-182563" algn="l">
              <a:buFont typeface="Wingdings" panose="05000000000000000000" pitchFamily="2" charset="2"/>
              <a:buChar char="n"/>
            </a:pPr>
            <a:r>
              <a:rPr kumimoji="1" lang="ja-JP" altLang="en-US" sz="1400" dirty="0">
                <a:latin typeface="BIZ UDPゴシック" panose="020B0400000000000000" pitchFamily="50" charset="-128"/>
                <a:ea typeface="BIZ UDPゴシック" panose="020B0400000000000000" pitchFamily="50" charset="-128"/>
              </a:rPr>
              <a:t>許諾・同意を前提としたデータ収集</a:t>
            </a:r>
            <a:endParaRPr kumimoji="1" lang="en-US" altLang="ja-JP" sz="1400" dirty="0">
              <a:latin typeface="BIZ UDPゴシック" panose="020B0400000000000000" pitchFamily="50" charset="-128"/>
              <a:ea typeface="BIZ UDPゴシック" panose="020B0400000000000000" pitchFamily="50" charset="-128"/>
            </a:endParaRPr>
          </a:p>
          <a:p>
            <a:pPr marL="355600" indent="-173038" algn="l">
              <a:buFont typeface="Wingdings" panose="05000000000000000000" pitchFamily="2" charset="2"/>
              <a:buChar char="ü"/>
            </a:pPr>
            <a:r>
              <a:rPr kumimoji="1" lang="ja-JP" altLang="en-US" sz="1400" dirty="0">
                <a:latin typeface="BIZ UDPゴシック" panose="020B0400000000000000" pitchFamily="50" charset="-128"/>
                <a:ea typeface="BIZ UDPゴシック" panose="020B0400000000000000" pitchFamily="50" charset="-128"/>
              </a:rPr>
              <a:t>ユーザ本人の同意・許諾をもとに個人情報を含むデータを収集ユーザの同意・許諾の取得が難しく、登録途中で離脱</a:t>
            </a:r>
          </a:p>
        </p:txBody>
      </p:sp>
      <p:sp>
        <p:nvSpPr>
          <p:cNvPr id="19" name="テキスト ボックス 18">
            <a:extLst>
              <a:ext uri="{FF2B5EF4-FFF2-40B4-BE49-F238E27FC236}">
                <a16:creationId xmlns:a16="http://schemas.microsoft.com/office/drawing/2014/main" id="{9CBFBE49-47D0-5824-C978-E35A3FA119FF}"/>
              </a:ext>
            </a:extLst>
          </p:cNvPr>
          <p:cNvSpPr txBox="1"/>
          <p:nvPr/>
        </p:nvSpPr>
        <p:spPr>
          <a:xfrm>
            <a:off x="8575297" y="3157096"/>
            <a:ext cx="3208713" cy="646331"/>
          </a:xfrm>
          <a:prstGeom prst="rect">
            <a:avLst/>
          </a:prstGeom>
          <a:noFill/>
        </p:spPr>
        <p:txBody>
          <a:bodyPr wrap="square" lIns="0" tIns="0" rIns="0" bIns="0" rtlCol="0" anchor="t" anchorCtr="0">
            <a:spAutoFit/>
          </a:bodyPr>
          <a:lstStyle/>
          <a:p>
            <a:pPr marL="182563" indent="-182563" algn="l">
              <a:buFont typeface="Wingdings" panose="05000000000000000000" pitchFamily="2" charset="2"/>
              <a:buChar char="n"/>
            </a:pPr>
            <a:r>
              <a:rPr kumimoji="1" lang="ja-JP" altLang="en-US" sz="1400" dirty="0">
                <a:latin typeface="BIZ UDPゴシック" panose="020B0400000000000000" pitchFamily="50" charset="-128"/>
                <a:ea typeface="BIZ UDPゴシック" panose="020B0400000000000000" pitchFamily="50" charset="-128"/>
              </a:rPr>
              <a:t>ユーザ本人の同意・許諾を必要としない匿名加工情報の収集を追加し、収集データ量を確保する </a:t>
            </a:r>
            <a:r>
              <a:rPr kumimoji="1" lang="en-US" altLang="ja-JP" sz="1400" dirty="0">
                <a:latin typeface="BIZ UDPゴシック" panose="020B0400000000000000" pitchFamily="50" charset="-128"/>
                <a:ea typeface="BIZ UDPゴシック" panose="020B0400000000000000" pitchFamily="50" charset="-128"/>
              </a:rPr>
              <a:t>-&gt; p18</a:t>
            </a:r>
            <a:r>
              <a:rPr kumimoji="1" lang="ja-JP" altLang="en-US" sz="1400" dirty="0">
                <a:latin typeface="BIZ UDPゴシック" panose="020B0400000000000000" pitchFamily="50" charset="-128"/>
                <a:ea typeface="BIZ UDPゴシック" panose="020B0400000000000000" pitchFamily="50" charset="-128"/>
              </a:rPr>
              <a:t>参照</a:t>
            </a:r>
            <a:endParaRPr lang="en-US" altLang="ja-JP" sz="1400" dirty="0">
              <a:latin typeface="BIZ UDPゴシック" panose="020B0400000000000000" pitchFamily="50" charset="-128"/>
              <a:ea typeface="BIZ UDPゴシック" panose="020B0400000000000000" pitchFamily="50" charset="-128"/>
            </a:endParaRPr>
          </a:p>
        </p:txBody>
      </p:sp>
      <p:sp>
        <p:nvSpPr>
          <p:cNvPr id="20" name="テキスト ボックス 19">
            <a:extLst>
              <a:ext uri="{FF2B5EF4-FFF2-40B4-BE49-F238E27FC236}">
                <a16:creationId xmlns:a16="http://schemas.microsoft.com/office/drawing/2014/main" id="{19BBE0C4-C994-E173-8B9D-10C81455FFD1}"/>
              </a:ext>
            </a:extLst>
          </p:cNvPr>
          <p:cNvSpPr txBox="1"/>
          <p:nvPr/>
        </p:nvSpPr>
        <p:spPr>
          <a:xfrm>
            <a:off x="1072342" y="4365256"/>
            <a:ext cx="3208713" cy="861774"/>
          </a:xfrm>
          <a:prstGeom prst="rect">
            <a:avLst/>
          </a:prstGeom>
          <a:noFill/>
        </p:spPr>
        <p:txBody>
          <a:bodyPr wrap="square" lIns="0" tIns="0" rIns="0" bIns="0" rtlCol="0" anchor="t" anchorCtr="0">
            <a:spAutoFit/>
          </a:bodyPr>
          <a:lstStyle/>
          <a:p>
            <a:pPr marL="182563" indent="-182563" algn="l">
              <a:buFont typeface="Wingdings" panose="05000000000000000000" pitchFamily="2" charset="2"/>
              <a:buChar char="n"/>
            </a:pPr>
            <a:r>
              <a:rPr kumimoji="1" lang="ja-JP" altLang="en-US" sz="1400" dirty="0">
                <a:latin typeface="BIZ UDPゴシック" panose="020B0400000000000000" pitchFamily="50" charset="-128"/>
                <a:ea typeface="BIZ UDPゴシック" panose="020B0400000000000000" pitchFamily="50" charset="-128"/>
              </a:rPr>
              <a:t>収集データの量が不足</a:t>
            </a:r>
            <a:endParaRPr kumimoji="1" lang="en-US" altLang="ja-JP" sz="1400" dirty="0">
              <a:latin typeface="BIZ UDPゴシック" panose="020B0400000000000000" pitchFamily="50" charset="-128"/>
              <a:ea typeface="BIZ UDPゴシック" panose="020B0400000000000000" pitchFamily="50" charset="-128"/>
            </a:endParaRPr>
          </a:p>
          <a:p>
            <a:pPr marL="355600" indent="-173038" algn="l">
              <a:buFont typeface="Wingdings" panose="05000000000000000000" pitchFamily="2" charset="2"/>
              <a:buChar char="ü"/>
            </a:pPr>
            <a:r>
              <a:rPr kumimoji="1" lang="ja-JP" altLang="en-US" sz="1400" dirty="0">
                <a:latin typeface="BIZ UDPゴシック" panose="020B0400000000000000" pitchFamily="50" charset="-128"/>
                <a:ea typeface="BIZ UDPゴシック" panose="020B0400000000000000" pitchFamily="50" charset="-128"/>
              </a:rPr>
              <a:t>ユーザ登録・利用数が少なく、分析等データ利活用に必要なデータ量が収集できていない</a:t>
            </a:r>
          </a:p>
        </p:txBody>
      </p:sp>
      <p:sp>
        <p:nvSpPr>
          <p:cNvPr id="21" name="テキスト ボックス 20">
            <a:extLst>
              <a:ext uri="{FF2B5EF4-FFF2-40B4-BE49-F238E27FC236}">
                <a16:creationId xmlns:a16="http://schemas.microsoft.com/office/drawing/2014/main" id="{AE3B027A-B7F9-FA0C-D340-C3A82C1C6ADC}"/>
              </a:ext>
            </a:extLst>
          </p:cNvPr>
          <p:cNvSpPr txBox="1"/>
          <p:nvPr/>
        </p:nvSpPr>
        <p:spPr>
          <a:xfrm>
            <a:off x="4545676" y="4364736"/>
            <a:ext cx="3708862" cy="861774"/>
          </a:xfrm>
          <a:prstGeom prst="rect">
            <a:avLst/>
          </a:prstGeom>
          <a:noFill/>
        </p:spPr>
        <p:txBody>
          <a:bodyPr wrap="square" lIns="0" tIns="0" rIns="0" bIns="0" rtlCol="0" anchor="t" anchorCtr="0">
            <a:spAutoFit/>
          </a:bodyPr>
          <a:lstStyle/>
          <a:p>
            <a:pPr marL="182563" indent="-182563" algn="l">
              <a:buFont typeface="Wingdings" panose="05000000000000000000" pitchFamily="2" charset="2"/>
              <a:buChar char="n"/>
            </a:pPr>
            <a:r>
              <a:rPr kumimoji="1" lang="ja-JP" altLang="en-US" sz="1400" dirty="0">
                <a:latin typeface="BIZ UDPゴシック" panose="020B0400000000000000" pitchFamily="50" charset="-128"/>
                <a:ea typeface="BIZ UDPゴシック" panose="020B0400000000000000" pitchFamily="50" charset="-128"/>
              </a:rPr>
              <a:t>許諾・同意を前提としたデータ収集</a:t>
            </a:r>
            <a:endParaRPr kumimoji="1" lang="en-US" altLang="ja-JP" sz="1400" dirty="0">
              <a:latin typeface="BIZ UDPゴシック" panose="020B0400000000000000" pitchFamily="50" charset="-128"/>
              <a:ea typeface="BIZ UDPゴシック" panose="020B0400000000000000" pitchFamily="50" charset="-128"/>
            </a:endParaRPr>
          </a:p>
          <a:p>
            <a:pPr marL="355600" indent="-173038" algn="l">
              <a:buFont typeface="Wingdings" panose="05000000000000000000" pitchFamily="2" charset="2"/>
              <a:buChar char="ü"/>
            </a:pPr>
            <a:r>
              <a:rPr kumimoji="1" lang="ja-JP" altLang="en-US" sz="1400" dirty="0">
                <a:latin typeface="BIZ UDPゴシック" panose="020B0400000000000000" pitchFamily="50" charset="-128"/>
                <a:ea typeface="BIZ UDPゴシック" panose="020B0400000000000000" pitchFamily="50" charset="-128"/>
              </a:rPr>
              <a:t>ユーザ本人の同意・許諾をもとに個人情報を含むデータを収集ユーザの同意・許諾の取得が難しく、登録途中で離脱</a:t>
            </a:r>
          </a:p>
        </p:txBody>
      </p:sp>
      <p:sp>
        <p:nvSpPr>
          <p:cNvPr id="22" name="テキスト ボックス 21">
            <a:extLst>
              <a:ext uri="{FF2B5EF4-FFF2-40B4-BE49-F238E27FC236}">
                <a16:creationId xmlns:a16="http://schemas.microsoft.com/office/drawing/2014/main" id="{ED54F8EE-63E7-9BC1-871E-2879F6A91E1E}"/>
              </a:ext>
            </a:extLst>
          </p:cNvPr>
          <p:cNvSpPr txBox="1"/>
          <p:nvPr/>
        </p:nvSpPr>
        <p:spPr>
          <a:xfrm>
            <a:off x="8575297" y="4364736"/>
            <a:ext cx="3208713" cy="646331"/>
          </a:xfrm>
          <a:prstGeom prst="rect">
            <a:avLst/>
          </a:prstGeom>
          <a:noFill/>
        </p:spPr>
        <p:txBody>
          <a:bodyPr wrap="square" lIns="0" tIns="0" rIns="0" bIns="0" rtlCol="0" anchor="t" anchorCtr="0">
            <a:spAutoFit/>
          </a:bodyPr>
          <a:lstStyle/>
          <a:p>
            <a:pPr marL="182563" indent="-182563" algn="l">
              <a:buFont typeface="Wingdings" panose="05000000000000000000" pitchFamily="2" charset="2"/>
              <a:buChar char="n"/>
            </a:pPr>
            <a:r>
              <a:rPr kumimoji="1" lang="ja-JP" altLang="en-US" sz="1400" dirty="0">
                <a:latin typeface="BIZ UDPゴシック" panose="020B0400000000000000" pitchFamily="50" charset="-128"/>
                <a:ea typeface="BIZ UDPゴシック" panose="020B0400000000000000" pitchFamily="50" charset="-128"/>
              </a:rPr>
              <a:t>ユーザ本人の同意・許諾を必要としない匿名加工情報の収集を追加し、収集データ量を確保する </a:t>
            </a:r>
            <a:r>
              <a:rPr kumimoji="1" lang="en-US" altLang="ja-JP" sz="1400" dirty="0">
                <a:latin typeface="BIZ UDPゴシック" panose="020B0400000000000000" pitchFamily="50" charset="-128"/>
                <a:ea typeface="BIZ UDPゴシック" panose="020B0400000000000000" pitchFamily="50" charset="-128"/>
              </a:rPr>
              <a:t>-&gt; p18</a:t>
            </a:r>
            <a:r>
              <a:rPr kumimoji="1" lang="ja-JP" altLang="en-US" sz="1400" dirty="0">
                <a:latin typeface="BIZ UDPゴシック" panose="020B0400000000000000" pitchFamily="50" charset="-128"/>
                <a:ea typeface="BIZ UDPゴシック" panose="020B0400000000000000" pitchFamily="50" charset="-128"/>
              </a:rPr>
              <a:t>参照</a:t>
            </a:r>
            <a:endParaRPr lang="en-US" altLang="ja-JP" sz="140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9484358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444BF58-672D-EAF5-B78D-3D31A8797514}"/>
              </a:ext>
            </a:extLst>
          </p:cNvPr>
          <p:cNvSpPr>
            <a:spLocks noGrp="1"/>
          </p:cNvSpPr>
          <p:nvPr>
            <p:ph type="title"/>
          </p:nvPr>
        </p:nvSpPr>
        <p:spPr/>
        <p:txBody>
          <a:bodyPr/>
          <a:lstStyle/>
          <a:p>
            <a:r>
              <a:rPr lang="ja-JP" altLang="en-US" dirty="0"/>
              <a:t>示唆</a:t>
            </a:r>
            <a:endParaRPr kumimoji="1" lang="ja-JP" altLang="en-US" dirty="0"/>
          </a:p>
        </p:txBody>
      </p:sp>
      <p:sp>
        <p:nvSpPr>
          <p:cNvPr id="3" name="フッター プレースホルダー 2">
            <a:extLst>
              <a:ext uri="{FF2B5EF4-FFF2-40B4-BE49-F238E27FC236}">
                <a16:creationId xmlns:a16="http://schemas.microsoft.com/office/drawing/2014/main" id="{E3457AC0-5C18-BFB6-FEF6-1F28B43309BD}"/>
              </a:ext>
            </a:extLst>
          </p:cNvPr>
          <p:cNvSpPr>
            <a:spLocks noGrp="1"/>
          </p:cNvSpPr>
          <p:nvPr>
            <p:ph type="ftr" sz="quarter" idx="11"/>
          </p:nvPr>
        </p:nvSpPr>
        <p:spPr/>
        <p:txBody>
          <a:bodyPr/>
          <a:lstStyle/>
          <a:p>
            <a:r>
              <a:rPr lang="ja-JP" altLang="en-US"/>
              <a:t>出所：</a:t>
            </a:r>
            <a:endParaRPr lang="ja-JP" altLang="en-US" sz="900" dirty="0"/>
          </a:p>
        </p:txBody>
      </p:sp>
      <p:sp>
        <p:nvSpPr>
          <p:cNvPr id="4" name="スライド番号プレースホルダー 3">
            <a:extLst>
              <a:ext uri="{FF2B5EF4-FFF2-40B4-BE49-F238E27FC236}">
                <a16:creationId xmlns:a16="http://schemas.microsoft.com/office/drawing/2014/main" id="{C433F237-4880-C537-17A3-C55141DA9907}"/>
              </a:ext>
            </a:extLst>
          </p:cNvPr>
          <p:cNvSpPr>
            <a:spLocks noGrp="1"/>
          </p:cNvSpPr>
          <p:nvPr>
            <p:ph type="sldNum" sz="quarter" idx="12"/>
          </p:nvPr>
        </p:nvSpPr>
        <p:spPr/>
        <p:txBody>
          <a:bodyPr/>
          <a:lstStyle/>
          <a:p>
            <a:fld id="{DCB5AA93-092B-49A1-87A7-3C88D5F38AD7}" type="slidenum">
              <a:rPr lang="ja-JP" altLang="en-US" smtClean="0"/>
              <a:pPr/>
              <a:t>41</a:t>
            </a:fld>
            <a:endParaRPr lang="ja-JP" altLang="en-US" sz="900" dirty="0"/>
          </a:p>
        </p:txBody>
      </p:sp>
      <p:sp>
        <p:nvSpPr>
          <p:cNvPr id="5" name="テキスト プレースホルダー 4">
            <a:extLst>
              <a:ext uri="{FF2B5EF4-FFF2-40B4-BE49-F238E27FC236}">
                <a16:creationId xmlns:a16="http://schemas.microsoft.com/office/drawing/2014/main" id="{258546F3-4A38-2600-7D23-30556414367F}"/>
              </a:ext>
            </a:extLst>
          </p:cNvPr>
          <p:cNvSpPr>
            <a:spLocks noGrp="1"/>
          </p:cNvSpPr>
          <p:nvPr>
            <p:ph type="body" sz="quarter" idx="13"/>
          </p:nvPr>
        </p:nvSpPr>
        <p:spPr/>
        <p:txBody>
          <a:bodyPr/>
          <a:lstStyle/>
          <a:p>
            <a:endParaRPr kumimoji="1" lang="ja-JP" altLang="en-US"/>
          </a:p>
        </p:txBody>
      </p:sp>
      <p:sp>
        <p:nvSpPr>
          <p:cNvPr id="6" name="テキスト ボックス 5">
            <a:extLst>
              <a:ext uri="{FF2B5EF4-FFF2-40B4-BE49-F238E27FC236}">
                <a16:creationId xmlns:a16="http://schemas.microsoft.com/office/drawing/2014/main" id="{4FA75906-021E-144F-C54C-A1883077A897}"/>
              </a:ext>
            </a:extLst>
          </p:cNvPr>
          <p:cNvSpPr txBox="1"/>
          <p:nvPr/>
        </p:nvSpPr>
        <p:spPr>
          <a:xfrm>
            <a:off x="334963" y="1733852"/>
            <a:ext cx="2150739" cy="646331"/>
          </a:xfrm>
          <a:prstGeom prst="rect">
            <a:avLst/>
          </a:prstGeom>
          <a:noFill/>
        </p:spPr>
        <p:txBody>
          <a:bodyPr wrap="square" lIns="0" tIns="0" rIns="0" bIns="0" rtlCol="0" anchor="t" anchorCtr="0">
            <a:spAutoFit/>
          </a:bodyPr>
          <a:lstStyle/>
          <a:p>
            <a:pPr marL="177800" indent="-177800" algn="l">
              <a:buFont typeface="Wingdings" panose="05000000000000000000" pitchFamily="2" charset="2"/>
              <a:buChar char="n"/>
            </a:pPr>
            <a:r>
              <a:rPr lang="en-US" altLang="ja-JP" sz="1400" dirty="0">
                <a:latin typeface="BIZ UDPゴシック" panose="020B0400000000000000" pitchFamily="50" charset="-128"/>
                <a:ea typeface="BIZ UDPゴシック" panose="020B0400000000000000" pitchFamily="50" charset="-128"/>
              </a:rPr>
              <a:t>PHR</a:t>
            </a:r>
            <a:r>
              <a:rPr lang="ja-JP" altLang="en-US" sz="1400" dirty="0">
                <a:latin typeface="BIZ UDPゴシック" panose="020B0400000000000000" pitchFamily="50" charset="-128"/>
                <a:ea typeface="BIZ UDPゴシック" panose="020B0400000000000000" pitchFamily="50" charset="-128"/>
              </a:rPr>
              <a:t>はどの産業まで活用の幅が広がっているのか？</a:t>
            </a:r>
            <a:endParaRPr lang="en-US" altLang="ja-JP" sz="1400" dirty="0">
              <a:latin typeface="BIZ UDPゴシック" panose="020B0400000000000000" pitchFamily="50" charset="-128"/>
              <a:ea typeface="BIZ UDPゴシック" panose="020B0400000000000000" pitchFamily="50" charset="-128"/>
            </a:endParaRPr>
          </a:p>
        </p:txBody>
      </p:sp>
      <p:cxnSp>
        <p:nvCxnSpPr>
          <p:cNvPr id="7" name="直線コネクタ 6">
            <a:extLst>
              <a:ext uri="{FF2B5EF4-FFF2-40B4-BE49-F238E27FC236}">
                <a16:creationId xmlns:a16="http://schemas.microsoft.com/office/drawing/2014/main" id="{4A25E42B-EAA4-695A-8CD2-9BF87B18B1D3}"/>
              </a:ext>
            </a:extLst>
          </p:cNvPr>
          <p:cNvCxnSpPr>
            <a:cxnSpLocks/>
          </p:cNvCxnSpPr>
          <p:nvPr/>
        </p:nvCxnSpPr>
        <p:spPr>
          <a:xfrm>
            <a:off x="360000" y="1620000"/>
            <a:ext cx="11520000" cy="10986"/>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8" name="テキスト ボックス 7">
            <a:extLst>
              <a:ext uri="{FF2B5EF4-FFF2-40B4-BE49-F238E27FC236}">
                <a16:creationId xmlns:a16="http://schemas.microsoft.com/office/drawing/2014/main" id="{EFFA4D67-385A-2377-4248-ED88CC8EF4D1}"/>
              </a:ext>
            </a:extLst>
          </p:cNvPr>
          <p:cNvSpPr txBox="1"/>
          <p:nvPr/>
        </p:nvSpPr>
        <p:spPr>
          <a:xfrm>
            <a:off x="433123" y="1362040"/>
            <a:ext cx="1345997" cy="215444"/>
          </a:xfrm>
          <a:prstGeom prst="rect">
            <a:avLst/>
          </a:prstGeom>
          <a:noFill/>
        </p:spPr>
        <p:txBody>
          <a:bodyPr wrap="square" lIns="0" tIns="0" rIns="0" bIns="0" rtlCol="0" anchor="t" anchorCtr="0">
            <a:spAutoFit/>
          </a:bodyPr>
          <a:lstStyle/>
          <a:p>
            <a:pPr algn="l"/>
            <a:r>
              <a:rPr kumimoji="1" lang="ja-JP" altLang="en-US" sz="1400" b="1" dirty="0">
                <a:latin typeface="BIZ UDPゴシック" panose="020B0400000000000000" pitchFamily="50" charset="-128"/>
                <a:ea typeface="BIZ UDPゴシック" panose="020B0400000000000000" pitchFamily="50" charset="-128"/>
              </a:rPr>
              <a:t>論点</a:t>
            </a:r>
            <a:endParaRPr kumimoji="1" lang="en-US" altLang="ja-JP" sz="1400" b="1" dirty="0">
              <a:latin typeface="BIZ UDPゴシック" panose="020B0400000000000000" pitchFamily="50" charset="-128"/>
              <a:ea typeface="BIZ UDPゴシック" panose="020B0400000000000000" pitchFamily="50" charset="-128"/>
            </a:endParaRPr>
          </a:p>
        </p:txBody>
      </p:sp>
      <p:sp>
        <p:nvSpPr>
          <p:cNvPr id="9" name="テキスト ボックス 8">
            <a:extLst>
              <a:ext uri="{FF2B5EF4-FFF2-40B4-BE49-F238E27FC236}">
                <a16:creationId xmlns:a16="http://schemas.microsoft.com/office/drawing/2014/main" id="{CFF031CC-6733-E227-9CA9-0AAB889B403D}"/>
              </a:ext>
            </a:extLst>
          </p:cNvPr>
          <p:cNvSpPr txBox="1"/>
          <p:nvPr/>
        </p:nvSpPr>
        <p:spPr>
          <a:xfrm>
            <a:off x="2990954" y="1362040"/>
            <a:ext cx="2875540" cy="215444"/>
          </a:xfrm>
          <a:prstGeom prst="rect">
            <a:avLst/>
          </a:prstGeom>
          <a:noFill/>
        </p:spPr>
        <p:txBody>
          <a:bodyPr wrap="square" lIns="0" tIns="0" rIns="0" bIns="0" rtlCol="0" anchor="t" anchorCtr="0">
            <a:spAutoFit/>
          </a:bodyPr>
          <a:lstStyle/>
          <a:p>
            <a:pPr algn="l"/>
            <a:r>
              <a:rPr kumimoji="1" lang="ja-JP" altLang="en-US" sz="1400" b="1" dirty="0">
                <a:latin typeface="BIZ UDPゴシック" panose="020B0400000000000000" pitchFamily="50" charset="-128"/>
                <a:ea typeface="BIZ UDPゴシック" panose="020B0400000000000000" pitchFamily="50" charset="-128"/>
              </a:rPr>
              <a:t>示唆</a:t>
            </a:r>
            <a:endParaRPr kumimoji="1" lang="en-US" altLang="ja-JP" sz="1400" b="1" dirty="0">
              <a:latin typeface="BIZ UDPゴシック" panose="020B0400000000000000" pitchFamily="50" charset="-128"/>
              <a:ea typeface="BIZ UDPゴシック" panose="020B0400000000000000" pitchFamily="50" charset="-128"/>
            </a:endParaRPr>
          </a:p>
        </p:txBody>
      </p:sp>
      <p:sp>
        <p:nvSpPr>
          <p:cNvPr id="10" name="テキスト ボックス 9">
            <a:extLst>
              <a:ext uri="{FF2B5EF4-FFF2-40B4-BE49-F238E27FC236}">
                <a16:creationId xmlns:a16="http://schemas.microsoft.com/office/drawing/2014/main" id="{F31AE9D0-4EBB-8AE8-2350-AED65A3685E2}"/>
              </a:ext>
            </a:extLst>
          </p:cNvPr>
          <p:cNvSpPr txBox="1"/>
          <p:nvPr/>
        </p:nvSpPr>
        <p:spPr>
          <a:xfrm>
            <a:off x="2990955" y="1733852"/>
            <a:ext cx="8767922" cy="1508105"/>
          </a:xfrm>
          <a:prstGeom prst="rect">
            <a:avLst/>
          </a:prstGeom>
          <a:noFill/>
        </p:spPr>
        <p:txBody>
          <a:bodyPr wrap="square" lIns="0" tIns="0" rIns="0" bIns="0" rtlCol="0" anchor="t" anchorCtr="0">
            <a:spAutoFit/>
          </a:bodyPr>
          <a:lstStyle/>
          <a:p>
            <a:pPr marL="0" lvl="1"/>
            <a:r>
              <a:rPr kumimoji="1" lang="ja-JP" altLang="en-US" sz="1400" dirty="0">
                <a:latin typeface="BIZ UDPゴシック" panose="020B0400000000000000" pitchFamily="50" charset="-128"/>
                <a:ea typeface="BIZ UDPゴシック" panose="020B0400000000000000" pitchFamily="50" charset="-128"/>
              </a:rPr>
              <a:t>フィットネスや食事・食事管理に加え、周辺産業では自動車、小売り、アパレル、住宅、睡眠、美容、家電への広がりがみられる</a:t>
            </a:r>
            <a:endParaRPr kumimoji="1" lang="en-US" altLang="ja-JP" sz="1400" dirty="0">
              <a:latin typeface="BIZ UDPゴシック" panose="020B0400000000000000" pitchFamily="50" charset="-128"/>
              <a:ea typeface="BIZ UDPゴシック" panose="020B0400000000000000" pitchFamily="50" charset="-128"/>
            </a:endParaRPr>
          </a:p>
          <a:p>
            <a:pPr marL="0" lvl="1"/>
            <a:endParaRPr lang="en-US" altLang="ja-JP" sz="1400" dirty="0">
              <a:latin typeface="BIZ UDPゴシック" panose="020B0400000000000000" pitchFamily="50" charset="-128"/>
              <a:ea typeface="BIZ UDPゴシック" panose="020B0400000000000000" pitchFamily="50" charset="-128"/>
            </a:endParaRPr>
          </a:p>
          <a:p>
            <a:pPr marL="0" lvl="1"/>
            <a:r>
              <a:rPr kumimoji="1" lang="ja-JP" altLang="en-US" sz="1400" dirty="0">
                <a:latin typeface="BIZ UDPゴシック" panose="020B0400000000000000" pitchFamily="50" charset="-128"/>
                <a:ea typeface="BIZ UDPゴシック" panose="020B0400000000000000" pitchFamily="50" charset="-128"/>
              </a:rPr>
              <a:t>特にアパレル産業においては、正確な生体データ、行動データ取得をコア技術として、他産業に対するサービスを展開</a:t>
            </a:r>
            <a:endParaRPr kumimoji="1" lang="en-US" altLang="ja-JP" sz="1400" dirty="0">
              <a:latin typeface="BIZ UDPゴシック" panose="020B0400000000000000" pitchFamily="50" charset="-128"/>
              <a:ea typeface="BIZ UDPゴシック" panose="020B0400000000000000" pitchFamily="50" charset="-128"/>
            </a:endParaRPr>
          </a:p>
          <a:p>
            <a:pPr marL="182563" lvl="1" indent="-182563">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保育園等での幼児の体調管理</a:t>
            </a:r>
            <a:r>
              <a:rPr lang="en-US" altLang="ja-JP" sz="1400" dirty="0">
                <a:latin typeface="BIZ UDPゴシック" panose="020B0400000000000000" pitchFamily="50" charset="-128"/>
                <a:ea typeface="BIZ UDPゴシック" panose="020B0400000000000000" pitchFamily="50" charset="-128"/>
              </a:rPr>
              <a:t>(</a:t>
            </a:r>
            <a:r>
              <a:rPr lang="ja-JP" altLang="en-US" sz="1400" dirty="0">
                <a:latin typeface="BIZ UDPゴシック" panose="020B0400000000000000" pitchFamily="50" charset="-128"/>
                <a:ea typeface="BIZ UDPゴシック" panose="020B0400000000000000" pitchFamily="50" charset="-128"/>
              </a:rPr>
              <a:t>発熱やうつぶせ寝の検知</a:t>
            </a:r>
            <a:r>
              <a:rPr lang="en-US" altLang="ja-JP" sz="1400" dirty="0">
                <a:latin typeface="BIZ UDPゴシック" panose="020B0400000000000000" pitchFamily="50" charset="-128"/>
                <a:ea typeface="BIZ UDPゴシック" panose="020B0400000000000000" pitchFamily="50" charset="-128"/>
              </a:rPr>
              <a:t>)</a:t>
            </a:r>
            <a:r>
              <a:rPr lang="ja-JP" altLang="en-US" sz="1400" dirty="0">
                <a:latin typeface="BIZ UDPゴシック" panose="020B0400000000000000" pitchFamily="50" charset="-128"/>
                <a:ea typeface="BIZ UDPゴシック" panose="020B0400000000000000" pitchFamily="50" charset="-128"/>
              </a:rPr>
              <a:t>、工場現場・工場における作業員の体調管理、リハビリ施設というでの歩行支援など</a:t>
            </a:r>
            <a:endParaRPr kumimoji="1" lang="en-US" altLang="ja-JP" sz="1400" dirty="0">
              <a:latin typeface="BIZ UDPゴシック" panose="020B0400000000000000" pitchFamily="50" charset="-128"/>
              <a:ea typeface="BIZ UDPゴシック" panose="020B0400000000000000" pitchFamily="50" charset="-128"/>
            </a:endParaRPr>
          </a:p>
        </p:txBody>
      </p:sp>
      <p:sp>
        <p:nvSpPr>
          <p:cNvPr id="11" name="テキスト ボックス 10">
            <a:extLst>
              <a:ext uri="{FF2B5EF4-FFF2-40B4-BE49-F238E27FC236}">
                <a16:creationId xmlns:a16="http://schemas.microsoft.com/office/drawing/2014/main" id="{8EEE4839-8AB5-F5EF-09DB-194AA8F9DC5D}"/>
              </a:ext>
            </a:extLst>
          </p:cNvPr>
          <p:cNvSpPr txBox="1"/>
          <p:nvPr/>
        </p:nvSpPr>
        <p:spPr>
          <a:xfrm>
            <a:off x="334963" y="3466197"/>
            <a:ext cx="2150739" cy="646331"/>
          </a:xfrm>
          <a:prstGeom prst="rect">
            <a:avLst/>
          </a:prstGeom>
          <a:noFill/>
        </p:spPr>
        <p:txBody>
          <a:bodyPr wrap="square" lIns="0" tIns="0" rIns="0" bIns="0" rtlCol="0" anchor="t" anchorCtr="0">
            <a:spAutoFit/>
          </a:bodyPr>
          <a:lstStyle/>
          <a:p>
            <a:pPr marL="177800" indent="-177800" algn="l">
              <a:buFont typeface="Wingdings" panose="05000000000000000000" pitchFamily="2" charset="2"/>
              <a:buChar char="n"/>
            </a:pPr>
            <a:r>
              <a:rPr lang="ja-JP" altLang="en-US" sz="1400" dirty="0">
                <a:latin typeface="BIZ UDPゴシック" panose="020B0400000000000000" pitchFamily="50" charset="-128"/>
                <a:ea typeface="BIZ UDPゴシック" panose="020B0400000000000000" pitchFamily="50" charset="-128"/>
              </a:rPr>
              <a:t>各産業毎にどのようなものがサービス化されているのか？</a:t>
            </a:r>
            <a:endParaRPr lang="en-US" altLang="ja-JP" sz="1400" dirty="0">
              <a:latin typeface="BIZ UDPゴシック" panose="020B0400000000000000" pitchFamily="50" charset="-128"/>
              <a:ea typeface="BIZ UDPゴシック" panose="020B0400000000000000" pitchFamily="50" charset="-128"/>
            </a:endParaRPr>
          </a:p>
        </p:txBody>
      </p:sp>
      <p:sp>
        <p:nvSpPr>
          <p:cNvPr id="12" name="テキスト ボックス 11">
            <a:extLst>
              <a:ext uri="{FF2B5EF4-FFF2-40B4-BE49-F238E27FC236}">
                <a16:creationId xmlns:a16="http://schemas.microsoft.com/office/drawing/2014/main" id="{F521880F-148A-DB00-BB22-060E575C7AA1}"/>
              </a:ext>
            </a:extLst>
          </p:cNvPr>
          <p:cNvSpPr txBox="1"/>
          <p:nvPr/>
        </p:nvSpPr>
        <p:spPr>
          <a:xfrm>
            <a:off x="2990955" y="3466197"/>
            <a:ext cx="8767922" cy="1292662"/>
          </a:xfrm>
          <a:prstGeom prst="rect">
            <a:avLst/>
          </a:prstGeom>
          <a:noFill/>
        </p:spPr>
        <p:txBody>
          <a:bodyPr wrap="square" lIns="0" tIns="0" rIns="0" bIns="0" rtlCol="0" anchor="t" anchorCtr="0">
            <a:spAutoFit/>
          </a:bodyPr>
          <a:lstStyle/>
          <a:p>
            <a:pPr marL="0" lvl="1"/>
            <a:r>
              <a:rPr kumimoji="1" lang="ja-JP" altLang="en-US" sz="1400" dirty="0">
                <a:latin typeface="BIZ UDPゴシック" panose="020B0400000000000000" pitchFamily="50" charset="-128"/>
                <a:ea typeface="BIZ UDPゴシック" panose="020B0400000000000000" pitchFamily="50" charset="-128"/>
              </a:rPr>
              <a:t>産業を俯瞰してみるとおおよそ</a:t>
            </a:r>
            <a:r>
              <a:rPr kumimoji="1" lang="en-US" altLang="ja-JP" sz="1400" dirty="0">
                <a:latin typeface="BIZ UDPゴシック" panose="020B0400000000000000" pitchFamily="50" charset="-128"/>
                <a:ea typeface="BIZ UDPゴシック" panose="020B0400000000000000" pitchFamily="50" charset="-128"/>
              </a:rPr>
              <a:t>PHT</a:t>
            </a:r>
            <a:r>
              <a:rPr kumimoji="1" lang="ja-JP" altLang="en-US" sz="1400" dirty="0">
                <a:latin typeface="BIZ UDPゴシック" panose="020B0400000000000000" pitchFamily="50" charset="-128"/>
                <a:ea typeface="BIZ UDPゴシック" panose="020B0400000000000000" pitchFamily="50" charset="-128"/>
              </a:rPr>
              <a:t>データの活用パターンは以下の</a:t>
            </a:r>
            <a:r>
              <a:rPr kumimoji="1" lang="en-US" altLang="ja-JP" sz="1400" dirty="0">
                <a:latin typeface="BIZ UDPゴシック" panose="020B0400000000000000" pitchFamily="50" charset="-128"/>
                <a:ea typeface="BIZ UDPゴシック" panose="020B0400000000000000" pitchFamily="50" charset="-128"/>
              </a:rPr>
              <a:t>5</a:t>
            </a:r>
            <a:r>
              <a:rPr kumimoji="1" lang="ja-JP" altLang="en-US" sz="1400" dirty="0">
                <a:latin typeface="BIZ UDPゴシック" panose="020B0400000000000000" pitchFamily="50" charset="-128"/>
                <a:ea typeface="BIZ UDPゴシック" panose="020B0400000000000000" pitchFamily="50" charset="-128"/>
              </a:rPr>
              <a:t>つに大別</a:t>
            </a:r>
            <a:endParaRPr kumimoji="1" lang="en-US" altLang="ja-JP" sz="1400" dirty="0">
              <a:latin typeface="BIZ UDPゴシック" panose="020B0400000000000000" pitchFamily="50" charset="-128"/>
              <a:ea typeface="BIZ UDPゴシック" panose="020B0400000000000000" pitchFamily="50" charset="-128"/>
            </a:endParaRPr>
          </a:p>
          <a:p>
            <a:pPr marL="357188" lvl="1" indent="-357188">
              <a:buFont typeface="+mj-ea"/>
              <a:buAutoNum type="circleNumDbPlain"/>
            </a:pPr>
            <a:r>
              <a:rPr lang="ja-JP" altLang="en-US" sz="1400" dirty="0">
                <a:latin typeface="BIZ UDPゴシック" panose="020B0400000000000000" pitchFamily="50" charset="-128"/>
                <a:ea typeface="BIZ UDPゴシック" panose="020B0400000000000000" pitchFamily="50" charset="-128"/>
              </a:rPr>
              <a:t>体調・行動の精緻な可視化</a:t>
            </a:r>
            <a:r>
              <a:rPr lang="en-US" altLang="ja-JP" sz="1400" dirty="0">
                <a:latin typeface="BIZ UDPゴシック" panose="020B0400000000000000" pitchFamily="50" charset="-128"/>
                <a:ea typeface="BIZ UDPゴシック" panose="020B0400000000000000" pitchFamily="50" charset="-128"/>
              </a:rPr>
              <a:t>		</a:t>
            </a:r>
            <a:r>
              <a:rPr lang="ja-JP" altLang="en-US" sz="1400" dirty="0">
                <a:latin typeface="BIZ UDPゴシック" panose="020B0400000000000000" pitchFamily="50" charset="-128"/>
                <a:ea typeface="BIZ UDPゴシック" panose="020B0400000000000000" pitchFamily="50" charset="-128"/>
              </a:rPr>
              <a:t>：アパレル、食品・サプリ、食事管理、睡眠、美容等</a:t>
            </a:r>
            <a:endParaRPr lang="en-US" altLang="ja-JP" sz="1400" dirty="0">
              <a:latin typeface="BIZ UDPゴシック" panose="020B0400000000000000" pitchFamily="50" charset="-128"/>
              <a:ea typeface="BIZ UDPゴシック" panose="020B0400000000000000" pitchFamily="50" charset="-128"/>
            </a:endParaRPr>
          </a:p>
          <a:p>
            <a:pPr marL="357188" lvl="1" indent="-357188">
              <a:buFont typeface="+mj-ea"/>
              <a:buAutoNum type="circleNumDbPlain"/>
            </a:pPr>
            <a:r>
              <a:rPr kumimoji="1" lang="ja-JP" altLang="en-US" sz="1400" dirty="0">
                <a:latin typeface="BIZ UDPゴシック" panose="020B0400000000000000" pitchFamily="50" charset="-128"/>
                <a:ea typeface="BIZ UDPゴシック" panose="020B0400000000000000" pitchFamily="50" charset="-128"/>
              </a:rPr>
              <a:t>①に基づくパーソナライズされた提案</a:t>
            </a:r>
            <a:r>
              <a:rPr kumimoji="1" lang="en-US" altLang="ja-JP" sz="1400" dirty="0">
                <a:latin typeface="BIZ UDPゴシック" panose="020B0400000000000000" pitchFamily="50" charset="-128"/>
                <a:ea typeface="BIZ UDPゴシック" panose="020B0400000000000000" pitchFamily="50" charset="-128"/>
              </a:rPr>
              <a:t>	</a:t>
            </a:r>
            <a:r>
              <a:rPr kumimoji="1" lang="ja-JP" altLang="en-US" sz="1400" dirty="0">
                <a:latin typeface="BIZ UDPゴシック" panose="020B0400000000000000" pitchFamily="50" charset="-128"/>
                <a:ea typeface="BIZ UDPゴシック" panose="020B0400000000000000" pitchFamily="50" charset="-128"/>
              </a:rPr>
              <a:t>：食品・サプリ・小売り</a:t>
            </a:r>
            <a:endParaRPr kumimoji="1" lang="en-US" altLang="ja-JP" sz="1400" dirty="0">
              <a:latin typeface="BIZ UDPゴシック" panose="020B0400000000000000" pitchFamily="50" charset="-128"/>
              <a:ea typeface="BIZ UDPゴシック" panose="020B0400000000000000" pitchFamily="50" charset="-128"/>
            </a:endParaRPr>
          </a:p>
          <a:p>
            <a:pPr marL="357188" lvl="1" indent="-357188">
              <a:buFont typeface="+mj-ea"/>
              <a:buAutoNum type="circleNumDbPlain"/>
            </a:pPr>
            <a:r>
              <a:rPr lang="ja-JP" altLang="en-US" sz="1400" dirty="0">
                <a:latin typeface="BIZ UDPゴシック" panose="020B0400000000000000" pitchFamily="50" charset="-128"/>
                <a:ea typeface="BIZ UDPゴシック" panose="020B0400000000000000" pitchFamily="50" charset="-128"/>
              </a:rPr>
              <a:t>積極的な介入による行動変容</a:t>
            </a:r>
            <a:r>
              <a:rPr lang="en-US" altLang="ja-JP" sz="1400" dirty="0">
                <a:latin typeface="BIZ UDPゴシック" panose="020B0400000000000000" pitchFamily="50" charset="-128"/>
                <a:ea typeface="BIZ UDPゴシック" panose="020B0400000000000000" pitchFamily="50" charset="-128"/>
              </a:rPr>
              <a:t>		</a:t>
            </a:r>
            <a:r>
              <a:rPr lang="ja-JP" altLang="en-US" sz="1400" dirty="0">
                <a:latin typeface="BIZ UDPゴシック" panose="020B0400000000000000" pitchFamily="50" charset="-128"/>
                <a:ea typeface="BIZ UDPゴシック" panose="020B0400000000000000" pitchFamily="50" charset="-128"/>
              </a:rPr>
              <a:t>：フィットネス、食事管理</a:t>
            </a:r>
            <a:endParaRPr lang="en-US" altLang="ja-JP" sz="1400" dirty="0">
              <a:latin typeface="BIZ UDPゴシック" panose="020B0400000000000000" pitchFamily="50" charset="-128"/>
              <a:ea typeface="BIZ UDPゴシック" panose="020B0400000000000000" pitchFamily="50" charset="-128"/>
            </a:endParaRPr>
          </a:p>
          <a:p>
            <a:pPr marL="357188" lvl="1" indent="-357188">
              <a:buFont typeface="+mj-ea"/>
              <a:buAutoNum type="circleNumDbPlain"/>
            </a:pPr>
            <a:r>
              <a:rPr kumimoji="1" lang="ja-JP" altLang="en-US" sz="1400" dirty="0">
                <a:latin typeface="BIZ UDPゴシック" panose="020B0400000000000000" pitchFamily="50" charset="-128"/>
                <a:ea typeface="BIZ UDPゴシック" panose="020B0400000000000000" pitchFamily="50" charset="-128"/>
              </a:rPr>
              <a:t>体調異常時の早期検出</a:t>
            </a:r>
            <a:r>
              <a:rPr kumimoji="1" lang="en-US" altLang="ja-JP" sz="1400" dirty="0">
                <a:latin typeface="BIZ UDPゴシック" panose="020B0400000000000000" pitchFamily="50" charset="-128"/>
                <a:ea typeface="BIZ UDPゴシック" panose="020B0400000000000000" pitchFamily="50" charset="-128"/>
              </a:rPr>
              <a:t>		</a:t>
            </a:r>
            <a:r>
              <a:rPr kumimoji="1" lang="ja-JP" altLang="en-US" sz="1400" dirty="0">
                <a:latin typeface="BIZ UDPゴシック" panose="020B0400000000000000" pitchFamily="50" charset="-128"/>
                <a:ea typeface="BIZ UDPゴシック" panose="020B0400000000000000" pitchFamily="50" charset="-128"/>
              </a:rPr>
              <a:t>：住宅、自動車、アパレル</a:t>
            </a:r>
            <a:endParaRPr kumimoji="1" lang="en-US" altLang="ja-JP" sz="1400" dirty="0">
              <a:latin typeface="BIZ UDPゴシック" panose="020B0400000000000000" pitchFamily="50" charset="-128"/>
              <a:ea typeface="BIZ UDPゴシック" panose="020B0400000000000000" pitchFamily="50" charset="-128"/>
            </a:endParaRPr>
          </a:p>
          <a:p>
            <a:pPr marL="357188" lvl="1" indent="-357188">
              <a:buFont typeface="+mj-ea"/>
              <a:buAutoNum type="circleNumDbPlain"/>
            </a:pPr>
            <a:r>
              <a:rPr lang="ja-JP" altLang="en-US" sz="1400" dirty="0">
                <a:latin typeface="BIZ UDPゴシック" panose="020B0400000000000000" pitchFamily="50" charset="-128"/>
                <a:ea typeface="BIZ UDPゴシック" panose="020B0400000000000000" pitchFamily="50" charset="-128"/>
              </a:rPr>
              <a:t>快適な空間づくり</a:t>
            </a:r>
            <a:r>
              <a:rPr lang="en-US" altLang="ja-JP" sz="1400" dirty="0">
                <a:latin typeface="BIZ UDPゴシック" panose="020B0400000000000000" pitchFamily="50" charset="-128"/>
                <a:ea typeface="BIZ UDPゴシック" panose="020B0400000000000000" pitchFamily="50" charset="-128"/>
              </a:rPr>
              <a:t>			</a:t>
            </a:r>
            <a:r>
              <a:rPr lang="ja-JP" altLang="en-US" sz="1400" dirty="0">
                <a:latin typeface="BIZ UDPゴシック" panose="020B0400000000000000" pitchFamily="50" charset="-128"/>
                <a:ea typeface="BIZ UDPゴシック" panose="020B0400000000000000" pitchFamily="50" charset="-128"/>
              </a:rPr>
              <a:t>：住宅、自動車</a:t>
            </a:r>
            <a:endParaRPr kumimoji="1" lang="en-US" altLang="ja-JP" sz="1400" dirty="0">
              <a:latin typeface="BIZ UDPゴシック" panose="020B0400000000000000" pitchFamily="50" charset="-128"/>
              <a:ea typeface="BIZ UDPゴシック" panose="020B0400000000000000" pitchFamily="50" charset="-128"/>
            </a:endParaRPr>
          </a:p>
        </p:txBody>
      </p:sp>
      <p:sp>
        <p:nvSpPr>
          <p:cNvPr id="13" name="テキスト ボックス 12">
            <a:extLst>
              <a:ext uri="{FF2B5EF4-FFF2-40B4-BE49-F238E27FC236}">
                <a16:creationId xmlns:a16="http://schemas.microsoft.com/office/drawing/2014/main" id="{C93663E0-5689-6B03-553B-EE1B4E2F58B6}"/>
              </a:ext>
            </a:extLst>
          </p:cNvPr>
          <p:cNvSpPr txBox="1"/>
          <p:nvPr/>
        </p:nvSpPr>
        <p:spPr>
          <a:xfrm>
            <a:off x="334963" y="4861019"/>
            <a:ext cx="2150739" cy="646331"/>
          </a:xfrm>
          <a:prstGeom prst="rect">
            <a:avLst/>
          </a:prstGeom>
          <a:noFill/>
        </p:spPr>
        <p:txBody>
          <a:bodyPr wrap="square" lIns="0" tIns="0" rIns="0" bIns="0" rtlCol="0" anchor="t" anchorCtr="0">
            <a:spAutoFit/>
          </a:bodyPr>
          <a:lstStyle/>
          <a:p>
            <a:pPr marL="177800" indent="-177800" algn="l">
              <a:buFont typeface="Wingdings" panose="05000000000000000000" pitchFamily="2" charset="2"/>
              <a:buChar char="n"/>
            </a:pPr>
            <a:r>
              <a:rPr lang="ja-JP" altLang="en-US" sz="1400" dirty="0">
                <a:latin typeface="BIZ UDPゴシック" panose="020B0400000000000000" pitchFamily="50" charset="-128"/>
                <a:ea typeface="BIZ UDPゴシック" panose="020B0400000000000000" pitchFamily="50" charset="-128"/>
              </a:rPr>
              <a:t>今後どのように発展していく可能性が想定されているのか？</a:t>
            </a:r>
            <a:endParaRPr lang="en-US" altLang="ja-JP" sz="1400" dirty="0">
              <a:latin typeface="BIZ UDPゴシック" panose="020B0400000000000000" pitchFamily="50" charset="-128"/>
              <a:ea typeface="BIZ UDPゴシック" panose="020B0400000000000000" pitchFamily="50" charset="-128"/>
            </a:endParaRPr>
          </a:p>
        </p:txBody>
      </p:sp>
      <p:sp>
        <p:nvSpPr>
          <p:cNvPr id="14" name="テキスト ボックス 13">
            <a:extLst>
              <a:ext uri="{FF2B5EF4-FFF2-40B4-BE49-F238E27FC236}">
                <a16:creationId xmlns:a16="http://schemas.microsoft.com/office/drawing/2014/main" id="{37CA88D2-2DE0-9DCD-B5A0-D5D757D16186}"/>
              </a:ext>
            </a:extLst>
          </p:cNvPr>
          <p:cNvSpPr txBox="1"/>
          <p:nvPr/>
        </p:nvSpPr>
        <p:spPr>
          <a:xfrm>
            <a:off x="2990955" y="4861019"/>
            <a:ext cx="8767922" cy="1292662"/>
          </a:xfrm>
          <a:prstGeom prst="rect">
            <a:avLst/>
          </a:prstGeom>
          <a:noFill/>
        </p:spPr>
        <p:txBody>
          <a:bodyPr wrap="square" lIns="0" tIns="0" rIns="0" bIns="0" rtlCol="0" anchor="t" anchorCtr="0">
            <a:spAutoFit/>
          </a:bodyPr>
          <a:lstStyle/>
          <a:p>
            <a:pPr marL="0" lvl="1"/>
            <a:r>
              <a:rPr kumimoji="1" lang="ja-JP" altLang="en-US" sz="1400" dirty="0">
                <a:latin typeface="BIZ UDPゴシック" panose="020B0400000000000000" pitchFamily="50" charset="-128"/>
                <a:ea typeface="BIZ UDPゴシック" panose="020B0400000000000000" pitchFamily="50" charset="-128"/>
              </a:rPr>
              <a:t>実証実験段階にあるサービスや先進事例を踏まえると、以下の</a:t>
            </a:r>
            <a:r>
              <a:rPr kumimoji="1" lang="en-US" altLang="ja-JP" sz="1400" dirty="0">
                <a:latin typeface="BIZ UDPゴシック" panose="020B0400000000000000" pitchFamily="50" charset="-128"/>
                <a:ea typeface="BIZ UDPゴシック" panose="020B0400000000000000" pitchFamily="50" charset="-128"/>
              </a:rPr>
              <a:t>5</a:t>
            </a:r>
            <a:r>
              <a:rPr kumimoji="1" lang="ja-JP" altLang="en-US" sz="1400" dirty="0">
                <a:latin typeface="BIZ UDPゴシック" panose="020B0400000000000000" pitchFamily="50" charset="-128"/>
                <a:ea typeface="BIZ UDPゴシック" panose="020B0400000000000000" pitchFamily="50" charset="-128"/>
              </a:rPr>
              <a:t>つの方向性が考えられる</a:t>
            </a:r>
            <a:endParaRPr lang="en-US" altLang="ja-JP" sz="1400" dirty="0">
              <a:latin typeface="BIZ UDPゴシック" panose="020B0400000000000000" pitchFamily="50" charset="-128"/>
              <a:ea typeface="BIZ UDPゴシック" panose="020B0400000000000000" pitchFamily="50" charset="-128"/>
            </a:endParaRPr>
          </a:p>
          <a:p>
            <a:pPr marL="357188" lvl="1" indent="-357188">
              <a:buFont typeface="+mj-ea"/>
              <a:buAutoNum type="circleNumDbPlain"/>
            </a:pPr>
            <a:r>
              <a:rPr kumimoji="1" lang="ja-JP" altLang="en-US" sz="1400" dirty="0">
                <a:latin typeface="BIZ UDPゴシック" panose="020B0400000000000000" pitchFamily="50" charset="-128"/>
                <a:ea typeface="BIZ UDPゴシック" panose="020B0400000000000000" pitchFamily="50" charset="-128"/>
              </a:rPr>
              <a:t>取得・活用可能な生体データの拡張 </a:t>
            </a:r>
            <a:r>
              <a:rPr kumimoji="1" lang="en-US" altLang="ja-JP" sz="1400" dirty="0">
                <a:latin typeface="BIZ UDPゴシック" panose="020B0400000000000000" pitchFamily="50" charset="-128"/>
                <a:ea typeface="BIZ UDPゴシック" panose="020B0400000000000000" pitchFamily="50" charset="-128"/>
              </a:rPr>
              <a:t>(DNA</a:t>
            </a:r>
            <a:r>
              <a:rPr kumimoji="1" lang="ja-JP" altLang="en-US" sz="1400" dirty="0">
                <a:latin typeface="BIZ UDPゴシック" panose="020B0400000000000000" pitchFamily="50" charset="-128"/>
                <a:ea typeface="BIZ UDPゴシック" panose="020B0400000000000000" pitchFamily="50" charset="-128"/>
              </a:rPr>
              <a:t>、マイクロバイオーム</a:t>
            </a:r>
            <a:r>
              <a:rPr kumimoji="1" lang="en-US" altLang="ja-JP" sz="1400" dirty="0">
                <a:latin typeface="BIZ UDPゴシック" panose="020B0400000000000000" pitchFamily="50" charset="-128"/>
                <a:ea typeface="BIZ UDPゴシック" panose="020B0400000000000000" pitchFamily="50" charset="-128"/>
              </a:rPr>
              <a:t>)</a:t>
            </a:r>
          </a:p>
          <a:p>
            <a:pPr marL="357188" lvl="1" indent="-357188">
              <a:buFont typeface="+mj-ea"/>
              <a:buAutoNum type="circleNumDbPlain"/>
            </a:pPr>
            <a:r>
              <a:rPr kumimoji="1" lang="ja-JP" altLang="en-US" sz="1400" dirty="0">
                <a:latin typeface="BIZ UDPゴシック" panose="020B0400000000000000" pitchFamily="50" charset="-128"/>
                <a:ea typeface="BIZ UDPゴシック" panose="020B0400000000000000" pitchFamily="50" charset="-128"/>
              </a:rPr>
              <a:t>複数データを掛け合わせたデータの付加価値の向上 </a:t>
            </a:r>
            <a:r>
              <a:rPr kumimoji="1" lang="en-US" altLang="ja-JP" sz="1400" dirty="0">
                <a:latin typeface="BIZ UDPゴシック" panose="020B0400000000000000" pitchFamily="50" charset="-128"/>
                <a:ea typeface="BIZ UDPゴシック" panose="020B0400000000000000" pitchFamily="50" charset="-128"/>
              </a:rPr>
              <a:t>(</a:t>
            </a:r>
            <a:r>
              <a:rPr kumimoji="1" lang="ja-JP" altLang="en-US" sz="1400" dirty="0">
                <a:latin typeface="BIZ UDPゴシック" panose="020B0400000000000000" pitchFamily="50" charset="-128"/>
                <a:ea typeface="BIZ UDPゴシック" panose="020B0400000000000000" pitchFamily="50" charset="-128"/>
              </a:rPr>
              <a:t>医療機関データ</a:t>
            </a:r>
            <a:r>
              <a:rPr kumimoji="1" lang="en-US" altLang="ja-JP" sz="1400" dirty="0">
                <a:latin typeface="BIZ UDPゴシック" panose="020B0400000000000000" pitchFamily="50" charset="-128"/>
                <a:ea typeface="BIZ UDPゴシック" panose="020B0400000000000000" pitchFamily="50" charset="-128"/>
              </a:rPr>
              <a:t>)</a:t>
            </a:r>
          </a:p>
          <a:p>
            <a:pPr marL="357188" lvl="1" indent="-357188">
              <a:buFont typeface="+mj-ea"/>
              <a:buAutoNum type="circleNumDbPlain"/>
            </a:pPr>
            <a:r>
              <a:rPr lang="ja-JP" altLang="en-US" sz="1400" dirty="0">
                <a:latin typeface="BIZ UDPゴシック" panose="020B0400000000000000" pitchFamily="50" charset="-128"/>
                <a:ea typeface="BIZ UDPゴシック" panose="020B0400000000000000" pitchFamily="50" charset="-128"/>
              </a:rPr>
              <a:t>より日常に密着したデータ取得チャネルの充実化 </a:t>
            </a:r>
            <a:r>
              <a:rPr lang="en-US" altLang="ja-JP" sz="1400" dirty="0">
                <a:latin typeface="BIZ UDPゴシック" panose="020B0400000000000000" pitchFamily="50" charset="-128"/>
                <a:ea typeface="BIZ UDPゴシック" panose="020B0400000000000000" pitchFamily="50" charset="-128"/>
              </a:rPr>
              <a:t>(</a:t>
            </a:r>
            <a:r>
              <a:rPr lang="ja-JP" altLang="en-US" sz="1400" dirty="0">
                <a:latin typeface="BIZ UDPゴシック" panose="020B0400000000000000" pitchFamily="50" charset="-128"/>
                <a:ea typeface="BIZ UDPゴシック" panose="020B0400000000000000" pitchFamily="50" charset="-128"/>
              </a:rPr>
              <a:t>非接触センサー、</a:t>
            </a:r>
            <a:r>
              <a:rPr lang="en-US" altLang="ja-JP" sz="1400" dirty="0">
                <a:latin typeface="BIZ UDPゴシック" panose="020B0400000000000000" pitchFamily="50" charset="-128"/>
                <a:ea typeface="BIZ UDPゴシック" panose="020B0400000000000000" pitchFamily="50" charset="-128"/>
              </a:rPr>
              <a:t>IoT</a:t>
            </a:r>
            <a:r>
              <a:rPr lang="ja-JP" altLang="en-US" sz="1400" dirty="0">
                <a:latin typeface="BIZ UDPゴシック" panose="020B0400000000000000" pitchFamily="50" charset="-128"/>
                <a:ea typeface="BIZ UDPゴシック" panose="020B0400000000000000" pitchFamily="50" charset="-128"/>
              </a:rPr>
              <a:t>デバイス</a:t>
            </a:r>
            <a:r>
              <a:rPr lang="en-US" altLang="ja-JP" sz="1400" dirty="0">
                <a:latin typeface="BIZ UDPゴシック" panose="020B0400000000000000" pitchFamily="50" charset="-128"/>
                <a:ea typeface="BIZ UDPゴシック" panose="020B0400000000000000" pitchFamily="50" charset="-128"/>
              </a:rPr>
              <a:t>)</a:t>
            </a:r>
          </a:p>
          <a:p>
            <a:pPr marL="357188" lvl="1" indent="-357188">
              <a:buFont typeface="+mj-ea"/>
              <a:buAutoNum type="circleNumDbPlain"/>
            </a:pPr>
            <a:r>
              <a:rPr kumimoji="1" lang="ja-JP" altLang="en-US" sz="1400" dirty="0">
                <a:latin typeface="BIZ UDPゴシック" panose="020B0400000000000000" pitchFamily="50" charset="-128"/>
                <a:ea typeface="BIZ UDPゴシック" panose="020B0400000000000000" pitchFamily="50" charset="-128"/>
              </a:rPr>
              <a:t>日常に溶け込むシームレスな購買機械の提供</a:t>
            </a:r>
            <a:endParaRPr kumimoji="1" lang="en-US" altLang="ja-JP" sz="1400" dirty="0">
              <a:latin typeface="BIZ UDPゴシック" panose="020B0400000000000000" pitchFamily="50" charset="-128"/>
              <a:ea typeface="BIZ UDPゴシック" panose="020B0400000000000000" pitchFamily="50" charset="-128"/>
            </a:endParaRPr>
          </a:p>
          <a:p>
            <a:pPr marL="357188" lvl="1" indent="-357188">
              <a:buFont typeface="+mj-ea"/>
              <a:buAutoNum type="circleNumDbPlain"/>
            </a:pPr>
            <a:r>
              <a:rPr lang="ja-JP" altLang="en-US" sz="1400" dirty="0">
                <a:latin typeface="BIZ UDPゴシック" panose="020B0400000000000000" pitchFamily="50" charset="-128"/>
                <a:ea typeface="BIZ UDPゴシック" panose="020B0400000000000000" pitchFamily="50" charset="-128"/>
              </a:rPr>
              <a:t>モノに留まらない個人最適な体験の提供</a:t>
            </a:r>
            <a:endParaRPr kumimoji="1" lang="en-US" altLang="ja-JP" sz="140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61152512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CD881FF-CCB8-9452-53C4-0096180378D4}"/>
              </a:ext>
            </a:extLst>
          </p:cNvPr>
          <p:cNvSpPr>
            <a:spLocks noGrp="1"/>
          </p:cNvSpPr>
          <p:nvPr>
            <p:ph type="title"/>
          </p:nvPr>
        </p:nvSpPr>
        <p:spPr/>
        <p:txBody>
          <a:bodyPr/>
          <a:lstStyle/>
          <a:p>
            <a:r>
              <a:rPr lang="ja-JP" altLang="en-US" dirty="0"/>
              <a:t>洋上風力産業の集積事例</a:t>
            </a:r>
            <a:endParaRPr kumimoji="1" lang="ja-JP" altLang="en-US" dirty="0"/>
          </a:p>
        </p:txBody>
      </p:sp>
      <p:sp>
        <p:nvSpPr>
          <p:cNvPr id="3" name="フッター プレースホルダー 2">
            <a:extLst>
              <a:ext uri="{FF2B5EF4-FFF2-40B4-BE49-F238E27FC236}">
                <a16:creationId xmlns:a16="http://schemas.microsoft.com/office/drawing/2014/main" id="{9B6B95EB-56CE-8806-E2E7-3A3F9C3DEBE4}"/>
              </a:ext>
            </a:extLst>
          </p:cNvPr>
          <p:cNvSpPr>
            <a:spLocks noGrp="1"/>
          </p:cNvSpPr>
          <p:nvPr>
            <p:ph type="ftr" sz="quarter" idx="11"/>
          </p:nvPr>
        </p:nvSpPr>
        <p:spPr/>
        <p:txBody>
          <a:bodyPr/>
          <a:lstStyle/>
          <a:p>
            <a:r>
              <a:rPr lang="ja-JP" altLang="en-US"/>
              <a:t>出所：</a:t>
            </a:r>
            <a:endParaRPr lang="ja-JP" altLang="en-US" sz="900" dirty="0"/>
          </a:p>
        </p:txBody>
      </p:sp>
      <p:sp>
        <p:nvSpPr>
          <p:cNvPr id="4" name="スライド番号プレースホルダー 3">
            <a:extLst>
              <a:ext uri="{FF2B5EF4-FFF2-40B4-BE49-F238E27FC236}">
                <a16:creationId xmlns:a16="http://schemas.microsoft.com/office/drawing/2014/main" id="{C73AFBA3-E806-8742-9917-B4B7B8253949}"/>
              </a:ext>
            </a:extLst>
          </p:cNvPr>
          <p:cNvSpPr>
            <a:spLocks noGrp="1"/>
          </p:cNvSpPr>
          <p:nvPr>
            <p:ph type="sldNum" sz="quarter" idx="12"/>
          </p:nvPr>
        </p:nvSpPr>
        <p:spPr/>
        <p:txBody>
          <a:bodyPr/>
          <a:lstStyle/>
          <a:p>
            <a:fld id="{DCB5AA93-092B-49A1-87A7-3C88D5F38AD7}" type="slidenum">
              <a:rPr lang="ja-JP" altLang="en-US" smtClean="0"/>
              <a:pPr/>
              <a:t>42</a:t>
            </a:fld>
            <a:endParaRPr lang="ja-JP" altLang="en-US" sz="900" dirty="0"/>
          </a:p>
        </p:txBody>
      </p:sp>
      <p:sp>
        <p:nvSpPr>
          <p:cNvPr id="5" name="テキスト プレースホルダー 4">
            <a:extLst>
              <a:ext uri="{FF2B5EF4-FFF2-40B4-BE49-F238E27FC236}">
                <a16:creationId xmlns:a16="http://schemas.microsoft.com/office/drawing/2014/main" id="{7685F887-E7C6-9C5D-5B48-D47C7302B1D2}"/>
              </a:ext>
            </a:extLst>
          </p:cNvPr>
          <p:cNvSpPr>
            <a:spLocks noGrp="1"/>
          </p:cNvSpPr>
          <p:nvPr>
            <p:ph type="body" sz="quarter" idx="13"/>
          </p:nvPr>
        </p:nvSpPr>
        <p:spPr/>
        <p:txBody>
          <a:bodyPr/>
          <a:lstStyle/>
          <a:p>
            <a:r>
              <a:rPr lang="ja-JP" altLang="en-US" dirty="0"/>
              <a:t>イギリス ハルにおける洋上風力産業集積</a:t>
            </a:r>
            <a:endParaRPr lang="en-US" altLang="ja-JP" dirty="0"/>
          </a:p>
        </p:txBody>
      </p:sp>
      <p:sp>
        <p:nvSpPr>
          <p:cNvPr id="6" name="テキスト ボックス 5">
            <a:extLst>
              <a:ext uri="{FF2B5EF4-FFF2-40B4-BE49-F238E27FC236}">
                <a16:creationId xmlns:a16="http://schemas.microsoft.com/office/drawing/2014/main" id="{C01BE844-985F-8F8C-C1D8-41AB6585F518}"/>
              </a:ext>
            </a:extLst>
          </p:cNvPr>
          <p:cNvSpPr txBox="1"/>
          <p:nvPr/>
        </p:nvSpPr>
        <p:spPr>
          <a:xfrm>
            <a:off x="351346" y="1620651"/>
            <a:ext cx="2784763" cy="2585323"/>
          </a:xfrm>
          <a:prstGeom prst="rect">
            <a:avLst/>
          </a:prstGeom>
          <a:noFill/>
        </p:spPr>
        <p:txBody>
          <a:bodyPr wrap="square" lIns="0" tIns="0" rIns="0" bIns="0" rtlCol="0" anchor="t" anchorCtr="0">
            <a:spAutoFit/>
          </a:bodyPr>
          <a:lstStyle/>
          <a:p>
            <a:pPr marL="182563" indent="-182563" algn="l">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洋上風力に特化した産業振興地域に指定し、部品製造から発電所までサプライチェーンを構築</a:t>
            </a:r>
            <a:endParaRPr lang="en-US" altLang="ja-JP" sz="1400" dirty="0">
              <a:latin typeface="BIZ UDPゴシック" panose="020B0400000000000000" pitchFamily="50" charset="-128"/>
              <a:ea typeface="BIZ UDPゴシック" panose="020B0400000000000000" pitchFamily="50" charset="-128"/>
            </a:endParaRPr>
          </a:p>
          <a:p>
            <a:pPr marL="182563" indent="-182563" algn="l">
              <a:buFont typeface="Arial" panose="020B0604020202020204" pitchFamily="34" charset="0"/>
              <a:buChar char="•"/>
            </a:pPr>
            <a:r>
              <a:rPr kumimoji="1" lang="en-US" altLang="ja-JP" sz="1400" dirty="0">
                <a:latin typeface="BIZ UDPゴシック" panose="020B0400000000000000" pitchFamily="50" charset="-128"/>
                <a:ea typeface="BIZ UDPゴシック" panose="020B0400000000000000" pitchFamily="50" charset="-128"/>
              </a:rPr>
              <a:t>2015</a:t>
            </a:r>
            <a:r>
              <a:rPr kumimoji="1" lang="ja-JP" altLang="en-US" sz="1400" dirty="0">
                <a:latin typeface="BIZ UDPゴシック" panose="020B0400000000000000" pitchFamily="50" charset="-128"/>
                <a:ea typeface="BIZ UDPゴシック" panose="020B0400000000000000" pitchFamily="50" charset="-128"/>
              </a:rPr>
              <a:t>年から洋上風力発電所が稼働開始</a:t>
            </a:r>
            <a:endParaRPr kumimoji="1" lang="en-US" altLang="ja-JP" sz="1400" dirty="0">
              <a:latin typeface="BIZ UDPゴシック" panose="020B0400000000000000" pitchFamily="50" charset="-128"/>
              <a:ea typeface="BIZ UDPゴシック" panose="020B0400000000000000" pitchFamily="50" charset="-128"/>
            </a:endParaRPr>
          </a:p>
          <a:p>
            <a:pPr marL="182563" indent="-182563" algn="l">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関連産業の企業が相次いで立地</a:t>
            </a:r>
            <a:endParaRPr lang="en-US" altLang="ja-JP" sz="1400" dirty="0">
              <a:latin typeface="BIZ UDPゴシック" panose="020B0400000000000000" pitchFamily="50" charset="-128"/>
              <a:ea typeface="BIZ UDPゴシック" panose="020B0400000000000000" pitchFamily="50" charset="-128"/>
            </a:endParaRPr>
          </a:p>
          <a:p>
            <a:pPr marL="363538" lvl="1" indent="-180975">
              <a:buFont typeface="BIZ UDPゴシック" panose="020B0400000000000000" pitchFamily="50" charset="-128"/>
              <a:buChar char="­"/>
            </a:pPr>
            <a:r>
              <a:rPr kumimoji="1" lang="en-US" altLang="ja-JP" sz="1400" dirty="0">
                <a:latin typeface="BIZ UDPゴシック" panose="020B0400000000000000" pitchFamily="50" charset="-128"/>
                <a:ea typeface="BIZ UDPゴシック" panose="020B0400000000000000" pitchFamily="50" charset="-128"/>
              </a:rPr>
              <a:t>2016</a:t>
            </a:r>
            <a:r>
              <a:rPr kumimoji="1" lang="ja-JP" altLang="en-US" sz="1400" dirty="0">
                <a:latin typeface="BIZ UDPゴシック" panose="020B0400000000000000" pitchFamily="50" charset="-128"/>
                <a:ea typeface="BIZ UDPゴシック" panose="020B0400000000000000" pitchFamily="50" charset="-128"/>
              </a:rPr>
              <a:t>年：</a:t>
            </a:r>
            <a:r>
              <a:rPr kumimoji="1" lang="en-US" altLang="ja-JP" sz="1400" dirty="0">
                <a:latin typeface="BIZ UDPゴシック" panose="020B0400000000000000" pitchFamily="50" charset="-128"/>
                <a:ea typeface="BIZ UDPゴシック" panose="020B0400000000000000" pitchFamily="50" charset="-128"/>
              </a:rPr>
              <a:t>Siemens </a:t>
            </a:r>
            <a:r>
              <a:rPr kumimoji="1" lang="en-US" altLang="ja-JP" sz="1400" dirty="0" err="1">
                <a:latin typeface="BIZ UDPゴシック" panose="020B0400000000000000" pitchFamily="50" charset="-128"/>
                <a:ea typeface="BIZ UDPゴシック" panose="020B0400000000000000" pitchFamily="50" charset="-128"/>
              </a:rPr>
              <a:t>Gamessa</a:t>
            </a:r>
            <a:r>
              <a:rPr kumimoji="1" lang="ja-JP" altLang="en-US" sz="1400" dirty="0">
                <a:latin typeface="BIZ UDPゴシック" panose="020B0400000000000000" pitchFamily="50" charset="-128"/>
                <a:ea typeface="BIZ UDPゴシック" panose="020B0400000000000000" pitchFamily="50" charset="-128"/>
              </a:rPr>
              <a:t>タービン工場</a:t>
            </a:r>
            <a:endParaRPr kumimoji="1" lang="en-US" altLang="ja-JP" sz="1400" dirty="0">
              <a:latin typeface="BIZ UDPゴシック" panose="020B0400000000000000" pitchFamily="50" charset="-128"/>
              <a:ea typeface="BIZ UDPゴシック" panose="020B0400000000000000" pitchFamily="50" charset="-128"/>
            </a:endParaRPr>
          </a:p>
          <a:p>
            <a:pPr marL="363538" lvl="1" indent="-180975">
              <a:buFont typeface="BIZ UDPゴシック" panose="020B0400000000000000" pitchFamily="50" charset="-128"/>
              <a:buChar char="­"/>
            </a:pPr>
            <a:r>
              <a:rPr lang="en-US" altLang="ja-JP" sz="1400" dirty="0">
                <a:latin typeface="BIZ UDPゴシック" panose="020B0400000000000000" pitchFamily="50" charset="-128"/>
                <a:ea typeface="BIZ UDPゴシック" panose="020B0400000000000000" pitchFamily="50" charset="-128"/>
              </a:rPr>
              <a:t>2021</a:t>
            </a:r>
            <a:r>
              <a:rPr lang="ja-JP" altLang="en-US" sz="1400" dirty="0">
                <a:latin typeface="BIZ UDPゴシック" panose="020B0400000000000000" pitchFamily="50" charset="-128"/>
                <a:ea typeface="BIZ UDPゴシック" panose="020B0400000000000000" pitchFamily="50" charset="-128"/>
              </a:rPr>
              <a:t>年：</a:t>
            </a:r>
            <a:r>
              <a:rPr lang="en-US" altLang="ja-JP" sz="1400" dirty="0">
                <a:latin typeface="BIZ UDPゴシック" panose="020B0400000000000000" pitchFamily="50" charset="-128"/>
                <a:ea typeface="BIZ UDPゴシック" panose="020B0400000000000000" pitchFamily="50" charset="-128"/>
              </a:rPr>
              <a:t>GRI Renewable Industries</a:t>
            </a:r>
            <a:r>
              <a:rPr lang="ja-JP" altLang="en-US" sz="1400" dirty="0">
                <a:latin typeface="BIZ UDPゴシック" panose="020B0400000000000000" pitchFamily="50" charset="-128"/>
                <a:ea typeface="BIZ UDPゴシック" panose="020B0400000000000000" pitchFamily="50" charset="-128"/>
              </a:rPr>
              <a:t>がタワー製造</a:t>
            </a:r>
            <a:endParaRPr lang="en-US" altLang="ja-JP" sz="1400" dirty="0">
              <a:latin typeface="BIZ UDPゴシック" panose="020B0400000000000000" pitchFamily="50" charset="-128"/>
              <a:ea typeface="BIZ UDPゴシック" panose="020B0400000000000000" pitchFamily="50" charset="-128"/>
            </a:endParaRPr>
          </a:p>
          <a:p>
            <a:pPr marL="363538" lvl="1" indent="-180975">
              <a:buFont typeface="BIZ UDPゴシック" panose="020B0400000000000000" pitchFamily="50" charset="-128"/>
              <a:buChar char="­"/>
            </a:pPr>
            <a:r>
              <a:rPr kumimoji="1" lang="en-US" altLang="ja-JP" sz="1400" dirty="0">
                <a:latin typeface="BIZ UDPゴシック" panose="020B0400000000000000" pitchFamily="50" charset="-128"/>
                <a:ea typeface="BIZ UDPゴシック" panose="020B0400000000000000" pitchFamily="50" charset="-128"/>
              </a:rPr>
              <a:t>2021</a:t>
            </a:r>
            <a:r>
              <a:rPr kumimoji="1" lang="ja-JP" altLang="en-US" sz="1400" dirty="0">
                <a:latin typeface="BIZ UDPゴシック" panose="020B0400000000000000" pitchFamily="50" charset="-128"/>
                <a:ea typeface="BIZ UDPゴシック" panose="020B0400000000000000" pitchFamily="50" charset="-128"/>
              </a:rPr>
              <a:t>年：</a:t>
            </a:r>
            <a:r>
              <a:rPr kumimoji="1" lang="en-US" altLang="ja-JP" sz="1400" dirty="0" err="1">
                <a:latin typeface="BIZ UDPゴシック" panose="020B0400000000000000" pitchFamily="50" charset="-128"/>
                <a:ea typeface="BIZ UDPゴシック" panose="020B0400000000000000" pitchFamily="50" charset="-128"/>
              </a:rPr>
              <a:t>SeAH</a:t>
            </a:r>
            <a:r>
              <a:rPr kumimoji="1" lang="en-US" altLang="ja-JP" sz="1400" dirty="0">
                <a:latin typeface="BIZ UDPゴシック" panose="020B0400000000000000" pitchFamily="50" charset="-128"/>
                <a:ea typeface="BIZ UDPゴシック" panose="020B0400000000000000" pitchFamily="50" charset="-128"/>
              </a:rPr>
              <a:t> Wind</a:t>
            </a:r>
            <a:r>
              <a:rPr kumimoji="1" lang="ja-JP" altLang="en-US" sz="1400" dirty="0">
                <a:latin typeface="BIZ UDPゴシック" panose="020B0400000000000000" pitchFamily="50" charset="-128"/>
                <a:ea typeface="BIZ UDPゴシック" panose="020B0400000000000000" pitchFamily="50" charset="-128"/>
              </a:rPr>
              <a:t>がモノパイル製造</a:t>
            </a:r>
            <a:endParaRPr kumimoji="1" lang="en-US" altLang="ja-JP" sz="1400" dirty="0">
              <a:latin typeface="BIZ UDPゴシック" panose="020B0400000000000000" pitchFamily="50" charset="-128"/>
              <a:ea typeface="BIZ UDPゴシック" panose="020B0400000000000000" pitchFamily="50" charset="-128"/>
            </a:endParaRPr>
          </a:p>
        </p:txBody>
      </p:sp>
      <p:cxnSp>
        <p:nvCxnSpPr>
          <p:cNvPr id="7" name="直線コネクタ 6">
            <a:extLst>
              <a:ext uri="{FF2B5EF4-FFF2-40B4-BE49-F238E27FC236}">
                <a16:creationId xmlns:a16="http://schemas.microsoft.com/office/drawing/2014/main" id="{5E88C56F-C75C-9292-D140-5D48D7211CEB}"/>
              </a:ext>
            </a:extLst>
          </p:cNvPr>
          <p:cNvCxnSpPr>
            <a:cxnSpLocks/>
          </p:cNvCxnSpPr>
          <p:nvPr/>
        </p:nvCxnSpPr>
        <p:spPr>
          <a:xfrm>
            <a:off x="359999" y="1530360"/>
            <a:ext cx="11520000" cy="17431"/>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8" name="テキスト ボックス 7">
            <a:extLst>
              <a:ext uri="{FF2B5EF4-FFF2-40B4-BE49-F238E27FC236}">
                <a16:creationId xmlns:a16="http://schemas.microsoft.com/office/drawing/2014/main" id="{E07F61EA-A48B-5B35-A67A-1AF6CFA5A595}"/>
              </a:ext>
            </a:extLst>
          </p:cNvPr>
          <p:cNvSpPr txBox="1"/>
          <p:nvPr/>
        </p:nvSpPr>
        <p:spPr>
          <a:xfrm>
            <a:off x="351347" y="1314916"/>
            <a:ext cx="897110" cy="215444"/>
          </a:xfrm>
          <a:prstGeom prst="rect">
            <a:avLst/>
          </a:prstGeom>
          <a:noFill/>
        </p:spPr>
        <p:txBody>
          <a:bodyPr wrap="square" lIns="0" tIns="0" rIns="0" bIns="0" rtlCol="0" anchor="t" anchorCtr="0">
            <a:spAutoFit/>
          </a:bodyPr>
          <a:lstStyle/>
          <a:p>
            <a:pPr algn="l"/>
            <a:r>
              <a:rPr lang="ja-JP" altLang="en-US" sz="1400" b="1" dirty="0">
                <a:latin typeface="BIZ UDPゴシック" panose="020B0400000000000000" pitchFamily="50" charset="-128"/>
                <a:ea typeface="BIZ UDPゴシック" panose="020B0400000000000000" pitchFamily="50" charset="-128"/>
              </a:rPr>
              <a:t>事例概要</a:t>
            </a:r>
            <a:endParaRPr kumimoji="1" lang="en-US" altLang="ja-JP" sz="1400" b="1" dirty="0">
              <a:latin typeface="BIZ UDPゴシック" panose="020B0400000000000000" pitchFamily="50" charset="-128"/>
              <a:ea typeface="BIZ UDPゴシック" panose="020B0400000000000000" pitchFamily="50" charset="-128"/>
            </a:endParaRPr>
          </a:p>
        </p:txBody>
      </p:sp>
      <p:sp>
        <p:nvSpPr>
          <p:cNvPr id="9" name="テキスト ボックス 8">
            <a:extLst>
              <a:ext uri="{FF2B5EF4-FFF2-40B4-BE49-F238E27FC236}">
                <a16:creationId xmlns:a16="http://schemas.microsoft.com/office/drawing/2014/main" id="{16648605-7970-4A7D-3E07-2558BBAC3D69}"/>
              </a:ext>
            </a:extLst>
          </p:cNvPr>
          <p:cNvSpPr txBox="1"/>
          <p:nvPr/>
        </p:nvSpPr>
        <p:spPr>
          <a:xfrm>
            <a:off x="3399848" y="1314916"/>
            <a:ext cx="2875540" cy="215444"/>
          </a:xfrm>
          <a:prstGeom prst="rect">
            <a:avLst/>
          </a:prstGeom>
          <a:noFill/>
        </p:spPr>
        <p:txBody>
          <a:bodyPr wrap="square" lIns="0" tIns="0" rIns="0" bIns="0" rtlCol="0" anchor="t" anchorCtr="0">
            <a:spAutoFit/>
          </a:bodyPr>
          <a:lstStyle/>
          <a:p>
            <a:pPr algn="l"/>
            <a:r>
              <a:rPr kumimoji="1" lang="ja-JP" altLang="en-US" sz="1400" b="1" dirty="0">
                <a:latin typeface="BIZ UDPゴシック" panose="020B0400000000000000" pitchFamily="50" charset="-128"/>
                <a:ea typeface="BIZ UDPゴシック" panose="020B0400000000000000" pitchFamily="50" charset="-128"/>
              </a:rPr>
              <a:t>洋上風力産業集積のアプローチ</a:t>
            </a:r>
            <a:endParaRPr kumimoji="1" lang="en-US" altLang="ja-JP" sz="1400" b="1" dirty="0">
              <a:latin typeface="BIZ UDPゴシック" panose="020B0400000000000000" pitchFamily="50" charset="-128"/>
              <a:ea typeface="BIZ UDPゴシック" panose="020B0400000000000000" pitchFamily="50" charset="-128"/>
            </a:endParaRPr>
          </a:p>
        </p:txBody>
      </p:sp>
      <p:sp>
        <p:nvSpPr>
          <p:cNvPr id="10" name="テキスト ボックス 9">
            <a:extLst>
              <a:ext uri="{FF2B5EF4-FFF2-40B4-BE49-F238E27FC236}">
                <a16:creationId xmlns:a16="http://schemas.microsoft.com/office/drawing/2014/main" id="{26EDFDED-25D5-C8A7-DF7A-7A873FA43DEE}"/>
              </a:ext>
            </a:extLst>
          </p:cNvPr>
          <p:cNvSpPr txBox="1"/>
          <p:nvPr/>
        </p:nvSpPr>
        <p:spPr>
          <a:xfrm>
            <a:off x="9605671" y="1291731"/>
            <a:ext cx="1406838" cy="215444"/>
          </a:xfrm>
          <a:prstGeom prst="rect">
            <a:avLst/>
          </a:prstGeom>
          <a:noFill/>
        </p:spPr>
        <p:txBody>
          <a:bodyPr wrap="square" lIns="0" tIns="0" rIns="0" bIns="0" rtlCol="0" anchor="t" anchorCtr="0">
            <a:spAutoFit/>
          </a:bodyPr>
          <a:lstStyle/>
          <a:p>
            <a:pPr algn="l"/>
            <a:r>
              <a:rPr lang="ja-JP" altLang="en-US" sz="1400" b="1" dirty="0">
                <a:latin typeface="BIZ UDPゴシック" panose="020B0400000000000000" pitchFamily="50" charset="-128"/>
                <a:ea typeface="BIZ UDPゴシック" panose="020B0400000000000000" pitchFamily="50" charset="-128"/>
              </a:rPr>
              <a:t>成功要因</a:t>
            </a:r>
            <a:endParaRPr kumimoji="1" lang="en-US" altLang="ja-JP" sz="1400" b="1" dirty="0">
              <a:latin typeface="BIZ UDPゴシック" panose="020B0400000000000000" pitchFamily="50" charset="-128"/>
              <a:ea typeface="BIZ UDPゴシック" panose="020B0400000000000000" pitchFamily="50" charset="-128"/>
            </a:endParaRPr>
          </a:p>
        </p:txBody>
      </p:sp>
      <p:sp>
        <p:nvSpPr>
          <p:cNvPr id="11" name="テキスト ボックス 10">
            <a:extLst>
              <a:ext uri="{FF2B5EF4-FFF2-40B4-BE49-F238E27FC236}">
                <a16:creationId xmlns:a16="http://schemas.microsoft.com/office/drawing/2014/main" id="{5344ADC1-D32A-CE7D-310C-354321D6340E}"/>
              </a:ext>
            </a:extLst>
          </p:cNvPr>
          <p:cNvSpPr txBox="1"/>
          <p:nvPr/>
        </p:nvSpPr>
        <p:spPr>
          <a:xfrm>
            <a:off x="4246725" y="1620651"/>
            <a:ext cx="4970890" cy="1938992"/>
          </a:xfrm>
          <a:prstGeom prst="rect">
            <a:avLst/>
          </a:prstGeom>
          <a:noFill/>
        </p:spPr>
        <p:txBody>
          <a:bodyPr wrap="square" lIns="0" tIns="0" rIns="0" bIns="0" rtlCol="0" anchor="t" anchorCtr="0">
            <a:spAutoFit/>
          </a:bodyPr>
          <a:lstStyle/>
          <a:p>
            <a:pPr marL="182563" indent="-182563" algn="l">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ハル周辺</a:t>
            </a:r>
            <a:r>
              <a:rPr lang="en-US" altLang="ja-JP" sz="1400" dirty="0">
                <a:latin typeface="BIZ UDPゴシック" panose="020B0400000000000000" pitchFamily="50" charset="-128"/>
                <a:ea typeface="BIZ UDPゴシック" panose="020B0400000000000000" pitchFamily="50" charset="-128"/>
              </a:rPr>
              <a:t>375ha</a:t>
            </a:r>
            <a:r>
              <a:rPr lang="ja-JP" altLang="en-US" sz="1400" dirty="0">
                <a:latin typeface="BIZ UDPゴシック" panose="020B0400000000000000" pitchFamily="50" charset="-128"/>
                <a:ea typeface="BIZ UDPゴシック" panose="020B0400000000000000" pitchFamily="50" charset="-128"/>
              </a:rPr>
              <a:t>の地域を産業振興地域に指定。洋上風力関連の製造企業の拠点立地に向けたインセンティブを拡充</a:t>
            </a:r>
            <a:endParaRPr lang="en-US" altLang="ja-JP" sz="1400" dirty="0">
              <a:latin typeface="BIZ UDPゴシック" panose="020B0400000000000000" pitchFamily="50" charset="-128"/>
              <a:ea typeface="BIZ UDPゴシック" panose="020B0400000000000000" pitchFamily="50" charset="-128"/>
            </a:endParaRPr>
          </a:p>
          <a:p>
            <a:pPr marL="355600" lvl="1" indent="-173038">
              <a:buFont typeface="BIZ UDPゴシック" panose="020B0400000000000000" pitchFamily="50" charset="-128"/>
              <a:buChar char="­"/>
            </a:pPr>
            <a:r>
              <a:rPr kumimoji="1" lang="ja-JP" altLang="en-US" sz="1400" dirty="0">
                <a:latin typeface="BIZ UDPゴシック" panose="020B0400000000000000" pitchFamily="50" charset="-128"/>
                <a:ea typeface="BIZ UDPゴシック" panose="020B0400000000000000" pitchFamily="50" charset="-128"/>
              </a:rPr>
              <a:t>北海からハンバー川を通じて</a:t>
            </a:r>
            <a:r>
              <a:rPr lang="en-US" altLang="ja-JP" sz="1400" dirty="0">
                <a:latin typeface="BIZ UDPゴシック" panose="020B0400000000000000" pitchFamily="50" charset="-128"/>
                <a:ea typeface="BIZ UDPゴシック" panose="020B0400000000000000" pitchFamily="50" charset="-128"/>
              </a:rPr>
              <a:t>40Km</a:t>
            </a:r>
            <a:r>
              <a:rPr lang="ja-JP" altLang="en-US" sz="1400" dirty="0">
                <a:latin typeface="BIZ UDPゴシック" panose="020B0400000000000000" pitchFamily="50" charset="-128"/>
                <a:ea typeface="BIZ UDPゴシック" panose="020B0400000000000000" pitchFamily="50" charset="-128"/>
              </a:rPr>
              <a:t>、深い推進や大規模な部品輸送・製造が可能な港湾が既存していたなど洋上風力の適地</a:t>
            </a:r>
            <a:endParaRPr lang="en-US" altLang="ja-JP" sz="1400" dirty="0">
              <a:latin typeface="BIZ UDPゴシック" panose="020B0400000000000000" pitchFamily="50" charset="-128"/>
              <a:ea typeface="BIZ UDPゴシック" panose="020B0400000000000000" pitchFamily="50" charset="-128"/>
            </a:endParaRPr>
          </a:p>
          <a:p>
            <a:pPr marL="355600" lvl="1" indent="-173038">
              <a:buFont typeface="BIZ UDPゴシック" panose="020B0400000000000000" pitchFamily="50" charset="-128"/>
              <a:buChar char="­"/>
            </a:pPr>
            <a:r>
              <a:rPr kumimoji="1" lang="ja-JP" altLang="en-US" sz="1400" dirty="0">
                <a:latin typeface="BIZ UDPゴシック" panose="020B0400000000000000" pitchFamily="50" charset="-128"/>
                <a:ea typeface="BIZ UDPゴシック" panose="020B0400000000000000" pitchFamily="50" charset="-128"/>
              </a:rPr>
              <a:t>産業振興地域内に転移する企業に対し、固定資産税</a:t>
            </a:r>
            <a:r>
              <a:rPr kumimoji="1" lang="en-US" altLang="ja-JP" sz="1400" dirty="0">
                <a:latin typeface="BIZ UDPゴシック" panose="020B0400000000000000" pitchFamily="50" charset="-128"/>
                <a:ea typeface="BIZ UDPゴシック" panose="020B0400000000000000" pitchFamily="50" charset="-128"/>
              </a:rPr>
              <a:t>(</a:t>
            </a:r>
            <a:r>
              <a:rPr kumimoji="1" lang="ja-JP" altLang="en-US" sz="1400" dirty="0">
                <a:latin typeface="BIZ UDPゴシック" panose="020B0400000000000000" pitchFamily="50" charset="-128"/>
                <a:ea typeface="BIZ UDPゴシック" panose="020B0400000000000000" pitchFamily="50" charset="-128"/>
              </a:rPr>
              <a:t>ビジネスレート</a:t>
            </a:r>
            <a:r>
              <a:rPr kumimoji="1" lang="en-US" altLang="ja-JP" sz="1400" dirty="0">
                <a:latin typeface="BIZ UDPゴシック" panose="020B0400000000000000" pitchFamily="50" charset="-128"/>
                <a:ea typeface="BIZ UDPゴシック" panose="020B0400000000000000" pitchFamily="50" charset="-128"/>
              </a:rPr>
              <a:t>)</a:t>
            </a:r>
            <a:r>
              <a:rPr kumimoji="1" lang="ja-JP" altLang="en-US" sz="1400" dirty="0">
                <a:latin typeface="BIZ UDPゴシック" panose="020B0400000000000000" pitchFamily="50" charset="-128"/>
                <a:ea typeface="BIZ UDPゴシック" panose="020B0400000000000000" pitchFamily="50" charset="-128"/>
              </a:rPr>
              <a:t>を</a:t>
            </a:r>
            <a:r>
              <a:rPr kumimoji="1" lang="en-US" altLang="ja-JP" sz="1400" dirty="0">
                <a:latin typeface="BIZ UDPゴシック" panose="020B0400000000000000" pitchFamily="50" charset="-128"/>
                <a:ea typeface="BIZ UDPゴシック" panose="020B0400000000000000" pitchFamily="50" charset="-128"/>
              </a:rPr>
              <a:t>5</a:t>
            </a:r>
            <a:r>
              <a:rPr kumimoji="1" lang="ja-JP" altLang="en-US" sz="1400" dirty="0">
                <a:latin typeface="BIZ UDPゴシック" panose="020B0400000000000000" pitchFamily="50" charset="-128"/>
                <a:ea typeface="BIZ UDPゴシック" panose="020B0400000000000000" pitchFamily="50" charset="-128"/>
              </a:rPr>
              <a:t>年間免税</a:t>
            </a:r>
            <a:endParaRPr kumimoji="1" lang="en-US" altLang="ja-JP" sz="1400" dirty="0">
              <a:latin typeface="BIZ UDPゴシック" panose="020B0400000000000000" pitchFamily="50" charset="-128"/>
              <a:ea typeface="BIZ UDPゴシック" panose="020B0400000000000000" pitchFamily="50" charset="-128"/>
            </a:endParaRPr>
          </a:p>
          <a:p>
            <a:pPr marL="355600" lvl="1" indent="-173038">
              <a:buFont typeface="BIZ UDPゴシック" panose="020B0400000000000000" pitchFamily="50" charset="-128"/>
              <a:buChar char="­"/>
            </a:pPr>
            <a:r>
              <a:rPr lang="ja-JP" altLang="en-US" sz="1400" dirty="0">
                <a:latin typeface="BIZ UDPゴシック" panose="020B0400000000000000" pitchFamily="50" charset="-128"/>
                <a:ea typeface="BIZ UDPゴシック" panose="020B0400000000000000" pitchFamily="50" charset="-128"/>
              </a:rPr>
              <a:t>移転後の初年度は工場設備や機械への投資費用を課税対象額から</a:t>
            </a:r>
            <a:r>
              <a:rPr lang="en-US" altLang="ja-JP" sz="1400" dirty="0">
                <a:latin typeface="BIZ UDPゴシック" panose="020B0400000000000000" pitchFamily="50" charset="-128"/>
                <a:ea typeface="BIZ UDPゴシック" panose="020B0400000000000000" pitchFamily="50" charset="-128"/>
              </a:rPr>
              <a:t>100%</a:t>
            </a:r>
            <a:r>
              <a:rPr lang="ja-JP" altLang="en-US" sz="1400" dirty="0">
                <a:latin typeface="BIZ UDPゴシック" panose="020B0400000000000000" pitchFamily="50" charset="-128"/>
                <a:ea typeface="BIZ UDPゴシック" panose="020B0400000000000000" pitchFamily="50" charset="-128"/>
              </a:rPr>
              <a:t>控除</a:t>
            </a:r>
            <a:endParaRPr kumimoji="1" lang="en-US" altLang="ja-JP" sz="1400" dirty="0">
              <a:latin typeface="BIZ UDPゴシック" panose="020B0400000000000000" pitchFamily="50" charset="-128"/>
              <a:ea typeface="BIZ UDPゴシック" panose="020B0400000000000000" pitchFamily="50" charset="-128"/>
            </a:endParaRPr>
          </a:p>
        </p:txBody>
      </p:sp>
      <p:sp>
        <p:nvSpPr>
          <p:cNvPr id="12" name="テキスト ボックス 11">
            <a:extLst>
              <a:ext uri="{FF2B5EF4-FFF2-40B4-BE49-F238E27FC236}">
                <a16:creationId xmlns:a16="http://schemas.microsoft.com/office/drawing/2014/main" id="{8488A4E8-24C6-8A15-B6C9-1E5EEAD3F484}"/>
              </a:ext>
            </a:extLst>
          </p:cNvPr>
          <p:cNvSpPr txBox="1"/>
          <p:nvPr/>
        </p:nvSpPr>
        <p:spPr>
          <a:xfrm>
            <a:off x="3399849" y="1620652"/>
            <a:ext cx="747480" cy="215444"/>
          </a:xfrm>
          <a:prstGeom prst="rect">
            <a:avLst/>
          </a:prstGeom>
          <a:noFill/>
        </p:spPr>
        <p:txBody>
          <a:bodyPr wrap="square" lIns="0" tIns="0" rIns="0" bIns="0" rtlCol="0" anchor="t" anchorCtr="0">
            <a:spAutoFit/>
          </a:bodyPr>
          <a:lstStyle/>
          <a:p>
            <a:pPr algn="l"/>
            <a:r>
              <a:rPr kumimoji="1" lang="en-US" altLang="ja-JP" sz="1400" dirty="0">
                <a:latin typeface="BIZ UDPゴシック" panose="020B0400000000000000" pitchFamily="50" charset="-128"/>
                <a:ea typeface="BIZ UDPゴシック" panose="020B0400000000000000" pitchFamily="50" charset="-128"/>
              </a:rPr>
              <a:t>2011</a:t>
            </a:r>
            <a:r>
              <a:rPr kumimoji="1" lang="ja-JP" altLang="en-US" sz="1400" dirty="0">
                <a:latin typeface="BIZ UDPゴシック" panose="020B0400000000000000" pitchFamily="50" charset="-128"/>
                <a:ea typeface="BIZ UDPゴシック" panose="020B0400000000000000" pitchFamily="50" charset="-128"/>
              </a:rPr>
              <a:t>年</a:t>
            </a:r>
            <a:endParaRPr kumimoji="1" lang="en-US" altLang="ja-JP" sz="1400" dirty="0">
              <a:latin typeface="BIZ UDPゴシック" panose="020B0400000000000000" pitchFamily="50" charset="-128"/>
              <a:ea typeface="BIZ UDPゴシック" panose="020B0400000000000000" pitchFamily="50" charset="-128"/>
            </a:endParaRPr>
          </a:p>
        </p:txBody>
      </p:sp>
      <p:sp>
        <p:nvSpPr>
          <p:cNvPr id="13" name="テキスト ボックス 12">
            <a:extLst>
              <a:ext uri="{FF2B5EF4-FFF2-40B4-BE49-F238E27FC236}">
                <a16:creationId xmlns:a16="http://schemas.microsoft.com/office/drawing/2014/main" id="{BE089F8A-FEAA-F923-F0CD-545A3FF3DC23}"/>
              </a:ext>
            </a:extLst>
          </p:cNvPr>
          <p:cNvSpPr txBox="1"/>
          <p:nvPr/>
        </p:nvSpPr>
        <p:spPr>
          <a:xfrm>
            <a:off x="4246725" y="3632503"/>
            <a:ext cx="4970890" cy="646331"/>
          </a:xfrm>
          <a:prstGeom prst="rect">
            <a:avLst/>
          </a:prstGeom>
          <a:noFill/>
        </p:spPr>
        <p:txBody>
          <a:bodyPr wrap="square" lIns="0" tIns="0" rIns="0" bIns="0" rtlCol="0" anchor="t" anchorCtr="0">
            <a:spAutoFit/>
          </a:bodyPr>
          <a:lstStyle/>
          <a:p>
            <a:pPr marL="182563" indent="-182563" algn="l">
              <a:buFont typeface="Arial" panose="020B0604020202020204" pitchFamily="34" charset="0"/>
              <a:buChar char="•"/>
            </a:pPr>
            <a:r>
              <a:rPr kumimoji="1" lang="en-US" altLang="ja-JP" sz="1400" dirty="0">
                <a:latin typeface="BIZ UDPゴシック" panose="020B0400000000000000" pitchFamily="50" charset="-128"/>
                <a:ea typeface="BIZ UDPゴシック" panose="020B0400000000000000" pitchFamily="50" charset="-128"/>
              </a:rPr>
              <a:t>300MW</a:t>
            </a:r>
            <a:r>
              <a:rPr kumimoji="1" lang="ja-JP" altLang="en-US" sz="1400" dirty="0">
                <a:latin typeface="BIZ UDPゴシック" panose="020B0400000000000000" pitchFamily="50" charset="-128"/>
                <a:ea typeface="BIZ UDPゴシック" panose="020B0400000000000000" pitchFamily="50" charset="-128"/>
              </a:rPr>
              <a:t>を超える洋上風力プロジェクトの開発に対し、サプライチェーン詳細の提出を義務化しその評価をもとに落札。</a:t>
            </a:r>
            <a:r>
              <a:rPr kumimoji="1" lang="en-US" altLang="ja-JP" sz="1400" dirty="0">
                <a:latin typeface="BIZ UDPゴシック" panose="020B0400000000000000" pitchFamily="50" charset="-128"/>
                <a:ea typeface="BIZ UDPゴシック" panose="020B0400000000000000" pitchFamily="50" charset="-128"/>
              </a:rPr>
              <a:t>2030</a:t>
            </a:r>
            <a:r>
              <a:rPr kumimoji="1" lang="ja-JP" altLang="en-US" sz="1400" dirty="0">
                <a:latin typeface="BIZ UDPゴシック" panose="020B0400000000000000" pitchFamily="50" charset="-128"/>
                <a:ea typeface="BIZ UDPゴシック" panose="020B0400000000000000" pitchFamily="50" charset="-128"/>
              </a:rPr>
              <a:t>年までに国内化</a:t>
            </a:r>
            <a:r>
              <a:rPr kumimoji="1" lang="en-US" altLang="ja-JP" sz="1400" dirty="0">
                <a:latin typeface="BIZ UDPゴシック" panose="020B0400000000000000" pitchFamily="50" charset="-128"/>
                <a:ea typeface="BIZ UDPゴシック" panose="020B0400000000000000" pitchFamily="50" charset="-128"/>
              </a:rPr>
              <a:t>60%</a:t>
            </a:r>
            <a:r>
              <a:rPr kumimoji="1" lang="ja-JP" altLang="en-US" sz="1400" dirty="0">
                <a:latin typeface="BIZ UDPゴシック" panose="020B0400000000000000" pitchFamily="50" charset="-128"/>
                <a:ea typeface="BIZ UDPゴシック" panose="020B0400000000000000" pitchFamily="50" charset="-128"/>
              </a:rPr>
              <a:t>を目指す</a:t>
            </a:r>
            <a:endParaRPr kumimoji="1" lang="en-US" altLang="ja-JP" sz="1400" dirty="0">
              <a:latin typeface="BIZ UDPゴシック" panose="020B0400000000000000" pitchFamily="50" charset="-128"/>
              <a:ea typeface="BIZ UDPゴシック" panose="020B0400000000000000" pitchFamily="50" charset="-128"/>
            </a:endParaRPr>
          </a:p>
        </p:txBody>
      </p:sp>
      <p:sp>
        <p:nvSpPr>
          <p:cNvPr id="14" name="テキスト ボックス 13">
            <a:extLst>
              <a:ext uri="{FF2B5EF4-FFF2-40B4-BE49-F238E27FC236}">
                <a16:creationId xmlns:a16="http://schemas.microsoft.com/office/drawing/2014/main" id="{315EEC4F-F141-62B3-6F0E-833E6EA26ACD}"/>
              </a:ext>
            </a:extLst>
          </p:cNvPr>
          <p:cNvSpPr txBox="1"/>
          <p:nvPr/>
        </p:nvSpPr>
        <p:spPr>
          <a:xfrm>
            <a:off x="3399849" y="3632503"/>
            <a:ext cx="747480" cy="215444"/>
          </a:xfrm>
          <a:prstGeom prst="rect">
            <a:avLst/>
          </a:prstGeom>
          <a:noFill/>
        </p:spPr>
        <p:txBody>
          <a:bodyPr wrap="square" lIns="0" tIns="0" rIns="0" bIns="0" rtlCol="0" anchor="t" anchorCtr="0">
            <a:spAutoFit/>
          </a:bodyPr>
          <a:lstStyle/>
          <a:p>
            <a:pPr algn="l"/>
            <a:r>
              <a:rPr kumimoji="1" lang="en-US" altLang="ja-JP" sz="1400" dirty="0">
                <a:latin typeface="BIZ UDPゴシック" panose="020B0400000000000000" pitchFamily="50" charset="-128"/>
                <a:ea typeface="BIZ UDPゴシック" panose="020B0400000000000000" pitchFamily="50" charset="-128"/>
              </a:rPr>
              <a:t>2013</a:t>
            </a:r>
            <a:r>
              <a:rPr kumimoji="1" lang="ja-JP" altLang="en-US" sz="1400" dirty="0">
                <a:latin typeface="BIZ UDPゴシック" panose="020B0400000000000000" pitchFamily="50" charset="-128"/>
                <a:ea typeface="BIZ UDPゴシック" panose="020B0400000000000000" pitchFamily="50" charset="-128"/>
              </a:rPr>
              <a:t>年</a:t>
            </a:r>
            <a:endParaRPr kumimoji="1" lang="en-US" altLang="ja-JP" sz="1400" dirty="0">
              <a:latin typeface="BIZ UDPゴシック" panose="020B0400000000000000" pitchFamily="50" charset="-128"/>
              <a:ea typeface="BIZ UDPゴシック" panose="020B0400000000000000" pitchFamily="50" charset="-128"/>
            </a:endParaRPr>
          </a:p>
        </p:txBody>
      </p:sp>
      <p:sp>
        <p:nvSpPr>
          <p:cNvPr id="15" name="テキスト ボックス 14">
            <a:extLst>
              <a:ext uri="{FF2B5EF4-FFF2-40B4-BE49-F238E27FC236}">
                <a16:creationId xmlns:a16="http://schemas.microsoft.com/office/drawing/2014/main" id="{A34B0485-86F6-4A1F-28F7-3760F84098BB}"/>
              </a:ext>
            </a:extLst>
          </p:cNvPr>
          <p:cNvSpPr txBox="1"/>
          <p:nvPr/>
        </p:nvSpPr>
        <p:spPr>
          <a:xfrm>
            <a:off x="4246725" y="4411213"/>
            <a:ext cx="4970890" cy="430887"/>
          </a:xfrm>
          <a:prstGeom prst="rect">
            <a:avLst/>
          </a:prstGeom>
          <a:noFill/>
        </p:spPr>
        <p:txBody>
          <a:bodyPr wrap="square" lIns="0" tIns="0" rIns="0" bIns="0" rtlCol="0" anchor="t" anchorCtr="0">
            <a:spAutoFit/>
          </a:bodyPr>
          <a:lstStyle/>
          <a:p>
            <a:pPr marL="182563" indent="-182563" algn="l">
              <a:buFont typeface="Arial" panose="020B0604020202020204" pitchFamily="34" charset="0"/>
              <a:buChar char="•"/>
            </a:pPr>
            <a:r>
              <a:rPr kumimoji="1" lang="ja-JP" altLang="en-US" sz="1400" dirty="0">
                <a:latin typeface="BIZ UDPゴシック" panose="020B0400000000000000" pitchFamily="50" charset="-128"/>
                <a:ea typeface="BIZ UDPゴシック" panose="020B0400000000000000" pitchFamily="50" charset="-128"/>
              </a:rPr>
              <a:t>エネルギー法にて低炭素発電事業者向けに差額決済契約制度を導入。</a:t>
            </a:r>
            <a:r>
              <a:rPr lang="ja-JP" altLang="en-US" sz="1400" dirty="0">
                <a:latin typeface="BIZ UDPゴシック" panose="020B0400000000000000" pitchFamily="50" charset="-128"/>
                <a:ea typeface="BIZ UDPゴシック" panose="020B0400000000000000" pitchFamily="50" charset="-128"/>
              </a:rPr>
              <a:t>洋上風力発電事業者に長期的な収益の安定性を保証</a:t>
            </a:r>
            <a:endParaRPr kumimoji="1" lang="en-US" altLang="ja-JP" sz="1400" dirty="0">
              <a:latin typeface="BIZ UDPゴシック" panose="020B0400000000000000" pitchFamily="50" charset="-128"/>
              <a:ea typeface="BIZ UDPゴシック" panose="020B0400000000000000" pitchFamily="50" charset="-128"/>
            </a:endParaRPr>
          </a:p>
        </p:txBody>
      </p:sp>
      <p:sp>
        <p:nvSpPr>
          <p:cNvPr id="16" name="テキスト ボックス 15">
            <a:extLst>
              <a:ext uri="{FF2B5EF4-FFF2-40B4-BE49-F238E27FC236}">
                <a16:creationId xmlns:a16="http://schemas.microsoft.com/office/drawing/2014/main" id="{45A64F16-3B88-C975-CC6F-C67FD1A84BBD}"/>
              </a:ext>
            </a:extLst>
          </p:cNvPr>
          <p:cNvSpPr txBox="1"/>
          <p:nvPr/>
        </p:nvSpPr>
        <p:spPr>
          <a:xfrm>
            <a:off x="3399849" y="4411213"/>
            <a:ext cx="747480" cy="215444"/>
          </a:xfrm>
          <a:prstGeom prst="rect">
            <a:avLst/>
          </a:prstGeom>
          <a:noFill/>
        </p:spPr>
        <p:txBody>
          <a:bodyPr wrap="square" lIns="0" tIns="0" rIns="0" bIns="0" rtlCol="0" anchor="t" anchorCtr="0">
            <a:spAutoFit/>
          </a:bodyPr>
          <a:lstStyle/>
          <a:p>
            <a:pPr algn="l"/>
            <a:r>
              <a:rPr kumimoji="1" lang="en-US" altLang="ja-JP" sz="1400" dirty="0">
                <a:latin typeface="BIZ UDPゴシック" panose="020B0400000000000000" pitchFamily="50" charset="-128"/>
                <a:ea typeface="BIZ UDPゴシック" panose="020B0400000000000000" pitchFamily="50" charset="-128"/>
              </a:rPr>
              <a:t>2014</a:t>
            </a:r>
            <a:r>
              <a:rPr kumimoji="1" lang="ja-JP" altLang="en-US" sz="1400" dirty="0">
                <a:latin typeface="BIZ UDPゴシック" panose="020B0400000000000000" pitchFamily="50" charset="-128"/>
                <a:ea typeface="BIZ UDPゴシック" panose="020B0400000000000000" pitchFamily="50" charset="-128"/>
              </a:rPr>
              <a:t>年</a:t>
            </a:r>
            <a:endParaRPr kumimoji="1" lang="en-US" altLang="ja-JP" sz="1400" dirty="0">
              <a:latin typeface="BIZ UDPゴシック" panose="020B0400000000000000" pitchFamily="50" charset="-128"/>
              <a:ea typeface="BIZ UDPゴシック" panose="020B0400000000000000" pitchFamily="50" charset="-128"/>
            </a:endParaRPr>
          </a:p>
        </p:txBody>
      </p:sp>
      <p:sp>
        <p:nvSpPr>
          <p:cNvPr id="17" name="テキスト ボックス 16">
            <a:extLst>
              <a:ext uri="{FF2B5EF4-FFF2-40B4-BE49-F238E27FC236}">
                <a16:creationId xmlns:a16="http://schemas.microsoft.com/office/drawing/2014/main" id="{02D255CE-02D8-0CAB-BEEB-445751F78D60}"/>
              </a:ext>
            </a:extLst>
          </p:cNvPr>
          <p:cNvSpPr txBox="1"/>
          <p:nvPr/>
        </p:nvSpPr>
        <p:spPr>
          <a:xfrm>
            <a:off x="4246725" y="5072537"/>
            <a:ext cx="4970890" cy="1292662"/>
          </a:xfrm>
          <a:prstGeom prst="rect">
            <a:avLst/>
          </a:prstGeom>
          <a:noFill/>
        </p:spPr>
        <p:txBody>
          <a:bodyPr wrap="square" lIns="0" tIns="0" rIns="0" bIns="0" rtlCol="0" anchor="t" anchorCtr="0">
            <a:spAutoFit/>
          </a:bodyPr>
          <a:lstStyle/>
          <a:p>
            <a:pPr marL="182563" indent="-182563" algn="l">
              <a:buFont typeface="Arial" panose="020B0604020202020204" pitchFamily="34" charset="0"/>
              <a:buChar char="•"/>
            </a:pPr>
            <a:r>
              <a:rPr kumimoji="1" lang="ja-JP" altLang="en-US" sz="1400" dirty="0">
                <a:latin typeface="BIZ UDPゴシック" panose="020B0400000000000000" pitchFamily="50" charset="-128"/>
                <a:ea typeface="BIZ UDPゴシック" panose="020B0400000000000000" pitchFamily="50" charset="-128"/>
              </a:rPr>
              <a:t>国のグリーン産業改革に向けた戦略</a:t>
            </a:r>
            <a:r>
              <a:rPr kumimoji="1" lang="en-US" altLang="ja-JP" sz="1400" dirty="0">
                <a:latin typeface="BIZ UDPゴシック" panose="020B0400000000000000" pitchFamily="50" charset="-128"/>
                <a:ea typeface="BIZ UDPゴシック" panose="020B0400000000000000" pitchFamily="50" charset="-128"/>
              </a:rPr>
              <a:t>10</a:t>
            </a:r>
            <a:r>
              <a:rPr kumimoji="1" lang="ja-JP" altLang="en-US" sz="1400" dirty="0">
                <a:latin typeface="BIZ UDPゴシック" panose="020B0400000000000000" pitchFamily="50" charset="-128"/>
                <a:ea typeface="BIZ UDPゴシック" panose="020B0400000000000000" pitchFamily="50" charset="-128"/>
              </a:rPr>
              <a:t>項目計画に洋上風力を組み込み、洋上風力の国内サプライチェーン構築に向けた支援を強化</a:t>
            </a:r>
            <a:endParaRPr kumimoji="1" lang="en-US" altLang="ja-JP" sz="1400" dirty="0">
              <a:latin typeface="BIZ UDPゴシック" panose="020B0400000000000000" pitchFamily="50" charset="-128"/>
              <a:ea typeface="BIZ UDPゴシック" panose="020B0400000000000000" pitchFamily="50" charset="-128"/>
            </a:endParaRPr>
          </a:p>
          <a:p>
            <a:pPr marL="465137" lvl="1" indent="-285750">
              <a:buFont typeface="BIZ UDPゴシック" panose="020B0400000000000000" pitchFamily="50" charset="-128"/>
              <a:buChar char="­"/>
            </a:pPr>
            <a:r>
              <a:rPr lang="ja-JP" altLang="en-US" sz="1400" dirty="0">
                <a:latin typeface="BIZ UDPゴシック" panose="020B0400000000000000" pitchFamily="50" charset="-128"/>
                <a:ea typeface="BIZ UDPゴシック" panose="020B0400000000000000" pitchFamily="50" charset="-128"/>
              </a:rPr>
              <a:t>ハルを含む経済的に貧困な地域をターゲット</a:t>
            </a:r>
            <a:endParaRPr lang="en-US" altLang="ja-JP" sz="1400" dirty="0">
              <a:latin typeface="BIZ UDPゴシック" panose="020B0400000000000000" pitchFamily="50" charset="-128"/>
              <a:ea typeface="BIZ UDPゴシック" panose="020B0400000000000000" pitchFamily="50" charset="-128"/>
            </a:endParaRPr>
          </a:p>
          <a:p>
            <a:pPr marL="465137" lvl="1" indent="-285750">
              <a:buFont typeface="BIZ UDPゴシック" panose="020B0400000000000000" pitchFamily="50" charset="-128"/>
              <a:buChar char="­"/>
            </a:pPr>
            <a:r>
              <a:rPr kumimoji="1" lang="ja-JP" altLang="en-US" sz="1400" dirty="0">
                <a:latin typeface="BIZ UDPゴシック" panose="020B0400000000000000" pitchFamily="50" charset="-128"/>
                <a:ea typeface="BIZ UDPゴシック" panose="020B0400000000000000" pitchFamily="50" charset="-128"/>
              </a:rPr>
              <a:t>国内の洋上風力産業を成長させ、</a:t>
            </a:r>
            <a:r>
              <a:rPr kumimoji="1" lang="en-US" altLang="ja-JP" sz="1400" dirty="0">
                <a:latin typeface="BIZ UDPゴシック" panose="020B0400000000000000" pitchFamily="50" charset="-128"/>
                <a:ea typeface="BIZ UDPゴシック" panose="020B0400000000000000" pitchFamily="50" charset="-128"/>
              </a:rPr>
              <a:t>2030</a:t>
            </a:r>
            <a:r>
              <a:rPr kumimoji="1" lang="ja-JP" altLang="en-US" sz="1400" dirty="0">
                <a:latin typeface="BIZ UDPゴシック" panose="020B0400000000000000" pitchFamily="50" charset="-128"/>
                <a:ea typeface="BIZ UDPゴシック" panose="020B0400000000000000" pitchFamily="50" charset="-128"/>
              </a:rPr>
              <a:t>年までに洋上風力で</a:t>
            </a:r>
            <a:r>
              <a:rPr kumimoji="1" lang="en-US" altLang="ja-JP" sz="1400" dirty="0">
                <a:latin typeface="BIZ UDPゴシック" panose="020B0400000000000000" pitchFamily="50" charset="-128"/>
                <a:ea typeface="BIZ UDPゴシック" panose="020B0400000000000000" pitchFamily="50" charset="-128"/>
              </a:rPr>
              <a:t>40GW</a:t>
            </a:r>
            <a:r>
              <a:rPr kumimoji="1" lang="ja-JP" altLang="en-US" sz="1400" dirty="0">
                <a:latin typeface="BIZ UDPゴシック" panose="020B0400000000000000" pitchFamily="50" charset="-128"/>
                <a:ea typeface="BIZ UDPゴシック" panose="020B0400000000000000" pitchFamily="50" charset="-128"/>
              </a:rPr>
              <a:t>を発電する狙い</a:t>
            </a:r>
            <a:endParaRPr kumimoji="1" lang="en-US" altLang="ja-JP" sz="1400" dirty="0">
              <a:latin typeface="BIZ UDPゴシック" panose="020B0400000000000000" pitchFamily="50" charset="-128"/>
              <a:ea typeface="BIZ UDPゴシック" panose="020B0400000000000000" pitchFamily="50" charset="-128"/>
            </a:endParaRPr>
          </a:p>
        </p:txBody>
      </p:sp>
      <p:sp>
        <p:nvSpPr>
          <p:cNvPr id="18" name="テキスト ボックス 17">
            <a:extLst>
              <a:ext uri="{FF2B5EF4-FFF2-40B4-BE49-F238E27FC236}">
                <a16:creationId xmlns:a16="http://schemas.microsoft.com/office/drawing/2014/main" id="{667097CE-3684-65A7-C53D-42559EA288C6}"/>
              </a:ext>
            </a:extLst>
          </p:cNvPr>
          <p:cNvSpPr txBox="1"/>
          <p:nvPr/>
        </p:nvSpPr>
        <p:spPr>
          <a:xfrm>
            <a:off x="3399849" y="5072537"/>
            <a:ext cx="747480" cy="215444"/>
          </a:xfrm>
          <a:prstGeom prst="rect">
            <a:avLst/>
          </a:prstGeom>
          <a:noFill/>
        </p:spPr>
        <p:txBody>
          <a:bodyPr wrap="square" lIns="0" tIns="0" rIns="0" bIns="0" rtlCol="0" anchor="t" anchorCtr="0">
            <a:spAutoFit/>
          </a:bodyPr>
          <a:lstStyle/>
          <a:p>
            <a:pPr algn="l"/>
            <a:r>
              <a:rPr kumimoji="1" lang="en-US" altLang="ja-JP" sz="1400" dirty="0">
                <a:latin typeface="BIZ UDPゴシック" panose="020B0400000000000000" pitchFamily="50" charset="-128"/>
                <a:ea typeface="BIZ UDPゴシック" panose="020B0400000000000000" pitchFamily="50" charset="-128"/>
              </a:rPr>
              <a:t>2017</a:t>
            </a:r>
            <a:r>
              <a:rPr kumimoji="1" lang="ja-JP" altLang="en-US" sz="1400" dirty="0">
                <a:latin typeface="BIZ UDPゴシック" panose="020B0400000000000000" pitchFamily="50" charset="-128"/>
                <a:ea typeface="BIZ UDPゴシック" panose="020B0400000000000000" pitchFamily="50" charset="-128"/>
              </a:rPr>
              <a:t>年</a:t>
            </a:r>
            <a:endParaRPr kumimoji="1" lang="en-US" altLang="ja-JP" sz="1400" dirty="0">
              <a:latin typeface="BIZ UDPゴシック" panose="020B0400000000000000" pitchFamily="50" charset="-128"/>
              <a:ea typeface="BIZ UDPゴシック" panose="020B0400000000000000" pitchFamily="50" charset="-128"/>
            </a:endParaRPr>
          </a:p>
        </p:txBody>
      </p:sp>
      <p:sp>
        <p:nvSpPr>
          <p:cNvPr id="24" name="テキスト ボックス 23">
            <a:extLst>
              <a:ext uri="{FF2B5EF4-FFF2-40B4-BE49-F238E27FC236}">
                <a16:creationId xmlns:a16="http://schemas.microsoft.com/office/drawing/2014/main" id="{AAF4A633-78BC-6A67-BF17-2922CC542F21}"/>
              </a:ext>
            </a:extLst>
          </p:cNvPr>
          <p:cNvSpPr txBox="1"/>
          <p:nvPr/>
        </p:nvSpPr>
        <p:spPr>
          <a:xfrm>
            <a:off x="9605671" y="1620651"/>
            <a:ext cx="2282980" cy="1292662"/>
          </a:xfrm>
          <a:prstGeom prst="rect">
            <a:avLst/>
          </a:prstGeom>
          <a:noFill/>
        </p:spPr>
        <p:txBody>
          <a:bodyPr wrap="square" lIns="0" tIns="0" rIns="0" bIns="0" rtlCol="0" anchor="t" anchorCtr="0">
            <a:spAutoFit/>
          </a:bodyPr>
          <a:lstStyle/>
          <a:p>
            <a:pPr marL="182563" indent="-182563" algn="l">
              <a:buFont typeface="Arial" panose="020B0604020202020204" pitchFamily="34" charset="0"/>
              <a:buChar char="•"/>
            </a:pPr>
            <a:r>
              <a:rPr kumimoji="1" lang="ja-JP" altLang="en-US" sz="1400" dirty="0">
                <a:latin typeface="BIZ UDPゴシック" panose="020B0400000000000000" pitchFamily="50" charset="-128"/>
                <a:ea typeface="BIZ UDPゴシック" panose="020B0400000000000000" pitchFamily="50" charset="-128"/>
              </a:rPr>
              <a:t>当時新規産業であった洋上風力産業からの需要の予見性を高めた</a:t>
            </a:r>
            <a:endParaRPr kumimoji="1" lang="en-US" altLang="ja-JP" sz="1400" dirty="0">
              <a:latin typeface="BIZ UDPゴシック" panose="020B0400000000000000" pitchFamily="50" charset="-128"/>
              <a:ea typeface="BIZ UDPゴシック" panose="020B0400000000000000" pitchFamily="50" charset="-128"/>
            </a:endParaRPr>
          </a:p>
          <a:p>
            <a:pPr marL="182563" indent="-182563" algn="l">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戦略的な産業振興地域の指定による洋上風力ハブとしての優勢性の確立</a:t>
            </a:r>
            <a:endParaRPr kumimoji="1" lang="en-US" altLang="ja-JP" sz="140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9771658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BEFD181-CDE1-D955-C9D2-3A8248D34137}"/>
              </a:ext>
            </a:extLst>
          </p:cNvPr>
          <p:cNvSpPr>
            <a:spLocks noGrp="1"/>
          </p:cNvSpPr>
          <p:nvPr>
            <p:ph type="title"/>
          </p:nvPr>
        </p:nvSpPr>
        <p:spPr/>
        <p:txBody>
          <a:bodyPr/>
          <a:lstStyle/>
          <a:p>
            <a:r>
              <a:rPr lang="ja-JP" altLang="en-US" dirty="0"/>
              <a:t>各産業別に異なる投資阻害要因が存在</a:t>
            </a:r>
            <a:endParaRPr kumimoji="1" lang="ja-JP" altLang="en-US" dirty="0"/>
          </a:p>
        </p:txBody>
      </p:sp>
      <p:sp>
        <p:nvSpPr>
          <p:cNvPr id="3" name="フッター プレースホルダー 2">
            <a:extLst>
              <a:ext uri="{FF2B5EF4-FFF2-40B4-BE49-F238E27FC236}">
                <a16:creationId xmlns:a16="http://schemas.microsoft.com/office/drawing/2014/main" id="{A6E0B6B4-7CDC-700C-9E0D-1F4C15FFA780}"/>
              </a:ext>
            </a:extLst>
          </p:cNvPr>
          <p:cNvSpPr>
            <a:spLocks noGrp="1"/>
          </p:cNvSpPr>
          <p:nvPr>
            <p:ph type="ftr" sz="quarter" idx="11"/>
          </p:nvPr>
        </p:nvSpPr>
        <p:spPr/>
        <p:txBody>
          <a:bodyPr/>
          <a:lstStyle/>
          <a:p>
            <a:r>
              <a:rPr lang="ja-JP" altLang="en-US"/>
              <a:t>出所：</a:t>
            </a:r>
            <a:endParaRPr lang="ja-JP" altLang="en-US" sz="900" dirty="0"/>
          </a:p>
        </p:txBody>
      </p:sp>
      <p:sp>
        <p:nvSpPr>
          <p:cNvPr id="4" name="スライド番号プレースホルダー 3">
            <a:extLst>
              <a:ext uri="{FF2B5EF4-FFF2-40B4-BE49-F238E27FC236}">
                <a16:creationId xmlns:a16="http://schemas.microsoft.com/office/drawing/2014/main" id="{A69CA750-DCA3-6B87-AC91-6B5D0EA46479}"/>
              </a:ext>
            </a:extLst>
          </p:cNvPr>
          <p:cNvSpPr>
            <a:spLocks noGrp="1"/>
          </p:cNvSpPr>
          <p:nvPr>
            <p:ph type="sldNum" sz="quarter" idx="12"/>
          </p:nvPr>
        </p:nvSpPr>
        <p:spPr/>
        <p:txBody>
          <a:bodyPr/>
          <a:lstStyle/>
          <a:p>
            <a:fld id="{DCB5AA93-092B-49A1-87A7-3C88D5F38AD7}" type="slidenum">
              <a:rPr lang="ja-JP" altLang="en-US" smtClean="0"/>
              <a:pPr/>
              <a:t>43</a:t>
            </a:fld>
            <a:endParaRPr lang="ja-JP" altLang="en-US" sz="900" dirty="0"/>
          </a:p>
        </p:txBody>
      </p:sp>
      <p:sp>
        <p:nvSpPr>
          <p:cNvPr id="5" name="テキスト プレースホルダー 4">
            <a:extLst>
              <a:ext uri="{FF2B5EF4-FFF2-40B4-BE49-F238E27FC236}">
                <a16:creationId xmlns:a16="http://schemas.microsoft.com/office/drawing/2014/main" id="{F3523B64-4E21-93C1-CFC2-7C5379266B04}"/>
              </a:ext>
            </a:extLst>
          </p:cNvPr>
          <p:cNvSpPr>
            <a:spLocks noGrp="1"/>
          </p:cNvSpPr>
          <p:nvPr>
            <p:ph type="body" sz="quarter" idx="13"/>
          </p:nvPr>
        </p:nvSpPr>
        <p:spPr/>
        <p:txBody>
          <a:bodyPr/>
          <a:lstStyle/>
          <a:p>
            <a:r>
              <a:rPr lang="ja-JP" altLang="en-US" dirty="0"/>
              <a:t>産業集積・立地の投資判断に関わる投資阻害要因</a:t>
            </a:r>
            <a:endParaRPr lang="en-US" altLang="ja-JP" dirty="0"/>
          </a:p>
        </p:txBody>
      </p:sp>
      <p:sp>
        <p:nvSpPr>
          <p:cNvPr id="6" name="テキスト ボックス 5">
            <a:extLst>
              <a:ext uri="{FF2B5EF4-FFF2-40B4-BE49-F238E27FC236}">
                <a16:creationId xmlns:a16="http://schemas.microsoft.com/office/drawing/2014/main" id="{115662FA-6F80-83D4-09C8-11EC881DF6BA}"/>
              </a:ext>
            </a:extLst>
          </p:cNvPr>
          <p:cNvSpPr txBox="1"/>
          <p:nvPr/>
        </p:nvSpPr>
        <p:spPr>
          <a:xfrm>
            <a:off x="360000" y="1642833"/>
            <a:ext cx="2342560" cy="430887"/>
          </a:xfrm>
          <a:prstGeom prst="rect">
            <a:avLst/>
          </a:prstGeom>
          <a:noFill/>
        </p:spPr>
        <p:txBody>
          <a:bodyPr wrap="square" lIns="0" tIns="0" rIns="0" bIns="0" rtlCol="0" anchor="t" anchorCtr="0">
            <a:spAutoFit/>
          </a:bodyPr>
          <a:lstStyle/>
          <a:p>
            <a:pPr marL="285750" indent="-285750" algn="l">
              <a:buFont typeface="Wingdings" panose="05000000000000000000" pitchFamily="2" charset="2"/>
              <a:buChar char="n"/>
            </a:pPr>
            <a:r>
              <a:rPr lang="ja-JP" altLang="en-US" sz="1400" dirty="0">
                <a:latin typeface="BIZ UDPゴシック" panose="020B0400000000000000" pitchFamily="50" charset="-128"/>
                <a:ea typeface="BIZ UDPゴシック" panose="020B0400000000000000" pitchFamily="50" charset="-128"/>
              </a:rPr>
              <a:t>需要規模および予見性の低さ</a:t>
            </a:r>
            <a:endParaRPr kumimoji="1" lang="en-US" altLang="ja-JP" sz="1400" dirty="0">
              <a:latin typeface="BIZ UDPゴシック" panose="020B0400000000000000" pitchFamily="50" charset="-128"/>
              <a:ea typeface="BIZ UDPゴシック" panose="020B0400000000000000" pitchFamily="50" charset="-128"/>
            </a:endParaRPr>
          </a:p>
        </p:txBody>
      </p:sp>
      <p:cxnSp>
        <p:nvCxnSpPr>
          <p:cNvPr id="7" name="直線コネクタ 6">
            <a:extLst>
              <a:ext uri="{FF2B5EF4-FFF2-40B4-BE49-F238E27FC236}">
                <a16:creationId xmlns:a16="http://schemas.microsoft.com/office/drawing/2014/main" id="{FA184B38-83C1-CD4F-06B2-089350885B4E}"/>
              </a:ext>
            </a:extLst>
          </p:cNvPr>
          <p:cNvCxnSpPr>
            <a:cxnSpLocks/>
          </p:cNvCxnSpPr>
          <p:nvPr/>
        </p:nvCxnSpPr>
        <p:spPr>
          <a:xfrm>
            <a:off x="407987" y="1526770"/>
            <a:ext cx="11376026" cy="10986"/>
          </a:xfrm>
          <a:prstGeom prst="line">
            <a:avLst/>
          </a:prstGeom>
          <a:ln>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sp>
        <p:nvSpPr>
          <p:cNvPr id="8" name="テキスト ボックス 7">
            <a:extLst>
              <a:ext uri="{FF2B5EF4-FFF2-40B4-BE49-F238E27FC236}">
                <a16:creationId xmlns:a16="http://schemas.microsoft.com/office/drawing/2014/main" id="{E0EC1B4D-5E57-634B-07E7-8D0AF873EE41}"/>
              </a:ext>
            </a:extLst>
          </p:cNvPr>
          <p:cNvSpPr txBox="1"/>
          <p:nvPr/>
        </p:nvSpPr>
        <p:spPr>
          <a:xfrm>
            <a:off x="360000" y="1270407"/>
            <a:ext cx="1345997" cy="215444"/>
          </a:xfrm>
          <a:prstGeom prst="rect">
            <a:avLst/>
          </a:prstGeom>
          <a:noFill/>
        </p:spPr>
        <p:txBody>
          <a:bodyPr wrap="square" lIns="0" tIns="0" rIns="0" bIns="0" rtlCol="0" anchor="t" anchorCtr="0">
            <a:spAutoFit/>
          </a:bodyPr>
          <a:lstStyle/>
          <a:p>
            <a:pPr algn="l"/>
            <a:r>
              <a:rPr kumimoji="1" lang="ja-JP" altLang="en-US" sz="1400" b="1" dirty="0">
                <a:latin typeface="BIZ UDPゴシック" panose="020B0400000000000000" pitchFamily="50" charset="-128"/>
                <a:ea typeface="BIZ UDPゴシック" panose="020B0400000000000000" pitchFamily="50" charset="-128"/>
              </a:rPr>
              <a:t>投資阻害要因</a:t>
            </a:r>
            <a:endParaRPr kumimoji="1" lang="en-US" altLang="ja-JP" sz="1400" b="1" dirty="0">
              <a:latin typeface="BIZ UDPゴシック" panose="020B0400000000000000" pitchFamily="50" charset="-128"/>
              <a:ea typeface="BIZ UDPゴシック" panose="020B0400000000000000" pitchFamily="50" charset="-128"/>
            </a:endParaRPr>
          </a:p>
        </p:txBody>
      </p:sp>
      <p:sp>
        <p:nvSpPr>
          <p:cNvPr id="9" name="テキスト ボックス 8">
            <a:extLst>
              <a:ext uri="{FF2B5EF4-FFF2-40B4-BE49-F238E27FC236}">
                <a16:creationId xmlns:a16="http://schemas.microsoft.com/office/drawing/2014/main" id="{553E9261-9519-CA29-2CC9-5CCA84A5C1FA}"/>
              </a:ext>
            </a:extLst>
          </p:cNvPr>
          <p:cNvSpPr txBox="1"/>
          <p:nvPr/>
        </p:nvSpPr>
        <p:spPr>
          <a:xfrm>
            <a:off x="2990954" y="1270407"/>
            <a:ext cx="2875540" cy="215444"/>
          </a:xfrm>
          <a:prstGeom prst="rect">
            <a:avLst/>
          </a:prstGeom>
          <a:noFill/>
        </p:spPr>
        <p:txBody>
          <a:bodyPr wrap="square" lIns="0" tIns="0" rIns="0" bIns="0" rtlCol="0" anchor="t" anchorCtr="0">
            <a:spAutoFit/>
          </a:bodyPr>
          <a:lstStyle/>
          <a:p>
            <a:pPr algn="l"/>
            <a:r>
              <a:rPr kumimoji="1" lang="ja-JP" altLang="en-US" sz="1400" b="1" dirty="0">
                <a:latin typeface="BIZ UDPゴシック" panose="020B0400000000000000" pitchFamily="50" charset="-128"/>
                <a:ea typeface="BIZ UDPゴシック" panose="020B0400000000000000" pitchFamily="50" charset="-128"/>
              </a:rPr>
              <a:t>詳細</a:t>
            </a:r>
            <a:endParaRPr kumimoji="1" lang="en-US" altLang="ja-JP" sz="1400" b="1" dirty="0">
              <a:latin typeface="BIZ UDPゴシック" panose="020B0400000000000000" pitchFamily="50" charset="-128"/>
              <a:ea typeface="BIZ UDPゴシック" panose="020B0400000000000000" pitchFamily="50" charset="-128"/>
            </a:endParaRPr>
          </a:p>
        </p:txBody>
      </p:sp>
      <p:sp>
        <p:nvSpPr>
          <p:cNvPr id="10" name="テキスト ボックス 9">
            <a:extLst>
              <a:ext uri="{FF2B5EF4-FFF2-40B4-BE49-F238E27FC236}">
                <a16:creationId xmlns:a16="http://schemas.microsoft.com/office/drawing/2014/main" id="{76B7317E-5907-D270-51F9-36D0D533C7B3}"/>
              </a:ext>
            </a:extLst>
          </p:cNvPr>
          <p:cNvSpPr txBox="1"/>
          <p:nvPr/>
        </p:nvSpPr>
        <p:spPr>
          <a:xfrm>
            <a:off x="8833905" y="819704"/>
            <a:ext cx="1406838" cy="215444"/>
          </a:xfrm>
          <a:prstGeom prst="rect">
            <a:avLst/>
          </a:prstGeom>
          <a:noFill/>
        </p:spPr>
        <p:txBody>
          <a:bodyPr wrap="square" lIns="0" tIns="0" rIns="0" bIns="0" rtlCol="0" anchor="t" anchorCtr="0">
            <a:spAutoFit/>
          </a:bodyPr>
          <a:lstStyle/>
          <a:p>
            <a:pPr algn="l"/>
            <a:r>
              <a:rPr kumimoji="1" lang="ja-JP" altLang="en-US" sz="1400" b="1" dirty="0">
                <a:latin typeface="BIZ UDPゴシック" panose="020B0400000000000000" pitchFamily="50" charset="-128"/>
                <a:ea typeface="BIZ UDPゴシック" panose="020B0400000000000000" pitchFamily="50" charset="-128"/>
              </a:rPr>
              <a:t>該当する産業</a:t>
            </a:r>
            <a:endParaRPr kumimoji="1" lang="en-US" altLang="ja-JP" sz="1400" b="1" dirty="0">
              <a:latin typeface="BIZ UDPゴシック" panose="020B0400000000000000" pitchFamily="50" charset="-128"/>
              <a:ea typeface="BIZ UDPゴシック" panose="020B0400000000000000" pitchFamily="50" charset="-128"/>
            </a:endParaRPr>
          </a:p>
        </p:txBody>
      </p:sp>
      <p:sp>
        <p:nvSpPr>
          <p:cNvPr id="11" name="テキスト ボックス 10">
            <a:extLst>
              <a:ext uri="{FF2B5EF4-FFF2-40B4-BE49-F238E27FC236}">
                <a16:creationId xmlns:a16="http://schemas.microsoft.com/office/drawing/2014/main" id="{B113F097-960C-FEFC-6C22-A019C6B45994}"/>
              </a:ext>
            </a:extLst>
          </p:cNvPr>
          <p:cNvSpPr txBox="1"/>
          <p:nvPr/>
        </p:nvSpPr>
        <p:spPr>
          <a:xfrm>
            <a:off x="2990955" y="1642833"/>
            <a:ext cx="5404900" cy="861774"/>
          </a:xfrm>
          <a:prstGeom prst="rect">
            <a:avLst/>
          </a:prstGeom>
          <a:noFill/>
        </p:spPr>
        <p:txBody>
          <a:bodyPr wrap="square" lIns="0" tIns="0" rIns="0" bIns="0" rtlCol="0" anchor="t" anchorCtr="0">
            <a:spAutoFit/>
          </a:bodyPr>
          <a:lstStyle/>
          <a:p>
            <a:pPr algn="l"/>
            <a:r>
              <a:rPr kumimoji="1" lang="ja-JP" altLang="en-US" sz="1400" dirty="0">
                <a:latin typeface="BIZ UDPゴシック" panose="020B0400000000000000" pitchFamily="50" charset="-128"/>
                <a:ea typeface="BIZ UDPゴシック" panose="020B0400000000000000" pitchFamily="50" charset="-128"/>
              </a:rPr>
              <a:t>立地先に十分な需要が存在するか不透明</a:t>
            </a:r>
            <a:endParaRPr kumimoji="1" lang="en-US" altLang="ja-JP" sz="1400" dirty="0">
              <a:latin typeface="BIZ UDPゴシック" panose="020B0400000000000000" pitchFamily="50" charset="-128"/>
              <a:ea typeface="BIZ UDPゴシック" panose="020B0400000000000000" pitchFamily="50" charset="-128"/>
            </a:endParaRPr>
          </a:p>
          <a:p>
            <a:pPr marL="182563" lvl="1" indent="-182563">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投資判断において需要の予見性が非常に重要。日本で今後成長がよそくされる浮体式についての明確目標コメントがない</a:t>
            </a:r>
            <a:endParaRPr kumimoji="1" lang="en-US" altLang="ja-JP" sz="1400" dirty="0">
              <a:latin typeface="BIZ UDPゴシック" panose="020B0400000000000000" pitchFamily="50" charset="-128"/>
              <a:ea typeface="BIZ UDPゴシック" panose="020B0400000000000000" pitchFamily="50" charset="-128"/>
            </a:endParaRPr>
          </a:p>
          <a:p>
            <a:pPr marL="182563" lvl="1" indent="-182563">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市場黎明期のため、新規需要が見込めない可能性</a:t>
            </a:r>
            <a:endParaRPr kumimoji="1" lang="en-US" altLang="ja-JP" sz="1400" dirty="0">
              <a:latin typeface="BIZ UDPゴシック" panose="020B0400000000000000" pitchFamily="50" charset="-128"/>
              <a:ea typeface="BIZ UDPゴシック" panose="020B0400000000000000" pitchFamily="50" charset="-128"/>
            </a:endParaRPr>
          </a:p>
        </p:txBody>
      </p:sp>
      <p:cxnSp>
        <p:nvCxnSpPr>
          <p:cNvPr id="12" name="直線コネクタ 11">
            <a:extLst>
              <a:ext uri="{FF2B5EF4-FFF2-40B4-BE49-F238E27FC236}">
                <a16:creationId xmlns:a16="http://schemas.microsoft.com/office/drawing/2014/main" id="{D226E4C9-8092-FFFD-BE52-7B00731DDD8F}"/>
              </a:ext>
            </a:extLst>
          </p:cNvPr>
          <p:cNvCxnSpPr>
            <a:cxnSpLocks/>
          </p:cNvCxnSpPr>
          <p:nvPr/>
        </p:nvCxnSpPr>
        <p:spPr>
          <a:xfrm flipV="1">
            <a:off x="8703425" y="1056143"/>
            <a:ext cx="3080588" cy="11502"/>
          </a:xfrm>
          <a:prstGeom prst="line">
            <a:avLst/>
          </a:prstGeom>
          <a:ln>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sp>
        <p:nvSpPr>
          <p:cNvPr id="14" name="楕円 13">
            <a:extLst>
              <a:ext uri="{FF2B5EF4-FFF2-40B4-BE49-F238E27FC236}">
                <a16:creationId xmlns:a16="http://schemas.microsoft.com/office/drawing/2014/main" id="{D704E317-DC2B-490E-A752-4749FC418F4C}"/>
              </a:ext>
            </a:extLst>
          </p:cNvPr>
          <p:cNvSpPr/>
          <p:nvPr/>
        </p:nvSpPr>
        <p:spPr>
          <a:xfrm>
            <a:off x="8977794" y="1681720"/>
            <a:ext cx="325282" cy="310112"/>
          </a:xfrm>
          <a:prstGeom prst="ellipse">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1"/>
          <a:lstStyle/>
          <a:p>
            <a:pPr algn="ctr"/>
            <a:r>
              <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a:t>
            </a:r>
          </a:p>
        </p:txBody>
      </p:sp>
      <p:sp>
        <p:nvSpPr>
          <p:cNvPr id="16" name="テキスト ボックス 15">
            <a:extLst>
              <a:ext uri="{FF2B5EF4-FFF2-40B4-BE49-F238E27FC236}">
                <a16:creationId xmlns:a16="http://schemas.microsoft.com/office/drawing/2014/main" id="{C0A40F38-C587-CF1C-7679-1189AFB3C214}"/>
              </a:ext>
            </a:extLst>
          </p:cNvPr>
          <p:cNvSpPr txBox="1"/>
          <p:nvPr/>
        </p:nvSpPr>
        <p:spPr>
          <a:xfrm>
            <a:off x="8833905" y="1272766"/>
            <a:ext cx="814952" cy="215444"/>
          </a:xfrm>
          <a:prstGeom prst="rect">
            <a:avLst/>
          </a:prstGeom>
          <a:noFill/>
        </p:spPr>
        <p:txBody>
          <a:bodyPr wrap="square" lIns="0" tIns="0" rIns="0" bIns="0" rtlCol="0" anchor="t" anchorCtr="0">
            <a:spAutoFit/>
          </a:bodyPr>
          <a:lstStyle/>
          <a:p>
            <a:pPr algn="l"/>
            <a:r>
              <a:rPr kumimoji="1" lang="ja-JP" altLang="en-US" sz="1400" b="1" dirty="0">
                <a:latin typeface="BIZ UDPゴシック" panose="020B0400000000000000" pitchFamily="50" charset="-128"/>
                <a:ea typeface="BIZ UDPゴシック" panose="020B0400000000000000" pitchFamily="50" charset="-128"/>
              </a:rPr>
              <a:t>洋上風力</a:t>
            </a:r>
            <a:endParaRPr kumimoji="1" lang="en-US" altLang="ja-JP" sz="1400" b="1" dirty="0">
              <a:latin typeface="BIZ UDPゴシック" panose="020B0400000000000000" pitchFamily="50" charset="-128"/>
              <a:ea typeface="BIZ UDPゴシック" panose="020B0400000000000000" pitchFamily="50" charset="-128"/>
            </a:endParaRPr>
          </a:p>
        </p:txBody>
      </p:sp>
      <p:sp>
        <p:nvSpPr>
          <p:cNvPr id="17" name="テキスト ボックス 16">
            <a:extLst>
              <a:ext uri="{FF2B5EF4-FFF2-40B4-BE49-F238E27FC236}">
                <a16:creationId xmlns:a16="http://schemas.microsoft.com/office/drawing/2014/main" id="{A4F0B58F-8CE7-4872-C85E-E7F8958DF24C}"/>
              </a:ext>
            </a:extLst>
          </p:cNvPr>
          <p:cNvSpPr txBox="1"/>
          <p:nvPr/>
        </p:nvSpPr>
        <p:spPr>
          <a:xfrm>
            <a:off x="9648857" y="1272766"/>
            <a:ext cx="814952" cy="215444"/>
          </a:xfrm>
          <a:prstGeom prst="rect">
            <a:avLst/>
          </a:prstGeom>
          <a:noFill/>
        </p:spPr>
        <p:txBody>
          <a:bodyPr wrap="square" lIns="0" tIns="0" rIns="0" bIns="0" rtlCol="0" anchor="t" anchorCtr="0">
            <a:spAutoFit/>
          </a:bodyPr>
          <a:lstStyle/>
          <a:p>
            <a:pPr algn="l"/>
            <a:r>
              <a:rPr kumimoji="1" lang="ja-JP" altLang="en-US" sz="1400" b="1" dirty="0">
                <a:latin typeface="BIZ UDPゴシック" panose="020B0400000000000000" pitchFamily="50" charset="-128"/>
                <a:ea typeface="BIZ UDPゴシック" panose="020B0400000000000000" pitchFamily="50" charset="-128"/>
              </a:rPr>
              <a:t>半導体</a:t>
            </a:r>
            <a:endParaRPr kumimoji="1" lang="en-US" altLang="ja-JP" sz="1400" b="1" dirty="0">
              <a:latin typeface="BIZ UDPゴシック" panose="020B0400000000000000" pitchFamily="50" charset="-128"/>
              <a:ea typeface="BIZ UDPゴシック" panose="020B0400000000000000" pitchFamily="50" charset="-128"/>
            </a:endParaRPr>
          </a:p>
        </p:txBody>
      </p:sp>
      <p:sp>
        <p:nvSpPr>
          <p:cNvPr id="18" name="テキスト ボックス 17">
            <a:extLst>
              <a:ext uri="{FF2B5EF4-FFF2-40B4-BE49-F238E27FC236}">
                <a16:creationId xmlns:a16="http://schemas.microsoft.com/office/drawing/2014/main" id="{7098FB07-B7BC-87D9-A0EF-5BC82154A411}"/>
              </a:ext>
            </a:extLst>
          </p:cNvPr>
          <p:cNvSpPr txBox="1"/>
          <p:nvPr/>
        </p:nvSpPr>
        <p:spPr>
          <a:xfrm>
            <a:off x="10308959" y="1272766"/>
            <a:ext cx="814952" cy="215444"/>
          </a:xfrm>
          <a:prstGeom prst="rect">
            <a:avLst/>
          </a:prstGeom>
          <a:noFill/>
        </p:spPr>
        <p:txBody>
          <a:bodyPr wrap="square" lIns="0" tIns="0" rIns="0" bIns="0" rtlCol="0" anchor="t" anchorCtr="0">
            <a:spAutoFit/>
          </a:bodyPr>
          <a:lstStyle/>
          <a:p>
            <a:pPr algn="l"/>
            <a:r>
              <a:rPr kumimoji="1" lang="ja-JP" altLang="en-US" sz="1400" b="1" dirty="0">
                <a:latin typeface="BIZ UDPゴシック" panose="020B0400000000000000" pitchFamily="50" charset="-128"/>
                <a:ea typeface="BIZ UDPゴシック" panose="020B0400000000000000" pitchFamily="50" charset="-128"/>
              </a:rPr>
              <a:t>蓄電池</a:t>
            </a:r>
            <a:endParaRPr kumimoji="1" lang="en-US" altLang="ja-JP" sz="1400" b="1" dirty="0">
              <a:latin typeface="BIZ UDPゴシック" panose="020B0400000000000000" pitchFamily="50" charset="-128"/>
              <a:ea typeface="BIZ UDPゴシック" panose="020B0400000000000000" pitchFamily="50" charset="-128"/>
            </a:endParaRPr>
          </a:p>
        </p:txBody>
      </p:sp>
      <p:sp>
        <p:nvSpPr>
          <p:cNvPr id="19" name="テキスト ボックス 18">
            <a:extLst>
              <a:ext uri="{FF2B5EF4-FFF2-40B4-BE49-F238E27FC236}">
                <a16:creationId xmlns:a16="http://schemas.microsoft.com/office/drawing/2014/main" id="{0F2BF6D0-F67F-123B-FFD1-DB3F10540805}"/>
              </a:ext>
            </a:extLst>
          </p:cNvPr>
          <p:cNvSpPr txBox="1"/>
          <p:nvPr/>
        </p:nvSpPr>
        <p:spPr>
          <a:xfrm>
            <a:off x="10969061" y="1100156"/>
            <a:ext cx="814952" cy="430887"/>
          </a:xfrm>
          <a:prstGeom prst="rect">
            <a:avLst/>
          </a:prstGeom>
          <a:noFill/>
        </p:spPr>
        <p:txBody>
          <a:bodyPr wrap="square" lIns="0" tIns="0" rIns="0" bIns="0" rtlCol="0" anchor="t" anchorCtr="0">
            <a:spAutoFit/>
          </a:bodyPr>
          <a:lstStyle/>
          <a:p>
            <a:pPr algn="l"/>
            <a:r>
              <a:rPr kumimoji="1" lang="ja-JP" altLang="en-US" sz="1400" b="1" dirty="0">
                <a:latin typeface="メイリオ" panose="020B0604030504040204" pitchFamily="50" charset="-128"/>
                <a:ea typeface="メイリオ" panose="020B0604030504040204" pitchFamily="50" charset="-128"/>
              </a:rPr>
              <a:t>ペロブ</a:t>
            </a:r>
            <a:endParaRPr kumimoji="1" lang="en-US" altLang="ja-JP" sz="1400" b="1" dirty="0">
              <a:latin typeface="メイリオ" panose="020B0604030504040204" pitchFamily="50" charset="-128"/>
              <a:ea typeface="メイリオ" panose="020B0604030504040204" pitchFamily="50" charset="-128"/>
            </a:endParaRPr>
          </a:p>
          <a:p>
            <a:pPr algn="l"/>
            <a:r>
              <a:rPr kumimoji="1" lang="ja-JP" altLang="en-US" sz="1400" b="1" dirty="0">
                <a:latin typeface="メイリオ" panose="020B0604030504040204" pitchFamily="50" charset="-128"/>
                <a:ea typeface="メイリオ" panose="020B0604030504040204" pitchFamily="50" charset="-128"/>
              </a:rPr>
              <a:t>スカイト</a:t>
            </a:r>
            <a:endParaRPr kumimoji="1" lang="en-US" altLang="ja-JP" sz="1400" b="1" dirty="0">
              <a:latin typeface="メイリオ" panose="020B0604030504040204" pitchFamily="50" charset="-128"/>
              <a:ea typeface="メイリオ" panose="020B0604030504040204" pitchFamily="50" charset="-128"/>
            </a:endParaRPr>
          </a:p>
        </p:txBody>
      </p:sp>
      <p:sp>
        <p:nvSpPr>
          <p:cNvPr id="21" name="楕円 20">
            <a:extLst>
              <a:ext uri="{FF2B5EF4-FFF2-40B4-BE49-F238E27FC236}">
                <a16:creationId xmlns:a16="http://schemas.microsoft.com/office/drawing/2014/main" id="{03A4DA47-95CE-B1C7-121F-6AC8A9741940}"/>
              </a:ext>
            </a:extLst>
          </p:cNvPr>
          <p:cNvSpPr/>
          <p:nvPr/>
        </p:nvSpPr>
        <p:spPr>
          <a:xfrm>
            <a:off x="10391153" y="1681720"/>
            <a:ext cx="325282" cy="310112"/>
          </a:xfrm>
          <a:prstGeom prst="ellipse">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lang="ja-JP" altLang="en-US" sz="1400">
                <a:solidFill>
                  <a:schemeClr val="tx1">
                    <a:lumMod val="75000"/>
                    <a:lumOff val="25000"/>
                  </a:schemeClr>
                </a:solidFill>
                <a:latin typeface="BIZ UDPゴシック" panose="020B0400000000000000" pitchFamily="50" charset="-128"/>
                <a:ea typeface="BIZ UDPゴシック" panose="020B0400000000000000" pitchFamily="50" charset="-128"/>
              </a:rPr>
              <a:t>✓</a:t>
            </a:r>
            <a:endPar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24" name="楕円 23">
            <a:extLst>
              <a:ext uri="{FF2B5EF4-FFF2-40B4-BE49-F238E27FC236}">
                <a16:creationId xmlns:a16="http://schemas.microsoft.com/office/drawing/2014/main" id="{0953F539-F1AF-CF3D-E009-8B773C5AFF98}"/>
              </a:ext>
            </a:extLst>
          </p:cNvPr>
          <p:cNvSpPr/>
          <p:nvPr/>
        </p:nvSpPr>
        <p:spPr>
          <a:xfrm>
            <a:off x="11123911" y="2409939"/>
            <a:ext cx="325282" cy="310112"/>
          </a:xfrm>
          <a:prstGeom prst="ellipse">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lang="ja-JP" altLang="en-US" sz="1400">
                <a:solidFill>
                  <a:schemeClr val="tx1">
                    <a:lumMod val="75000"/>
                    <a:lumOff val="25000"/>
                  </a:schemeClr>
                </a:solidFill>
                <a:latin typeface="BIZ UDPゴシック" panose="020B0400000000000000" pitchFamily="50" charset="-128"/>
                <a:ea typeface="BIZ UDPゴシック" panose="020B0400000000000000" pitchFamily="50" charset="-128"/>
              </a:rPr>
              <a:t>✓</a:t>
            </a:r>
            <a:endPar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26" name="テキスト ボックス 25">
            <a:extLst>
              <a:ext uri="{FF2B5EF4-FFF2-40B4-BE49-F238E27FC236}">
                <a16:creationId xmlns:a16="http://schemas.microsoft.com/office/drawing/2014/main" id="{2A26E4C8-F3FB-7708-F714-82C74327530E}"/>
              </a:ext>
            </a:extLst>
          </p:cNvPr>
          <p:cNvSpPr txBox="1"/>
          <p:nvPr/>
        </p:nvSpPr>
        <p:spPr>
          <a:xfrm>
            <a:off x="360000" y="2999641"/>
            <a:ext cx="2342560" cy="215444"/>
          </a:xfrm>
          <a:prstGeom prst="rect">
            <a:avLst/>
          </a:prstGeom>
          <a:noFill/>
        </p:spPr>
        <p:txBody>
          <a:bodyPr wrap="square" lIns="0" tIns="0" rIns="0" bIns="0" rtlCol="0" anchor="t" anchorCtr="0">
            <a:spAutoFit/>
          </a:bodyPr>
          <a:lstStyle/>
          <a:p>
            <a:pPr marL="285750" indent="-285750" algn="l">
              <a:buFont typeface="Wingdings" panose="05000000000000000000" pitchFamily="2" charset="2"/>
              <a:buChar char="n"/>
            </a:pPr>
            <a:r>
              <a:rPr lang="ja-JP" altLang="en-US" sz="1400" dirty="0">
                <a:latin typeface="BIZ UDPゴシック" panose="020B0400000000000000" pitchFamily="50" charset="-128"/>
                <a:ea typeface="BIZ UDPゴシック" panose="020B0400000000000000" pitchFamily="50" charset="-128"/>
              </a:rPr>
              <a:t>産業エコシステムの欠如</a:t>
            </a:r>
            <a:endParaRPr lang="en-US" altLang="ja-JP" sz="1400" dirty="0">
              <a:latin typeface="BIZ UDPゴシック" panose="020B0400000000000000" pitchFamily="50" charset="-128"/>
              <a:ea typeface="BIZ UDPゴシック" panose="020B0400000000000000" pitchFamily="50" charset="-128"/>
            </a:endParaRPr>
          </a:p>
        </p:txBody>
      </p:sp>
      <p:sp>
        <p:nvSpPr>
          <p:cNvPr id="27" name="テキスト ボックス 26">
            <a:extLst>
              <a:ext uri="{FF2B5EF4-FFF2-40B4-BE49-F238E27FC236}">
                <a16:creationId xmlns:a16="http://schemas.microsoft.com/office/drawing/2014/main" id="{45A7E49D-33F5-E5C5-7D61-9CB98490F8B8}"/>
              </a:ext>
            </a:extLst>
          </p:cNvPr>
          <p:cNvSpPr txBox="1"/>
          <p:nvPr/>
        </p:nvSpPr>
        <p:spPr>
          <a:xfrm>
            <a:off x="2990954" y="2999641"/>
            <a:ext cx="5404900" cy="1077218"/>
          </a:xfrm>
          <a:prstGeom prst="rect">
            <a:avLst/>
          </a:prstGeom>
          <a:noFill/>
        </p:spPr>
        <p:txBody>
          <a:bodyPr wrap="square" lIns="0" tIns="0" rIns="0" bIns="0" rtlCol="0" anchor="t" anchorCtr="0">
            <a:spAutoFit/>
          </a:bodyPr>
          <a:lstStyle/>
          <a:p>
            <a:pPr algn="l"/>
            <a:r>
              <a:rPr lang="ja-JP" altLang="en-US" sz="1400" dirty="0">
                <a:latin typeface="BIZ UDPゴシック" panose="020B0400000000000000" pitchFamily="50" charset="-128"/>
                <a:ea typeface="BIZ UDPゴシック" panose="020B0400000000000000" pitchFamily="50" charset="-128"/>
              </a:rPr>
              <a:t>下流顧客の生産拠点近傍へ立地させる必要性</a:t>
            </a:r>
            <a:endParaRPr kumimoji="1" lang="en-US" altLang="ja-JP" sz="1400" dirty="0">
              <a:latin typeface="BIZ UDPゴシック" panose="020B0400000000000000" pitchFamily="50" charset="-128"/>
              <a:ea typeface="BIZ UDPゴシック" panose="020B0400000000000000" pitchFamily="50" charset="-128"/>
            </a:endParaRPr>
          </a:p>
          <a:p>
            <a:pPr marL="182563" lvl="1" indent="-182563">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リチウムイオンバッテリーは輸送中に物理的損傷が発生すると発火リスクがあるため、生産拠点を自動車</a:t>
            </a:r>
            <a:r>
              <a:rPr lang="en-US" altLang="ja-JP" sz="1400" dirty="0">
                <a:latin typeface="BIZ UDPゴシック" panose="020B0400000000000000" pitchFamily="50" charset="-128"/>
                <a:ea typeface="BIZ UDPゴシック" panose="020B0400000000000000" pitchFamily="50" charset="-128"/>
              </a:rPr>
              <a:t>OEM</a:t>
            </a:r>
            <a:r>
              <a:rPr lang="ja-JP" altLang="en-US" sz="1400" dirty="0">
                <a:latin typeface="BIZ UDPゴシック" panose="020B0400000000000000" pitchFamily="50" charset="-128"/>
                <a:ea typeface="BIZ UDPゴシック" panose="020B0400000000000000" pitchFamily="50" charset="-128"/>
              </a:rPr>
              <a:t>近傍に設置することが求められる</a:t>
            </a:r>
            <a:endParaRPr lang="en-US" altLang="ja-JP" sz="1400" dirty="0">
              <a:latin typeface="BIZ UDPゴシック" panose="020B0400000000000000" pitchFamily="50" charset="-128"/>
              <a:ea typeface="BIZ UDPゴシック" panose="020B0400000000000000" pitchFamily="50" charset="-128"/>
            </a:endParaRPr>
          </a:p>
          <a:p>
            <a:pPr marL="182563" lvl="1" indent="-182563">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市場黎明期のため、新規需要が見込めない可能性</a:t>
            </a:r>
            <a:endParaRPr kumimoji="1" lang="en-US" altLang="ja-JP" sz="1400" dirty="0">
              <a:latin typeface="BIZ UDPゴシック" panose="020B0400000000000000" pitchFamily="50" charset="-128"/>
              <a:ea typeface="BIZ UDPゴシック" panose="020B0400000000000000" pitchFamily="50" charset="-128"/>
            </a:endParaRPr>
          </a:p>
        </p:txBody>
      </p:sp>
      <p:sp>
        <p:nvSpPr>
          <p:cNvPr id="29" name="楕円 28">
            <a:extLst>
              <a:ext uri="{FF2B5EF4-FFF2-40B4-BE49-F238E27FC236}">
                <a16:creationId xmlns:a16="http://schemas.microsoft.com/office/drawing/2014/main" id="{0ACBE006-79E0-B8E3-47F5-F18306920548}"/>
              </a:ext>
            </a:extLst>
          </p:cNvPr>
          <p:cNvSpPr/>
          <p:nvPr/>
        </p:nvSpPr>
        <p:spPr>
          <a:xfrm>
            <a:off x="8977793" y="3038528"/>
            <a:ext cx="325282" cy="310112"/>
          </a:xfrm>
          <a:prstGeom prst="ellipse">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lang="ja-JP" altLang="en-US" sz="1400">
                <a:solidFill>
                  <a:schemeClr val="tx1">
                    <a:lumMod val="75000"/>
                    <a:lumOff val="25000"/>
                  </a:schemeClr>
                </a:solidFill>
                <a:latin typeface="BIZ UDPゴシック" panose="020B0400000000000000" pitchFamily="50" charset="-128"/>
                <a:ea typeface="BIZ UDPゴシック" panose="020B0400000000000000" pitchFamily="50" charset="-128"/>
              </a:rPr>
              <a:t>✓</a:t>
            </a:r>
            <a:endPar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32" name="楕円 31">
            <a:extLst>
              <a:ext uri="{FF2B5EF4-FFF2-40B4-BE49-F238E27FC236}">
                <a16:creationId xmlns:a16="http://schemas.microsoft.com/office/drawing/2014/main" id="{97DE0EE8-5BCE-8155-B8A9-D361EF2CBB64}"/>
              </a:ext>
            </a:extLst>
          </p:cNvPr>
          <p:cNvSpPr/>
          <p:nvPr/>
        </p:nvSpPr>
        <p:spPr>
          <a:xfrm>
            <a:off x="10391152" y="3038528"/>
            <a:ext cx="325282" cy="310112"/>
          </a:xfrm>
          <a:prstGeom prst="ellipse">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lang="ja-JP" altLang="en-US" sz="1400">
                <a:solidFill>
                  <a:schemeClr val="tx1">
                    <a:lumMod val="75000"/>
                    <a:lumOff val="25000"/>
                  </a:schemeClr>
                </a:solidFill>
                <a:latin typeface="BIZ UDPゴシック" panose="020B0400000000000000" pitchFamily="50" charset="-128"/>
                <a:ea typeface="BIZ UDPゴシック" panose="020B0400000000000000" pitchFamily="50" charset="-128"/>
              </a:rPr>
              <a:t>✓</a:t>
            </a:r>
            <a:endPar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35" name="楕円 34">
            <a:extLst>
              <a:ext uri="{FF2B5EF4-FFF2-40B4-BE49-F238E27FC236}">
                <a16:creationId xmlns:a16="http://schemas.microsoft.com/office/drawing/2014/main" id="{5F3D5FAB-E508-C0AB-B995-8137628F891B}"/>
              </a:ext>
            </a:extLst>
          </p:cNvPr>
          <p:cNvSpPr/>
          <p:nvPr/>
        </p:nvSpPr>
        <p:spPr>
          <a:xfrm>
            <a:off x="11123910" y="3877731"/>
            <a:ext cx="325282" cy="310112"/>
          </a:xfrm>
          <a:prstGeom prst="ellipse">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lang="ja-JP" altLang="en-US" sz="1400">
                <a:solidFill>
                  <a:schemeClr val="tx1">
                    <a:lumMod val="75000"/>
                    <a:lumOff val="25000"/>
                  </a:schemeClr>
                </a:solidFill>
                <a:latin typeface="BIZ UDPゴシック" panose="020B0400000000000000" pitchFamily="50" charset="-128"/>
                <a:ea typeface="BIZ UDPゴシック" panose="020B0400000000000000" pitchFamily="50" charset="-128"/>
              </a:rPr>
              <a:t>✓</a:t>
            </a:r>
            <a:endPar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37" name="テキスト ボックス 36">
            <a:extLst>
              <a:ext uri="{FF2B5EF4-FFF2-40B4-BE49-F238E27FC236}">
                <a16:creationId xmlns:a16="http://schemas.microsoft.com/office/drawing/2014/main" id="{A6CA900D-75E0-5A6A-85FC-830BD983C8C4}"/>
              </a:ext>
            </a:extLst>
          </p:cNvPr>
          <p:cNvSpPr txBox="1"/>
          <p:nvPr/>
        </p:nvSpPr>
        <p:spPr>
          <a:xfrm>
            <a:off x="360000" y="4411269"/>
            <a:ext cx="2342560" cy="215444"/>
          </a:xfrm>
          <a:prstGeom prst="rect">
            <a:avLst/>
          </a:prstGeom>
          <a:noFill/>
        </p:spPr>
        <p:txBody>
          <a:bodyPr wrap="square" lIns="0" tIns="0" rIns="0" bIns="0" rtlCol="0" anchor="t" anchorCtr="0">
            <a:spAutoFit/>
          </a:bodyPr>
          <a:lstStyle/>
          <a:p>
            <a:pPr marL="285750" indent="-285750" algn="l">
              <a:buFont typeface="Wingdings" panose="05000000000000000000" pitchFamily="2" charset="2"/>
              <a:buChar char="n"/>
            </a:pPr>
            <a:r>
              <a:rPr lang="ja-JP" altLang="en-US" sz="1400" dirty="0">
                <a:latin typeface="BIZ UDPゴシック" panose="020B0400000000000000" pitchFamily="50" charset="-128"/>
                <a:ea typeface="BIZ UDPゴシック" panose="020B0400000000000000" pitchFamily="50" charset="-128"/>
              </a:rPr>
              <a:t>設備投資費用の高さ</a:t>
            </a:r>
            <a:endParaRPr lang="en-US" altLang="ja-JP" sz="1400" dirty="0">
              <a:latin typeface="BIZ UDPゴシック" panose="020B0400000000000000" pitchFamily="50" charset="-128"/>
              <a:ea typeface="BIZ UDPゴシック" panose="020B0400000000000000" pitchFamily="50" charset="-128"/>
            </a:endParaRPr>
          </a:p>
        </p:txBody>
      </p:sp>
      <p:sp>
        <p:nvSpPr>
          <p:cNvPr id="38" name="テキスト ボックス 37">
            <a:extLst>
              <a:ext uri="{FF2B5EF4-FFF2-40B4-BE49-F238E27FC236}">
                <a16:creationId xmlns:a16="http://schemas.microsoft.com/office/drawing/2014/main" id="{2B9F4BC7-3E78-5E4C-6DC2-E695A54463BD}"/>
              </a:ext>
            </a:extLst>
          </p:cNvPr>
          <p:cNvSpPr txBox="1"/>
          <p:nvPr/>
        </p:nvSpPr>
        <p:spPr>
          <a:xfrm>
            <a:off x="2990954" y="4411269"/>
            <a:ext cx="5404900" cy="861774"/>
          </a:xfrm>
          <a:prstGeom prst="rect">
            <a:avLst/>
          </a:prstGeom>
          <a:noFill/>
        </p:spPr>
        <p:txBody>
          <a:bodyPr wrap="square" lIns="0" tIns="0" rIns="0" bIns="0" rtlCol="0" anchor="t" anchorCtr="0">
            <a:spAutoFit/>
          </a:bodyPr>
          <a:lstStyle/>
          <a:p>
            <a:pPr algn="l"/>
            <a:r>
              <a:rPr lang="ja-JP" altLang="en-US" sz="1400" dirty="0">
                <a:latin typeface="BIZ UDPゴシック" panose="020B0400000000000000" pitchFamily="50" charset="-128"/>
                <a:ea typeface="BIZ UDPゴシック" panose="020B0400000000000000" pitchFamily="50" charset="-128"/>
              </a:rPr>
              <a:t>産業の性質上、大規模な設備投資が必要</a:t>
            </a:r>
            <a:endParaRPr lang="en-US" altLang="ja-JP" sz="1400" dirty="0">
              <a:latin typeface="BIZ UDPゴシック" panose="020B0400000000000000" pitchFamily="50" charset="-128"/>
              <a:ea typeface="BIZ UDPゴシック" panose="020B0400000000000000" pitchFamily="50" charset="-128"/>
            </a:endParaRPr>
          </a:p>
          <a:p>
            <a:pPr algn="l"/>
            <a:r>
              <a:rPr lang="ja-JP" altLang="en-US" sz="1400" dirty="0">
                <a:latin typeface="BIZ UDPゴシック" panose="020B0400000000000000" pitchFamily="50" charset="-128"/>
                <a:ea typeface="BIZ UDPゴシック" panose="020B0400000000000000" pitchFamily="50" charset="-128"/>
              </a:rPr>
              <a:t>新規事業への転換に伴い、生産拠点の新設が必要</a:t>
            </a:r>
            <a:endParaRPr lang="en-US" altLang="ja-JP" sz="1400" dirty="0">
              <a:latin typeface="BIZ UDPゴシック" panose="020B0400000000000000" pitchFamily="50" charset="-128"/>
              <a:ea typeface="BIZ UDPゴシック" panose="020B0400000000000000" pitchFamily="50" charset="-128"/>
            </a:endParaRPr>
          </a:p>
          <a:p>
            <a:pPr marL="182563" lvl="1" indent="-182563">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既存の軸受事業から電気ブレーキやバイオ分野は新たな設備に投資しなければならないため、</a:t>
            </a:r>
            <a:r>
              <a:rPr lang="en-US" altLang="ja-JP" sz="1400" dirty="0">
                <a:latin typeface="BIZ UDPゴシック" panose="020B0400000000000000" pitchFamily="50" charset="-128"/>
                <a:ea typeface="BIZ UDPゴシック" panose="020B0400000000000000" pitchFamily="50" charset="-128"/>
              </a:rPr>
              <a:t>CAPEX</a:t>
            </a:r>
            <a:r>
              <a:rPr lang="ja-JP" altLang="en-US" sz="1400" dirty="0">
                <a:latin typeface="BIZ UDPゴシック" panose="020B0400000000000000" pitchFamily="50" charset="-128"/>
                <a:ea typeface="BIZ UDPゴシック" panose="020B0400000000000000" pitchFamily="50" charset="-128"/>
              </a:rPr>
              <a:t>が増加する</a:t>
            </a:r>
            <a:endParaRPr lang="en-US" altLang="ja-JP" sz="1400" dirty="0">
              <a:latin typeface="BIZ UDPゴシック" panose="020B0400000000000000" pitchFamily="50" charset="-128"/>
              <a:ea typeface="BIZ UDPゴシック" panose="020B0400000000000000" pitchFamily="50" charset="-128"/>
            </a:endParaRPr>
          </a:p>
        </p:txBody>
      </p:sp>
      <p:sp>
        <p:nvSpPr>
          <p:cNvPr id="40" name="楕円 39">
            <a:extLst>
              <a:ext uri="{FF2B5EF4-FFF2-40B4-BE49-F238E27FC236}">
                <a16:creationId xmlns:a16="http://schemas.microsoft.com/office/drawing/2014/main" id="{5C05FD05-B144-EF56-6733-FF4BB6932B27}"/>
              </a:ext>
            </a:extLst>
          </p:cNvPr>
          <p:cNvSpPr/>
          <p:nvPr/>
        </p:nvSpPr>
        <p:spPr>
          <a:xfrm>
            <a:off x="9731051" y="4411269"/>
            <a:ext cx="325282" cy="310112"/>
          </a:xfrm>
          <a:prstGeom prst="ellipse">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lang="ja-JP" altLang="en-US" sz="1400">
                <a:solidFill>
                  <a:schemeClr val="tx1">
                    <a:lumMod val="75000"/>
                    <a:lumOff val="25000"/>
                  </a:schemeClr>
                </a:solidFill>
                <a:latin typeface="BIZ UDPゴシック" panose="020B0400000000000000" pitchFamily="50" charset="-128"/>
                <a:ea typeface="BIZ UDPゴシック" panose="020B0400000000000000" pitchFamily="50" charset="-128"/>
              </a:rPr>
              <a:t>✓</a:t>
            </a:r>
            <a:endPar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42" name="テキスト ボックス 41">
            <a:extLst>
              <a:ext uri="{FF2B5EF4-FFF2-40B4-BE49-F238E27FC236}">
                <a16:creationId xmlns:a16="http://schemas.microsoft.com/office/drawing/2014/main" id="{36F95053-CDE4-C9D9-624D-59EB90672621}"/>
              </a:ext>
            </a:extLst>
          </p:cNvPr>
          <p:cNvSpPr txBox="1"/>
          <p:nvPr/>
        </p:nvSpPr>
        <p:spPr>
          <a:xfrm>
            <a:off x="360000" y="5576419"/>
            <a:ext cx="2342560" cy="215444"/>
          </a:xfrm>
          <a:prstGeom prst="rect">
            <a:avLst/>
          </a:prstGeom>
          <a:noFill/>
        </p:spPr>
        <p:txBody>
          <a:bodyPr wrap="square" lIns="0" tIns="0" rIns="0" bIns="0" rtlCol="0" anchor="t" anchorCtr="0">
            <a:spAutoFit/>
          </a:bodyPr>
          <a:lstStyle/>
          <a:p>
            <a:pPr marL="285750" indent="-285750" algn="l">
              <a:buFont typeface="Wingdings" panose="05000000000000000000" pitchFamily="2" charset="2"/>
              <a:buChar char="n"/>
            </a:pPr>
            <a:r>
              <a:rPr lang="ja-JP" altLang="en-US" sz="1400" dirty="0">
                <a:latin typeface="BIZ UDPゴシック" panose="020B0400000000000000" pitchFamily="50" charset="-128"/>
                <a:ea typeface="BIZ UDPゴシック" panose="020B0400000000000000" pitchFamily="50" charset="-128"/>
              </a:rPr>
              <a:t>優秀な人材の不足</a:t>
            </a:r>
            <a:endParaRPr lang="en-US" altLang="ja-JP" sz="1400" dirty="0">
              <a:latin typeface="BIZ UDPゴシック" panose="020B0400000000000000" pitchFamily="50" charset="-128"/>
              <a:ea typeface="BIZ UDPゴシック" panose="020B0400000000000000" pitchFamily="50" charset="-128"/>
            </a:endParaRPr>
          </a:p>
        </p:txBody>
      </p:sp>
      <p:sp>
        <p:nvSpPr>
          <p:cNvPr id="43" name="テキスト ボックス 42">
            <a:extLst>
              <a:ext uri="{FF2B5EF4-FFF2-40B4-BE49-F238E27FC236}">
                <a16:creationId xmlns:a16="http://schemas.microsoft.com/office/drawing/2014/main" id="{B2DF1DDB-DCF0-A01A-4207-D8E30C10CBCF}"/>
              </a:ext>
            </a:extLst>
          </p:cNvPr>
          <p:cNvSpPr txBox="1"/>
          <p:nvPr/>
        </p:nvSpPr>
        <p:spPr>
          <a:xfrm>
            <a:off x="2990954" y="5576419"/>
            <a:ext cx="5404900" cy="646331"/>
          </a:xfrm>
          <a:prstGeom prst="rect">
            <a:avLst/>
          </a:prstGeom>
          <a:noFill/>
        </p:spPr>
        <p:txBody>
          <a:bodyPr wrap="square" lIns="0" tIns="0" rIns="0" bIns="0" rtlCol="0" anchor="t" anchorCtr="0">
            <a:spAutoFit/>
          </a:bodyPr>
          <a:lstStyle/>
          <a:p>
            <a:pPr algn="l"/>
            <a:r>
              <a:rPr kumimoji="1" lang="ja-JP" altLang="en-US" sz="1400" dirty="0">
                <a:latin typeface="BIZ UDPゴシック" panose="020B0400000000000000" pitchFamily="50" charset="-128"/>
                <a:ea typeface="BIZ UDPゴシック" panose="020B0400000000000000" pitchFamily="50" charset="-128"/>
              </a:rPr>
              <a:t>新規立地先に製品製造を行える人材プールが必要</a:t>
            </a:r>
            <a:endParaRPr kumimoji="1" lang="en-US" altLang="ja-JP" sz="1400" dirty="0">
              <a:latin typeface="BIZ UDPゴシック" panose="020B0400000000000000" pitchFamily="50" charset="-128"/>
              <a:ea typeface="BIZ UDPゴシック" panose="020B0400000000000000" pitchFamily="50" charset="-128"/>
            </a:endParaRPr>
          </a:p>
          <a:p>
            <a:pPr marL="182563" lvl="1" indent="-182563">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日本には洋上風力発電慮の設備建設・維持のできる人材が少ない。人材育成制度も途上の印象</a:t>
            </a:r>
            <a:endParaRPr kumimoji="1" lang="en-US" altLang="ja-JP" sz="1400" dirty="0">
              <a:latin typeface="BIZ UDPゴシック" panose="020B0400000000000000" pitchFamily="50" charset="-128"/>
              <a:ea typeface="BIZ UDPゴシック" panose="020B0400000000000000" pitchFamily="50" charset="-128"/>
            </a:endParaRPr>
          </a:p>
        </p:txBody>
      </p:sp>
      <p:sp>
        <p:nvSpPr>
          <p:cNvPr id="45" name="楕円 44">
            <a:extLst>
              <a:ext uri="{FF2B5EF4-FFF2-40B4-BE49-F238E27FC236}">
                <a16:creationId xmlns:a16="http://schemas.microsoft.com/office/drawing/2014/main" id="{E08ED61D-CF7A-07AA-67A9-BF872207A972}"/>
              </a:ext>
            </a:extLst>
          </p:cNvPr>
          <p:cNvSpPr/>
          <p:nvPr/>
        </p:nvSpPr>
        <p:spPr>
          <a:xfrm>
            <a:off x="8973311" y="5696736"/>
            <a:ext cx="325282" cy="310112"/>
          </a:xfrm>
          <a:prstGeom prst="ellipse">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lang="ja-JP" altLang="en-US" sz="1400">
                <a:solidFill>
                  <a:schemeClr val="tx1">
                    <a:lumMod val="75000"/>
                    <a:lumOff val="25000"/>
                  </a:schemeClr>
                </a:solidFill>
                <a:latin typeface="BIZ UDPゴシック" panose="020B0400000000000000" pitchFamily="50" charset="-128"/>
                <a:ea typeface="BIZ UDPゴシック" panose="020B0400000000000000" pitchFamily="50" charset="-128"/>
              </a:rPr>
              <a:t>✓</a:t>
            </a:r>
            <a:endPar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50" name="テキスト ボックス 49">
            <a:extLst>
              <a:ext uri="{FF2B5EF4-FFF2-40B4-BE49-F238E27FC236}">
                <a16:creationId xmlns:a16="http://schemas.microsoft.com/office/drawing/2014/main" id="{06DD1EAB-8242-3363-1D1A-3DF4B0D2F148}"/>
              </a:ext>
            </a:extLst>
          </p:cNvPr>
          <p:cNvSpPr txBox="1"/>
          <p:nvPr/>
        </p:nvSpPr>
        <p:spPr>
          <a:xfrm>
            <a:off x="3444240" y="-802640"/>
            <a:ext cx="914400" cy="914400"/>
          </a:xfrm>
          <a:prstGeom prst="rect">
            <a:avLst/>
          </a:prstGeom>
          <a:noFill/>
        </p:spPr>
        <p:txBody>
          <a:bodyPr wrap="none" lIns="0" tIns="0" rIns="0" bIns="0" rtlCol="0" anchor="t" anchorCtr="0">
            <a:noAutofit/>
          </a:bodyPr>
          <a:lstStyle/>
          <a:p>
            <a:pPr marL="285750" indent="-198438" algn="l">
              <a:buFont typeface="Arial" panose="020B0604020202020204" pitchFamily="34" charset="0"/>
              <a:buChar char="•"/>
            </a:pPr>
            <a:endParaRPr kumimoji="1" lang="ja-JP" altLang="en-US" sz="140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64696205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E491B7-4459-41BE-51B4-4472BD4C9845}"/>
              </a:ext>
            </a:extLst>
          </p:cNvPr>
          <p:cNvSpPr>
            <a:spLocks noGrp="1"/>
          </p:cNvSpPr>
          <p:nvPr>
            <p:ph type="title"/>
          </p:nvPr>
        </p:nvSpPr>
        <p:spPr/>
        <p:txBody>
          <a:bodyPr/>
          <a:lstStyle/>
          <a:p>
            <a:r>
              <a:rPr lang="ja-JP" altLang="en-US" dirty="0"/>
              <a:t>オンライン化の機運醸成に向けた取り組み案</a:t>
            </a:r>
            <a:endParaRPr kumimoji="1" lang="ja-JP" altLang="en-US" dirty="0"/>
          </a:p>
        </p:txBody>
      </p:sp>
      <p:sp>
        <p:nvSpPr>
          <p:cNvPr id="3" name="フッター プレースホルダー 2">
            <a:extLst>
              <a:ext uri="{FF2B5EF4-FFF2-40B4-BE49-F238E27FC236}">
                <a16:creationId xmlns:a16="http://schemas.microsoft.com/office/drawing/2014/main" id="{B030F6AD-CBBF-0795-F289-0F4BF8B71EFD}"/>
              </a:ext>
            </a:extLst>
          </p:cNvPr>
          <p:cNvSpPr>
            <a:spLocks noGrp="1"/>
          </p:cNvSpPr>
          <p:nvPr>
            <p:ph type="ftr" sz="quarter" idx="11"/>
          </p:nvPr>
        </p:nvSpPr>
        <p:spPr/>
        <p:txBody>
          <a:bodyPr/>
          <a:lstStyle/>
          <a:p>
            <a:r>
              <a:rPr lang="ja-JP" altLang="en-US"/>
              <a:t>出所：</a:t>
            </a:r>
            <a:endParaRPr lang="ja-JP" altLang="en-US" sz="900" dirty="0"/>
          </a:p>
        </p:txBody>
      </p:sp>
      <p:sp>
        <p:nvSpPr>
          <p:cNvPr id="4" name="スライド番号プレースホルダー 3">
            <a:extLst>
              <a:ext uri="{FF2B5EF4-FFF2-40B4-BE49-F238E27FC236}">
                <a16:creationId xmlns:a16="http://schemas.microsoft.com/office/drawing/2014/main" id="{7C7FFCE5-B275-05DE-3FCD-B7894CD0B49A}"/>
              </a:ext>
            </a:extLst>
          </p:cNvPr>
          <p:cNvSpPr>
            <a:spLocks noGrp="1"/>
          </p:cNvSpPr>
          <p:nvPr>
            <p:ph type="sldNum" sz="quarter" idx="12"/>
          </p:nvPr>
        </p:nvSpPr>
        <p:spPr/>
        <p:txBody>
          <a:bodyPr/>
          <a:lstStyle/>
          <a:p>
            <a:fld id="{DCB5AA93-092B-49A1-87A7-3C88D5F38AD7}" type="slidenum">
              <a:rPr lang="ja-JP" altLang="en-US" smtClean="0"/>
              <a:pPr/>
              <a:t>44</a:t>
            </a:fld>
            <a:endParaRPr lang="ja-JP" altLang="en-US" sz="900" dirty="0"/>
          </a:p>
        </p:txBody>
      </p:sp>
      <p:sp>
        <p:nvSpPr>
          <p:cNvPr id="5" name="テキスト プレースホルダー 4">
            <a:extLst>
              <a:ext uri="{FF2B5EF4-FFF2-40B4-BE49-F238E27FC236}">
                <a16:creationId xmlns:a16="http://schemas.microsoft.com/office/drawing/2014/main" id="{A44D2D2A-9C62-5666-AB4F-8ABA0DEB052A}"/>
              </a:ext>
            </a:extLst>
          </p:cNvPr>
          <p:cNvSpPr>
            <a:spLocks noGrp="1"/>
          </p:cNvSpPr>
          <p:nvPr>
            <p:ph type="body" sz="quarter" idx="13"/>
          </p:nvPr>
        </p:nvSpPr>
        <p:spPr/>
        <p:txBody>
          <a:bodyPr/>
          <a:lstStyle/>
          <a:p>
            <a:endParaRPr kumimoji="1" lang="ja-JP" altLang="en-US"/>
          </a:p>
        </p:txBody>
      </p:sp>
      <p:sp>
        <p:nvSpPr>
          <p:cNvPr id="6" name="吹き出し: 四角形 5">
            <a:extLst>
              <a:ext uri="{FF2B5EF4-FFF2-40B4-BE49-F238E27FC236}">
                <a16:creationId xmlns:a16="http://schemas.microsoft.com/office/drawing/2014/main" id="{7BC10400-6AD1-12EB-C59E-0C784E6F90C8}"/>
              </a:ext>
            </a:extLst>
          </p:cNvPr>
          <p:cNvSpPr/>
          <p:nvPr/>
        </p:nvSpPr>
        <p:spPr>
          <a:xfrm>
            <a:off x="360000" y="1628775"/>
            <a:ext cx="2824927" cy="759370"/>
          </a:xfrm>
          <a:prstGeom prst="wedgeRectCallout">
            <a:avLst>
              <a:gd name="adj1" fmla="val 57364"/>
              <a:gd name="adj2" fmla="val -5343"/>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t" anchorCtr="0"/>
          <a:lstStyle/>
          <a:p>
            <a:pPr algn="l"/>
            <a:r>
              <a:rPr kumimoji="1" lang="ja-JP" altLang="en-US" sz="1200" dirty="0">
                <a:solidFill>
                  <a:schemeClr val="tx1"/>
                </a:solidFill>
                <a:latin typeface="BIZ UDPゴシック" panose="020B0400000000000000" pitchFamily="50" charset="-128"/>
                <a:ea typeface="BIZ UDPゴシック" panose="020B0400000000000000" pitchFamily="50" charset="-128"/>
              </a:rPr>
              <a:t>ブロック会議を通じて最新状況を引き続き共有してほしい</a:t>
            </a:r>
          </a:p>
        </p:txBody>
      </p:sp>
      <p:cxnSp>
        <p:nvCxnSpPr>
          <p:cNvPr id="7" name="直線コネクタ 6">
            <a:extLst>
              <a:ext uri="{FF2B5EF4-FFF2-40B4-BE49-F238E27FC236}">
                <a16:creationId xmlns:a16="http://schemas.microsoft.com/office/drawing/2014/main" id="{39A6BC5C-6E09-86DF-97B5-C70B374E5296}"/>
              </a:ext>
            </a:extLst>
          </p:cNvPr>
          <p:cNvCxnSpPr>
            <a:cxnSpLocks/>
          </p:cNvCxnSpPr>
          <p:nvPr/>
        </p:nvCxnSpPr>
        <p:spPr>
          <a:xfrm flipV="1">
            <a:off x="360000" y="1526193"/>
            <a:ext cx="2663424" cy="520"/>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8" name="テキスト ボックス 7">
            <a:extLst>
              <a:ext uri="{FF2B5EF4-FFF2-40B4-BE49-F238E27FC236}">
                <a16:creationId xmlns:a16="http://schemas.microsoft.com/office/drawing/2014/main" id="{DDDED1C6-2690-2CAE-8370-1B33AA072A0A}"/>
              </a:ext>
            </a:extLst>
          </p:cNvPr>
          <p:cNvSpPr txBox="1"/>
          <p:nvPr/>
        </p:nvSpPr>
        <p:spPr>
          <a:xfrm>
            <a:off x="1540592" y="1260000"/>
            <a:ext cx="359073" cy="215444"/>
          </a:xfrm>
          <a:prstGeom prst="rect">
            <a:avLst/>
          </a:prstGeom>
          <a:solidFill>
            <a:schemeClr val="bg1"/>
          </a:solidFill>
        </p:spPr>
        <p:txBody>
          <a:bodyPr wrap="none" lIns="0" tIns="0" rIns="0" bIns="0" rtlCol="0" anchor="t" anchorCtr="0">
            <a:spAutoFit/>
          </a:bodyPr>
          <a:lstStyle/>
          <a:p>
            <a:pPr algn="l"/>
            <a:r>
              <a:rPr lang="ja-JP" altLang="en-US" sz="1400" dirty="0">
                <a:latin typeface="BIZ UDPゴシック" panose="020B0400000000000000" pitchFamily="50" charset="-128"/>
                <a:ea typeface="BIZ UDPゴシック" panose="020B0400000000000000" pitchFamily="50" charset="-128"/>
              </a:rPr>
              <a:t>意見</a:t>
            </a:r>
            <a:endParaRPr kumimoji="1" lang="ja-JP" altLang="en-US" sz="1400" dirty="0">
              <a:latin typeface="BIZ UDPゴシック" panose="020B0400000000000000" pitchFamily="50" charset="-128"/>
              <a:ea typeface="BIZ UDPゴシック" panose="020B0400000000000000" pitchFamily="50" charset="-128"/>
            </a:endParaRPr>
          </a:p>
        </p:txBody>
      </p:sp>
      <p:cxnSp>
        <p:nvCxnSpPr>
          <p:cNvPr id="9" name="直線コネクタ 8">
            <a:extLst>
              <a:ext uri="{FF2B5EF4-FFF2-40B4-BE49-F238E27FC236}">
                <a16:creationId xmlns:a16="http://schemas.microsoft.com/office/drawing/2014/main" id="{D6DF8CD0-9567-277D-9A05-961268506FEF}"/>
              </a:ext>
            </a:extLst>
          </p:cNvPr>
          <p:cNvCxnSpPr>
            <a:cxnSpLocks/>
          </p:cNvCxnSpPr>
          <p:nvPr/>
        </p:nvCxnSpPr>
        <p:spPr>
          <a:xfrm>
            <a:off x="4437611" y="1526193"/>
            <a:ext cx="3584171" cy="0"/>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10" name="テキスト ボックス 9">
            <a:extLst>
              <a:ext uri="{FF2B5EF4-FFF2-40B4-BE49-F238E27FC236}">
                <a16:creationId xmlns:a16="http://schemas.microsoft.com/office/drawing/2014/main" id="{B4887BD1-D83B-2743-3CB6-269B0765C34C}"/>
              </a:ext>
            </a:extLst>
          </p:cNvPr>
          <p:cNvSpPr txBox="1"/>
          <p:nvPr/>
        </p:nvSpPr>
        <p:spPr>
          <a:xfrm>
            <a:off x="5840335" y="1260000"/>
            <a:ext cx="597921" cy="215444"/>
          </a:xfrm>
          <a:prstGeom prst="rect">
            <a:avLst/>
          </a:prstGeom>
          <a:solidFill>
            <a:schemeClr val="bg1"/>
          </a:solidFill>
        </p:spPr>
        <p:txBody>
          <a:bodyPr wrap="none" lIns="0" tIns="0" rIns="0" bIns="0" rtlCol="0" anchor="t" anchorCtr="0">
            <a:spAutoFit/>
          </a:bodyPr>
          <a:lstStyle/>
          <a:p>
            <a:pPr algn="l"/>
            <a:r>
              <a:rPr kumimoji="1" lang="ja-JP" altLang="en-US" sz="1400" dirty="0">
                <a:latin typeface="BIZ UDPゴシック" panose="020B0400000000000000" pitchFamily="50" charset="-128"/>
                <a:ea typeface="BIZ UDPゴシック" panose="020B0400000000000000" pitchFamily="50" charset="-128"/>
              </a:rPr>
              <a:t> 取組案</a:t>
            </a:r>
          </a:p>
        </p:txBody>
      </p:sp>
      <p:cxnSp>
        <p:nvCxnSpPr>
          <p:cNvPr id="11" name="直線コネクタ 10">
            <a:extLst>
              <a:ext uri="{FF2B5EF4-FFF2-40B4-BE49-F238E27FC236}">
                <a16:creationId xmlns:a16="http://schemas.microsoft.com/office/drawing/2014/main" id="{AE870744-8D99-2A93-9B36-990C11AC120D}"/>
              </a:ext>
            </a:extLst>
          </p:cNvPr>
          <p:cNvCxnSpPr>
            <a:cxnSpLocks/>
          </p:cNvCxnSpPr>
          <p:nvPr/>
        </p:nvCxnSpPr>
        <p:spPr>
          <a:xfrm>
            <a:off x="8234960" y="1526193"/>
            <a:ext cx="3549056" cy="0"/>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12" name="テキスト ボックス 11">
            <a:extLst>
              <a:ext uri="{FF2B5EF4-FFF2-40B4-BE49-F238E27FC236}">
                <a16:creationId xmlns:a16="http://schemas.microsoft.com/office/drawing/2014/main" id="{8AF9559D-72B8-8D18-F2EA-0765630A0A4C}"/>
              </a:ext>
            </a:extLst>
          </p:cNvPr>
          <p:cNvSpPr txBox="1"/>
          <p:nvPr/>
        </p:nvSpPr>
        <p:spPr>
          <a:xfrm>
            <a:off x="9968798" y="1260000"/>
            <a:ext cx="359073" cy="215444"/>
          </a:xfrm>
          <a:prstGeom prst="rect">
            <a:avLst/>
          </a:prstGeom>
          <a:solidFill>
            <a:schemeClr val="bg1"/>
          </a:solidFill>
        </p:spPr>
        <p:txBody>
          <a:bodyPr wrap="none" lIns="0" tIns="0" rIns="0" bIns="0" rtlCol="0" anchor="t" anchorCtr="0">
            <a:spAutoFit/>
          </a:bodyPr>
          <a:lstStyle/>
          <a:p>
            <a:pPr algn="l"/>
            <a:r>
              <a:rPr kumimoji="1" lang="ja-JP" altLang="en-US" sz="1400" dirty="0">
                <a:latin typeface="BIZ UDPゴシック" panose="020B0400000000000000" pitchFamily="50" charset="-128"/>
                <a:ea typeface="BIZ UDPゴシック" panose="020B0400000000000000" pitchFamily="50" charset="-128"/>
              </a:rPr>
              <a:t>内容</a:t>
            </a:r>
          </a:p>
        </p:txBody>
      </p:sp>
      <p:sp>
        <p:nvSpPr>
          <p:cNvPr id="13" name="矢印: 右 12">
            <a:extLst>
              <a:ext uri="{FF2B5EF4-FFF2-40B4-BE49-F238E27FC236}">
                <a16:creationId xmlns:a16="http://schemas.microsoft.com/office/drawing/2014/main" id="{A9D8A05B-B84B-5316-BF5F-0882D4344D23}"/>
              </a:ext>
            </a:extLst>
          </p:cNvPr>
          <p:cNvSpPr/>
          <p:nvPr/>
        </p:nvSpPr>
        <p:spPr>
          <a:xfrm>
            <a:off x="4018584" y="1844851"/>
            <a:ext cx="270831" cy="327209"/>
          </a:xfrm>
          <a:prstGeom prst="rightArrow">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l"/>
            <a:endParaRPr kumimoji="1" lang="ja-JP" altLang="en-US" sz="1400" dirty="0">
              <a:solidFill>
                <a:schemeClr val="tx1"/>
              </a:solidFill>
              <a:latin typeface="BIZ UDPゴシック" panose="020B0400000000000000" pitchFamily="50" charset="-128"/>
              <a:ea typeface="BIZ UDPゴシック" panose="020B0400000000000000" pitchFamily="50" charset="-128"/>
            </a:endParaRPr>
          </a:p>
        </p:txBody>
      </p:sp>
      <p:sp>
        <p:nvSpPr>
          <p:cNvPr id="14" name="テキスト ボックス 13">
            <a:extLst>
              <a:ext uri="{FF2B5EF4-FFF2-40B4-BE49-F238E27FC236}">
                <a16:creationId xmlns:a16="http://schemas.microsoft.com/office/drawing/2014/main" id="{1ACC5CA0-8E5E-45CC-7CA8-0D855A874AD2}"/>
              </a:ext>
            </a:extLst>
          </p:cNvPr>
          <p:cNvSpPr txBox="1"/>
          <p:nvPr/>
        </p:nvSpPr>
        <p:spPr>
          <a:xfrm>
            <a:off x="4437610" y="1628774"/>
            <a:ext cx="3584171" cy="759366"/>
          </a:xfrm>
          <a:prstGeom prst="rect">
            <a:avLst/>
          </a:prstGeom>
          <a:solidFill>
            <a:schemeClr val="tx2">
              <a:lumMod val="25000"/>
              <a:lumOff val="75000"/>
            </a:schemeClr>
          </a:solidFill>
        </p:spPr>
        <p:txBody>
          <a:bodyPr wrap="square" lIns="0" tIns="0" rIns="0" bIns="0" rtlCol="0" anchor="t" anchorCtr="0">
            <a:noAutofit/>
          </a:bodyPr>
          <a:lstStyle/>
          <a:p>
            <a:pPr marL="182563" indent="-182563" algn="l">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ブロック会議、疑似体験への参加</a:t>
            </a:r>
          </a:p>
        </p:txBody>
      </p:sp>
      <p:sp>
        <p:nvSpPr>
          <p:cNvPr id="15" name="テキスト ボックス 14">
            <a:extLst>
              <a:ext uri="{FF2B5EF4-FFF2-40B4-BE49-F238E27FC236}">
                <a16:creationId xmlns:a16="http://schemas.microsoft.com/office/drawing/2014/main" id="{3891C118-22AC-3B9C-BAFF-3C6323E98B30}"/>
              </a:ext>
            </a:extLst>
          </p:cNvPr>
          <p:cNvSpPr txBox="1"/>
          <p:nvPr/>
        </p:nvSpPr>
        <p:spPr>
          <a:xfrm>
            <a:off x="8229600" y="1628774"/>
            <a:ext cx="3658867" cy="759365"/>
          </a:xfrm>
          <a:prstGeom prst="rect">
            <a:avLst/>
          </a:prstGeom>
          <a:noFill/>
        </p:spPr>
        <p:txBody>
          <a:bodyPr wrap="square" lIns="0" tIns="0" rIns="0" bIns="0" rtlCol="0" anchor="t" anchorCtr="0">
            <a:noAutofit/>
          </a:bodyPr>
          <a:lstStyle/>
          <a:p>
            <a:pPr algn="l"/>
            <a:r>
              <a:rPr kumimoji="1" lang="ja-JP" altLang="en-US" sz="1200" dirty="0">
                <a:latin typeface="BIZ UDPゴシック" panose="020B0400000000000000" pitchFamily="50" charset="-128"/>
                <a:ea typeface="BIZ UDPゴシック" panose="020B0400000000000000" pitchFamily="50" charset="-128"/>
              </a:rPr>
              <a:t>次年度以降も継続して実施するブロック会議や疑似体験をよびかける。またブロック会議内で自治体にパネルディスカッションに登壇してもらい、課題の共有とその対処方針を全体に共有する。</a:t>
            </a:r>
          </a:p>
        </p:txBody>
      </p:sp>
      <p:pic>
        <p:nvPicPr>
          <p:cNvPr id="16" name="グラフィックス 15" descr="男子生徒 枠線">
            <a:extLst>
              <a:ext uri="{FF2B5EF4-FFF2-40B4-BE49-F238E27FC236}">
                <a16:creationId xmlns:a16="http://schemas.microsoft.com/office/drawing/2014/main" id="{71EF6DF0-04FF-29B2-357C-AD55C7D4D6F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333122" y="1733203"/>
            <a:ext cx="654936" cy="654936"/>
          </a:xfrm>
          <a:prstGeom prst="rect">
            <a:avLst/>
          </a:prstGeom>
        </p:spPr>
      </p:pic>
      <p:sp>
        <p:nvSpPr>
          <p:cNvPr id="17" name="吹き出し: 四角形 16">
            <a:extLst>
              <a:ext uri="{FF2B5EF4-FFF2-40B4-BE49-F238E27FC236}">
                <a16:creationId xmlns:a16="http://schemas.microsoft.com/office/drawing/2014/main" id="{9C5BFF3A-1C40-287B-A099-032673074540}"/>
              </a:ext>
            </a:extLst>
          </p:cNvPr>
          <p:cNvSpPr/>
          <p:nvPr/>
        </p:nvSpPr>
        <p:spPr>
          <a:xfrm>
            <a:off x="360000" y="2497343"/>
            <a:ext cx="2824927" cy="759370"/>
          </a:xfrm>
          <a:prstGeom prst="wedgeRectCallout">
            <a:avLst>
              <a:gd name="adj1" fmla="val 57364"/>
              <a:gd name="adj2" fmla="val -5343"/>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t" anchorCtr="0"/>
          <a:lstStyle/>
          <a:p>
            <a:pPr algn="l"/>
            <a:r>
              <a:rPr kumimoji="1" lang="ja-JP" altLang="en-US" sz="1200" dirty="0">
                <a:solidFill>
                  <a:schemeClr val="tx1"/>
                </a:solidFill>
                <a:latin typeface="BIZ UDPゴシック" panose="020B0400000000000000" pitchFamily="50" charset="-128"/>
                <a:ea typeface="BIZ UDPゴシック" panose="020B0400000000000000" pitchFamily="50" charset="-128"/>
              </a:rPr>
              <a:t>ブロック会議を通じて最新状況を引き続き共有してほしい</a:t>
            </a:r>
          </a:p>
        </p:txBody>
      </p:sp>
      <p:sp>
        <p:nvSpPr>
          <p:cNvPr id="18" name="矢印: 右 17">
            <a:extLst>
              <a:ext uri="{FF2B5EF4-FFF2-40B4-BE49-F238E27FC236}">
                <a16:creationId xmlns:a16="http://schemas.microsoft.com/office/drawing/2014/main" id="{CFEA1004-92E8-5ACE-99F7-D8C015FC143A}"/>
              </a:ext>
            </a:extLst>
          </p:cNvPr>
          <p:cNvSpPr/>
          <p:nvPr/>
        </p:nvSpPr>
        <p:spPr>
          <a:xfrm>
            <a:off x="4018584" y="2713419"/>
            <a:ext cx="270831" cy="327209"/>
          </a:xfrm>
          <a:prstGeom prst="rightArrow">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l"/>
            <a:endParaRPr kumimoji="1" lang="ja-JP" altLang="en-US" sz="1400" dirty="0">
              <a:solidFill>
                <a:schemeClr val="tx1"/>
              </a:solidFill>
              <a:latin typeface="BIZ UDPゴシック" panose="020B0400000000000000" pitchFamily="50" charset="-128"/>
              <a:ea typeface="BIZ UDPゴシック" panose="020B0400000000000000" pitchFamily="50" charset="-128"/>
            </a:endParaRPr>
          </a:p>
        </p:txBody>
      </p:sp>
      <p:sp>
        <p:nvSpPr>
          <p:cNvPr id="19" name="テキスト ボックス 18">
            <a:extLst>
              <a:ext uri="{FF2B5EF4-FFF2-40B4-BE49-F238E27FC236}">
                <a16:creationId xmlns:a16="http://schemas.microsoft.com/office/drawing/2014/main" id="{C391A300-F11B-92A0-F84A-DEC9C71EA42A}"/>
              </a:ext>
            </a:extLst>
          </p:cNvPr>
          <p:cNvSpPr txBox="1"/>
          <p:nvPr/>
        </p:nvSpPr>
        <p:spPr>
          <a:xfrm>
            <a:off x="4437610" y="2497342"/>
            <a:ext cx="3584171" cy="759366"/>
          </a:xfrm>
          <a:prstGeom prst="rect">
            <a:avLst/>
          </a:prstGeom>
          <a:solidFill>
            <a:schemeClr val="tx2">
              <a:lumMod val="25000"/>
              <a:lumOff val="75000"/>
            </a:schemeClr>
          </a:solidFill>
        </p:spPr>
        <p:txBody>
          <a:bodyPr wrap="square" lIns="0" tIns="0" rIns="0" bIns="0" rtlCol="0" anchor="t" anchorCtr="0">
            <a:noAutofit/>
          </a:bodyPr>
          <a:lstStyle/>
          <a:p>
            <a:pPr marL="182563" indent="-182563" algn="l">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ブロック会議、疑似体験への参加</a:t>
            </a:r>
          </a:p>
        </p:txBody>
      </p:sp>
      <p:sp>
        <p:nvSpPr>
          <p:cNvPr id="20" name="テキスト ボックス 19">
            <a:extLst>
              <a:ext uri="{FF2B5EF4-FFF2-40B4-BE49-F238E27FC236}">
                <a16:creationId xmlns:a16="http://schemas.microsoft.com/office/drawing/2014/main" id="{59B230E7-00FC-10CC-CD34-34B4A8A2CF50}"/>
              </a:ext>
            </a:extLst>
          </p:cNvPr>
          <p:cNvSpPr txBox="1"/>
          <p:nvPr/>
        </p:nvSpPr>
        <p:spPr>
          <a:xfrm>
            <a:off x="8229600" y="2497342"/>
            <a:ext cx="3658867" cy="759365"/>
          </a:xfrm>
          <a:prstGeom prst="rect">
            <a:avLst/>
          </a:prstGeom>
          <a:noFill/>
        </p:spPr>
        <p:txBody>
          <a:bodyPr wrap="square" lIns="0" tIns="0" rIns="0" bIns="0" rtlCol="0" anchor="t" anchorCtr="0">
            <a:noAutofit/>
          </a:bodyPr>
          <a:lstStyle/>
          <a:p>
            <a:pPr algn="l"/>
            <a:r>
              <a:rPr kumimoji="1" lang="ja-JP" altLang="en-US" sz="1200" dirty="0">
                <a:latin typeface="BIZ UDPゴシック" panose="020B0400000000000000" pitchFamily="50" charset="-128"/>
                <a:ea typeface="BIZ UDPゴシック" panose="020B0400000000000000" pitchFamily="50" charset="-128"/>
              </a:rPr>
              <a:t>次年度以降も継続して実施するブロック会議や疑似体験をよびかける。またブロック会議内で自治体にパネルディスカッションに登壇してもらい、課題の共有とその対処方針を全体に共有する。</a:t>
            </a:r>
          </a:p>
        </p:txBody>
      </p:sp>
      <p:pic>
        <p:nvPicPr>
          <p:cNvPr id="21" name="グラフィックス 20" descr="男子生徒 枠線">
            <a:extLst>
              <a:ext uri="{FF2B5EF4-FFF2-40B4-BE49-F238E27FC236}">
                <a16:creationId xmlns:a16="http://schemas.microsoft.com/office/drawing/2014/main" id="{B3AE51EA-3DBF-DED5-869A-C1E759A2A0B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333122" y="2601771"/>
            <a:ext cx="654936" cy="654936"/>
          </a:xfrm>
          <a:prstGeom prst="rect">
            <a:avLst/>
          </a:prstGeom>
        </p:spPr>
      </p:pic>
      <p:sp>
        <p:nvSpPr>
          <p:cNvPr id="22" name="吹き出し: 四角形 21">
            <a:extLst>
              <a:ext uri="{FF2B5EF4-FFF2-40B4-BE49-F238E27FC236}">
                <a16:creationId xmlns:a16="http://schemas.microsoft.com/office/drawing/2014/main" id="{E943B0F0-FC52-DFFC-1B67-8B71549196E6}"/>
              </a:ext>
            </a:extLst>
          </p:cNvPr>
          <p:cNvSpPr/>
          <p:nvPr/>
        </p:nvSpPr>
        <p:spPr>
          <a:xfrm>
            <a:off x="360000" y="3358731"/>
            <a:ext cx="2824927" cy="759370"/>
          </a:xfrm>
          <a:prstGeom prst="wedgeRectCallout">
            <a:avLst>
              <a:gd name="adj1" fmla="val 57364"/>
              <a:gd name="adj2" fmla="val -5343"/>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t" anchorCtr="0"/>
          <a:lstStyle/>
          <a:p>
            <a:pPr algn="l"/>
            <a:r>
              <a:rPr kumimoji="1" lang="ja-JP" altLang="en-US" sz="1200" dirty="0">
                <a:solidFill>
                  <a:schemeClr val="tx1"/>
                </a:solidFill>
                <a:latin typeface="BIZ UDPゴシック" panose="020B0400000000000000" pitchFamily="50" charset="-128"/>
                <a:ea typeface="BIZ UDPゴシック" panose="020B0400000000000000" pitchFamily="50" charset="-128"/>
              </a:rPr>
              <a:t>ブロック会議を通じて最新状況を引き続き共有してほしい</a:t>
            </a:r>
          </a:p>
        </p:txBody>
      </p:sp>
      <p:sp>
        <p:nvSpPr>
          <p:cNvPr id="23" name="矢印: 右 22">
            <a:extLst>
              <a:ext uri="{FF2B5EF4-FFF2-40B4-BE49-F238E27FC236}">
                <a16:creationId xmlns:a16="http://schemas.microsoft.com/office/drawing/2014/main" id="{48A630A3-6B3C-DB91-F525-9E934E6C917D}"/>
              </a:ext>
            </a:extLst>
          </p:cNvPr>
          <p:cNvSpPr/>
          <p:nvPr/>
        </p:nvSpPr>
        <p:spPr>
          <a:xfrm>
            <a:off x="4018584" y="3574807"/>
            <a:ext cx="270831" cy="327209"/>
          </a:xfrm>
          <a:prstGeom prst="rightArrow">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l"/>
            <a:endParaRPr kumimoji="1" lang="ja-JP" altLang="en-US" sz="1400" dirty="0">
              <a:solidFill>
                <a:schemeClr val="tx1"/>
              </a:solidFill>
              <a:latin typeface="BIZ UDPゴシック" panose="020B0400000000000000" pitchFamily="50" charset="-128"/>
              <a:ea typeface="BIZ UDPゴシック" panose="020B0400000000000000" pitchFamily="50" charset="-128"/>
            </a:endParaRPr>
          </a:p>
        </p:txBody>
      </p:sp>
      <p:sp>
        <p:nvSpPr>
          <p:cNvPr id="24" name="テキスト ボックス 23">
            <a:extLst>
              <a:ext uri="{FF2B5EF4-FFF2-40B4-BE49-F238E27FC236}">
                <a16:creationId xmlns:a16="http://schemas.microsoft.com/office/drawing/2014/main" id="{26D6B1C3-2490-5C9D-E2A3-7D0171CC4124}"/>
              </a:ext>
            </a:extLst>
          </p:cNvPr>
          <p:cNvSpPr txBox="1"/>
          <p:nvPr/>
        </p:nvSpPr>
        <p:spPr>
          <a:xfrm>
            <a:off x="4437610" y="3358730"/>
            <a:ext cx="3584171" cy="759366"/>
          </a:xfrm>
          <a:prstGeom prst="rect">
            <a:avLst/>
          </a:prstGeom>
          <a:solidFill>
            <a:schemeClr val="tx2">
              <a:lumMod val="25000"/>
              <a:lumOff val="75000"/>
            </a:schemeClr>
          </a:solidFill>
        </p:spPr>
        <p:txBody>
          <a:bodyPr wrap="square" lIns="0" tIns="0" rIns="0" bIns="0" rtlCol="0" anchor="t" anchorCtr="0">
            <a:noAutofit/>
          </a:bodyPr>
          <a:lstStyle/>
          <a:p>
            <a:pPr marL="182563" indent="-182563" algn="l">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ブロック会議、疑似体験への参加</a:t>
            </a:r>
          </a:p>
        </p:txBody>
      </p:sp>
      <p:sp>
        <p:nvSpPr>
          <p:cNvPr id="25" name="テキスト ボックス 24">
            <a:extLst>
              <a:ext uri="{FF2B5EF4-FFF2-40B4-BE49-F238E27FC236}">
                <a16:creationId xmlns:a16="http://schemas.microsoft.com/office/drawing/2014/main" id="{31C5DE2C-BF5D-D694-17C1-F6C9CA11F7D0}"/>
              </a:ext>
            </a:extLst>
          </p:cNvPr>
          <p:cNvSpPr txBox="1"/>
          <p:nvPr/>
        </p:nvSpPr>
        <p:spPr>
          <a:xfrm>
            <a:off x="8229600" y="3358730"/>
            <a:ext cx="3658867" cy="759365"/>
          </a:xfrm>
          <a:prstGeom prst="rect">
            <a:avLst/>
          </a:prstGeom>
          <a:noFill/>
        </p:spPr>
        <p:txBody>
          <a:bodyPr wrap="square" lIns="0" tIns="0" rIns="0" bIns="0" rtlCol="0" anchor="t" anchorCtr="0">
            <a:noAutofit/>
          </a:bodyPr>
          <a:lstStyle/>
          <a:p>
            <a:pPr algn="l"/>
            <a:r>
              <a:rPr kumimoji="1" lang="ja-JP" altLang="en-US" sz="1200" dirty="0">
                <a:latin typeface="BIZ UDPゴシック" panose="020B0400000000000000" pitchFamily="50" charset="-128"/>
                <a:ea typeface="BIZ UDPゴシック" panose="020B0400000000000000" pitchFamily="50" charset="-128"/>
              </a:rPr>
              <a:t>次年度以降も継続して実施するブロック会議や疑似体験をよびかける。またブロック会議内で自治体にパネルディスカッションに登壇してもらい、課題の共有とその対処方針を全体に共有する。</a:t>
            </a:r>
          </a:p>
        </p:txBody>
      </p:sp>
      <p:pic>
        <p:nvPicPr>
          <p:cNvPr id="26" name="グラフィックス 25" descr="男子生徒 枠線">
            <a:extLst>
              <a:ext uri="{FF2B5EF4-FFF2-40B4-BE49-F238E27FC236}">
                <a16:creationId xmlns:a16="http://schemas.microsoft.com/office/drawing/2014/main" id="{F8386E05-1C06-731E-9AE7-E667D25DED9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333122" y="3463159"/>
            <a:ext cx="654936" cy="654936"/>
          </a:xfrm>
          <a:prstGeom prst="rect">
            <a:avLst/>
          </a:prstGeom>
        </p:spPr>
      </p:pic>
      <p:sp>
        <p:nvSpPr>
          <p:cNvPr id="27" name="吹き出し: 四角形 26">
            <a:extLst>
              <a:ext uri="{FF2B5EF4-FFF2-40B4-BE49-F238E27FC236}">
                <a16:creationId xmlns:a16="http://schemas.microsoft.com/office/drawing/2014/main" id="{B461B4BC-4370-A3BA-C466-B1D53B3971A5}"/>
              </a:ext>
            </a:extLst>
          </p:cNvPr>
          <p:cNvSpPr/>
          <p:nvPr/>
        </p:nvSpPr>
        <p:spPr>
          <a:xfrm>
            <a:off x="360000" y="4219190"/>
            <a:ext cx="2824927" cy="759370"/>
          </a:xfrm>
          <a:prstGeom prst="wedgeRectCallout">
            <a:avLst>
              <a:gd name="adj1" fmla="val 57364"/>
              <a:gd name="adj2" fmla="val -5343"/>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t" anchorCtr="0"/>
          <a:lstStyle/>
          <a:p>
            <a:pPr algn="l"/>
            <a:r>
              <a:rPr kumimoji="1" lang="ja-JP" altLang="en-US" sz="1200" dirty="0">
                <a:solidFill>
                  <a:schemeClr val="tx1"/>
                </a:solidFill>
                <a:latin typeface="BIZ UDPゴシック" panose="020B0400000000000000" pitchFamily="50" charset="-128"/>
                <a:ea typeface="BIZ UDPゴシック" panose="020B0400000000000000" pitchFamily="50" charset="-128"/>
              </a:rPr>
              <a:t>ブロック会議を通じて最新状況を引き続き共有してほしい</a:t>
            </a:r>
          </a:p>
        </p:txBody>
      </p:sp>
      <p:sp>
        <p:nvSpPr>
          <p:cNvPr id="28" name="矢印: 右 27">
            <a:extLst>
              <a:ext uri="{FF2B5EF4-FFF2-40B4-BE49-F238E27FC236}">
                <a16:creationId xmlns:a16="http://schemas.microsoft.com/office/drawing/2014/main" id="{BB423AC4-AE06-D463-84F8-3B6BD9A2F76F}"/>
              </a:ext>
            </a:extLst>
          </p:cNvPr>
          <p:cNvSpPr/>
          <p:nvPr/>
        </p:nvSpPr>
        <p:spPr>
          <a:xfrm>
            <a:off x="4018584" y="4435266"/>
            <a:ext cx="270831" cy="327209"/>
          </a:xfrm>
          <a:prstGeom prst="rightArrow">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l"/>
            <a:endParaRPr kumimoji="1" lang="ja-JP" altLang="en-US" sz="1400" dirty="0">
              <a:solidFill>
                <a:schemeClr val="tx1"/>
              </a:solidFill>
              <a:latin typeface="BIZ UDPゴシック" panose="020B0400000000000000" pitchFamily="50" charset="-128"/>
              <a:ea typeface="BIZ UDPゴシック" panose="020B0400000000000000" pitchFamily="50" charset="-128"/>
            </a:endParaRPr>
          </a:p>
        </p:txBody>
      </p:sp>
      <p:sp>
        <p:nvSpPr>
          <p:cNvPr id="29" name="テキスト ボックス 28">
            <a:extLst>
              <a:ext uri="{FF2B5EF4-FFF2-40B4-BE49-F238E27FC236}">
                <a16:creationId xmlns:a16="http://schemas.microsoft.com/office/drawing/2014/main" id="{647E9797-D48D-134E-2BEB-49BCDC69385C}"/>
              </a:ext>
            </a:extLst>
          </p:cNvPr>
          <p:cNvSpPr txBox="1"/>
          <p:nvPr/>
        </p:nvSpPr>
        <p:spPr>
          <a:xfrm>
            <a:off x="4437610" y="4219189"/>
            <a:ext cx="3584171" cy="759366"/>
          </a:xfrm>
          <a:prstGeom prst="rect">
            <a:avLst/>
          </a:prstGeom>
          <a:solidFill>
            <a:schemeClr val="tx2">
              <a:lumMod val="25000"/>
              <a:lumOff val="75000"/>
            </a:schemeClr>
          </a:solidFill>
        </p:spPr>
        <p:txBody>
          <a:bodyPr wrap="square" lIns="0" tIns="0" rIns="0" bIns="0" rtlCol="0" anchor="t" anchorCtr="0">
            <a:noAutofit/>
          </a:bodyPr>
          <a:lstStyle/>
          <a:p>
            <a:pPr marL="182563" indent="-182563" algn="l">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ブロック会議、疑似体験への参加</a:t>
            </a:r>
          </a:p>
        </p:txBody>
      </p:sp>
      <p:sp>
        <p:nvSpPr>
          <p:cNvPr id="30" name="テキスト ボックス 29">
            <a:extLst>
              <a:ext uri="{FF2B5EF4-FFF2-40B4-BE49-F238E27FC236}">
                <a16:creationId xmlns:a16="http://schemas.microsoft.com/office/drawing/2014/main" id="{12EB86BB-9D2F-CBA0-851A-C1BFFCD44E1C}"/>
              </a:ext>
            </a:extLst>
          </p:cNvPr>
          <p:cNvSpPr txBox="1"/>
          <p:nvPr/>
        </p:nvSpPr>
        <p:spPr>
          <a:xfrm>
            <a:off x="8229600" y="4219189"/>
            <a:ext cx="3658867" cy="759365"/>
          </a:xfrm>
          <a:prstGeom prst="rect">
            <a:avLst/>
          </a:prstGeom>
          <a:noFill/>
        </p:spPr>
        <p:txBody>
          <a:bodyPr wrap="square" lIns="0" tIns="0" rIns="0" bIns="0" rtlCol="0" anchor="t" anchorCtr="0">
            <a:noAutofit/>
          </a:bodyPr>
          <a:lstStyle/>
          <a:p>
            <a:pPr algn="l"/>
            <a:r>
              <a:rPr kumimoji="1" lang="ja-JP" altLang="en-US" sz="1200" dirty="0">
                <a:latin typeface="BIZ UDPゴシック" panose="020B0400000000000000" pitchFamily="50" charset="-128"/>
                <a:ea typeface="BIZ UDPゴシック" panose="020B0400000000000000" pitchFamily="50" charset="-128"/>
              </a:rPr>
              <a:t>次年度以降も継続して実施するブロック会議や疑似体験をよびかける。またブロック会議内で自治体にパネルディスカッションに登壇してもらい、課題の共有とその対処方針を全体に共有する。</a:t>
            </a:r>
          </a:p>
        </p:txBody>
      </p:sp>
      <p:pic>
        <p:nvPicPr>
          <p:cNvPr id="31" name="グラフィックス 30" descr="男子生徒 枠線">
            <a:extLst>
              <a:ext uri="{FF2B5EF4-FFF2-40B4-BE49-F238E27FC236}">
                <a16:creationId xmlns:a16="http://schemas.microsoft.com/office/drawing/2014/main" id="{F7A7C52E-3A6D-BF1C-D448-3C84F877B27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333122" y="4323618"/>
            <a:ext cx="654936" cy="654936"/>
          </a:xfrm>
          <a:prstGeom prst="rect">
            <a:avLst/>
          </a:prstGeom>
        </p:spPr>
      </p:pic>
      <p:sp>
        <p:nvSpPr>
          <p:cNvPr id="32" name="吹き出し: 四角形 31">
            <a:extLst>
              <a:ext uri="{FF2B5EF4-FFF2-40B4-BE49-F238E27FC236}">
                <a16:creationId xmlns:a16="http://schemas.microsoft.com/office/drawing/2014/main" id="{14665A1B-3AF7-B2B0-EFE1-61FF088188A5}"/>
              </a:ext>
            </a:extLst>
          </p:cNvPr>
          <p:cNvSpPr/>
          <p:nvPr/>
        </p:nvSpPr>
        <p:spPr>
          <a:xfrm>
            <a:off x="360000" y="5080578"/>
            <a:ext cx="2824927" cy="759370"/>
          </a:xfrm>
          <a:prstGeom prst="wedgeRectCallout">
            <a:avLst>
              <a:gd name="adj1" fmla="val 57364"/>
              <a:gd name="adj2" fmla="val -5343"/>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t" anchorCtr="0"/>
          <a:lstStyle/>
          <a:p>
            <a:pPr algn="l"/>
            <a:r>
              <a:rPr kumimoji="1" lang="ja-JP" altLang="en-US" sz="1200" dirty="0">
                <a:solidFill>
                  <a:schemeClr val="tx1"/>
                </a:solidFill>
                <a:latin typeface="BIZ UDPゴシック" panose="020B0400000000000000" pitchFamily="50" charset="-128"/>
                <a:ea typeface="BIZ UDPゴシック" panose="020B0400000000000000" pitchFamily="50" charset="-128"/>
              </a:rPr>
              <a:t>ブロック会議を通じて最新状況を引き続き共有してほしい</a:t>
            </a:r>
          </a:p>
        </p:txBody>
      </p:sp>
      <p:sp>
        <p:nvSpPr>
          <p:cNvPr id="33" name="矢印: 右 32">
            <a:extLst>
              <a:ext uri="{FF2B5EF4-FFF2-40B4-BE49-F238E27FC236}">
                <a16:creationId xmlns:a16="http://schemas.microsoft.com/office/drawing/2014/main" id="{D2A229E6-CA47-1C85-DDF1-ABCAD3505BFA}"/>
              </a:ext>
            </a:extLst>
          </p:cNvPr>
          <p:cNvSpPr/>
          <p:nvPr/>
        </p:nvSpPr>
        <p:spPr>
          <a:xfrm>
            <a:off x="4018584" y="5296654"/>
            <a:ext cx="270831" cy="327209"/>
          </a:xfrm>
          <a:prstGeom prst="rightArrow">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l"/>
            <a:endParaRPr kumimoji="1" lang="ja-JP" altLang="en-US" sz="1400" dirty="0">
              <a:solidFill>
                <a:schemeClr val="tx1"/>
              </a:solidFill>
              <a:latin typeface="BIZ UDPゴシック" panose="020B0400000000000000" pitchFamily="50" charset="-128"/>
              <a:ea typeface="BIZ UDPゴシック" panose="020B0400000000000000" pitchFamily="50" charset="-128"/>
            </a:endParaRPr>
          </a:p>
        </p:txBody>
      </p:sp>
      <p:sp>
        <p:nvSpPr>
          <p:cNvPr id="34" name="テキスト ボックス 33">
            <a:extLst>
              <a:ext uri="{FF2B5EF4-FFF2-40B4-BE49-F238E27FC236}">
                <a16:creationId xmlns:a16="http://schemas.microsoft.com/office/drawing/2014/main" id="{71A2884B-8D0C-AC37-9FA5-7B8EF6131216}"/>
              </a:ext>
            </a:extLst>
          </p:cNvPr>
          <p:cNvSpPr txBox="1"/>
          <p:nvPr/>
        </p:nvSpPr>
        <p:spPr>
          <a:xfrm>
            <a:off x="4437610" y="5080577"/>
            <a:ext cx="3584171" cy="759366"/>
          </a:xfrm>
          <a:prstGeom prst="rect">
            <a:avLst/>
          </a:prstGeom>
          <a:solidFill>
            <a:schemeClr val="tx2">
              <a:lumMod val="25000"/>
              <a:lumOff val="75000"/>
            </a:schemeClr>
          </a:solidFill>
        </p:spPr>
        <p:txBody>
          <a:bodyPr wrap="square" lIns="0" tIns="0" rIns="0" bIns="0" rtlCol="0" anchor="t" anchorCtr="0">
            <a:noAutofit/>
          </a:bodyPr>
          <a:lstStyle/>
          <a:p>
            <a:pPr marL="182563" indent="-182563" algn="l">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ブロック会議、疑似体験への参加</a:t>
            </a:r>
          </a:p>
        </p:txBody>
      </p:sp>
      <p:sp>
        <p:nvSpPr>
          <p:cNvPr id="35" name="テキスト ボックス 34">
            <a:extLst>
              <a:ext uri="{FF2B5EF4-FFF2-40B4-BE49-F238E27FC236}">
                <a16:creationId xmlns:a16="http://schemas.microsoft.com/office/drawing/2014/main" id="{F6731189-C719-99E9-4AB5-C8C4C46E3045}"/>
              </a:ext>
            </a:extLst>
          </p:cNvPr>
          <p:cNvSpPr txBox="1"/>
          <p:nvPr/>
        </p:nvSpPr>
        <p:spPr>
          <a:xfrm>
            <a:off x="8229600" y="5080577"/>
            <a:ext cx="3658867" cy="759365"/>
          </a:xfrm>
          <a:prstGeom prst="rect">
            <a:avLst/>
          </a:prstGeom>
          <a:noFill/>
        </p:spPr>
        <p:txBody>
          <a:bodyPr wrap="square" lIns="0" tIns="0" rIns="0" bIns="0" rtlCol="0" anchor="t" anchorCtr="0">
            <a:noAutofit/>
          </a:bodyPr>
          <a:lstStyle/>
          <a:p>
            <a:pPr algn="l"/>
            <a:r>
              <a:rPr kumimoji="1" lang="ja-JP" altLang="en-US" sz="1200" dirty="0">
                <a:latin typeface="BIZ UDPゴシック" panose="020B0400000000000000" pitchFamily="50" charset="-128"/>
                <a:ea typeface="BIZ UDPゴシック" panose="020B0400000000000000" pitchFamily="50" charset="-128"/>
              </a:rPr>
              <a:t>次年度以降も継続して実施するブロック会議や疑似体験をよびかける。またブロック会議内で自治体にパネルディスカッションに登壇してもらい、課題の共有とその対処方針を全体に共有する。</a:t>
            </a:r>
          </a:p>
        </p:txBody>
      </p:sp>
      <p:pic>
        <p:nvPicPr>
          <p:cNvPr id="36" name="グラフィックス 35" descr="男子生徒 枠線">
            <a:extLst>
              <a:ext uri="{FF2B5EF4-FFF2-40B4-BE49-F238E27FC236}">
                <a16:creationId xmlns:a16="http://schemas.microsoft.com/office/drawing/2014/main" id="{DA1D9E89-5915-EB23-05A6-8AD5A67B293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333122" y="5185006"/>
            <a:ext cx="654936" cy="654936"/>
          </a:xfrm>
          <a:prstGeom prst="rect">
            <a:avLst/>
          </a:prstGeom>
        </p:spPr>
      </p:pic>
    </p:spTree>
    <p:extLst>
      <p:ext uri="{BB962C8B-B14F-4D97-AF65-F5344CB8AC3E}">
        <p14:creationId xmlns:p14="http://schemas.microsoft.com/office/powerpoint/2010/main" val="39375920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D6A19AC-D42B-8636-52DD-7AFCC81E936C}"/>
              </a:ext>
            </a:extLst>
          </p:cNvPr>
          <p:cNvSpPr>
            <a:spLocks noGrp="1"/>
          </p:cNvSpPr>
          <p:nvPr>
            <p:ph type="title"/>
          </p:nvPr>
        </p:nvSpPr>
        <p:spPr/>
        <p:txBody>
          <a:bodyPr/>
          <a:lstStyle/>
          <a:p>
            <a:r>
              <a:rPr lang="en-US" altLang="ja-JP" dirty="0"/>
              <a:t>CN</a:t>
            </a:r>
            <a:r>
              <a:rPr lang="ja-JP" altLang="en-US" dirty="0"/>
              <a:t>対応のための組織</a:t>
            </a:r>
            <a:r>
              <a:rPr lang="en-US" altLang="ja-JP" dirty="0"/>
              <a:t>/</a:t>
            </a:r>
            <a:r>
              <a:rPr lang="ja-JP" altLang="en-US" dirty="0"/>
              <a:t>体制構築と人材育成</a:t>
            </a:r>
            <a:endParaRPr kumimoji="1" lang="ja-JP" altLang="en-US" dirty="0"/>
          </a:p>
        </p:txBody>
      </p:sp>
      <p:sp>
        <p:nvSpPr>
          <p:cNvPr id="3" name="フッター プレースホルダー 2">
            <a:extLst>
              <a:ext uri="{FF2B5EF4-FFF2-40B4-BE49-F238E27FC236}">
                <a16:creationId xmlns:a16="http://schemas.microsoft.com/office/drawing/2014/main" id="{3084C142-F2D9-0FB1-580D-7FF932CE3243}"/>
              </a:ext>
            </a:extLst>
          </p:cNvPr>
          <p:cNvSpPr>
            <a:spLocks noGrp="1"/>
          </p:cNvSpPr>
          <p:nvPr>
            <p:ph type="ftr" sz="quarter" idx="11"/>
          </p:nvPr>
        </p:nvSpPr>
        <p:spPr/>
        <p:txBody>
          <a:bodyPr/>
          <a:lstStyle/>
          <a:p>
            <a:r>
              <a:rPr lang="ja-JP" altLang="en-US"/>
              <a:t>出所：</a:t>
            </a:r>
            <a:endParaRPr lang="ja-JP" altLang="en-US" sz="900" dirty="0"/>
          </a:p>
        </p:txBody>
      </p:sp>
      <p:sp>
        <p:nvSpPr>
          <p:cNvPr id="4" name="スライド番号プレースホルダー 3">
            <a:extLst>
              <a:ext uri="{FF2B5EF4-FFF2-40B4-BE49-F238E27FC236}">
                <a16:creationId xmlns:a16="http://schemas.microsoft.com/office/drawing/2014/main" id="{5F60C5E6-6FBA-A686-B1FC-04FCA59B9607}"/>
              </a:ext>
            </a:extLst>
          </p:cNvPr>
          <p:cNvSpPr>
            <a:spLocks noGrp="1"/>
          </p:cNvSpPr>
          <p:nvPr>
            <p:ph type="sldNum" sz="quarter" idx="12"/>
          </p:nvPr>
        </p:nvSpPr>
        <p:spPr/>
        <p:txBody>
          <a:bodyPr/>
          <a:lstStyle/>
          <a:p>
            <a:fld id="{DCB5AA93-092B-49A1-87A7-3C88D5F38AD7}" type="slidenum">
              <a:rPr lang="ja-JP" altLang="en-US" smtClean="0"/>
              <a:pPr/>
              <a:t>45</a:t>
            </a:fld>
            <a:endParaRPr lang="ja-JP" altLang="en-US" sz="900" dirty="0"/>
          </a:p>
        </p:txBody>
      </p:sp>
      <p:sp>
        <p:nvSpPr>
          <p:cNvPr id="5" name="テキスト プレースホルダー 4">
            <a:extLst>
              <a:ext uri="{FF2B5EF4-FFF2-40B4-BE49-F238E27FC236}">
                <a16:creationId xmlns:a16="http://schemas.microsoft.com/office/drawing/2014/main" id="{1B68BF15-0C93-942E-2526-F30E2FA3722E}"/>
              </a:ext>
            </a:extLst>
          </p:cNvPr>
          <p:cNvSpPr>
            <a:spLocks noGrp="1"/>
          </p:cNvSpPr>
          <p:nvPr>
            <p:ph type="body" sz="quarter" idx="13"/>
          </p:nvPr>
        </p:nvSpPr>
        <p:spPr/>
        <p:txBody>
          <a:bodyPr>
            <a:normAutofit fontScale="92500" lnSpcReduction="20000"/>
          </a:bodyPr>
          <a:lstStyle/>
          <a:p>
            <a:r>
              <a:rPr lang="ja-JP" altLang="en-US" dirty="0"/>
              <a:t>組織</a:t>
            </a:r>
            <a:r>
              <a:rPr lang="en-US" altLang="ja-JP" dirty="0"/>
              <a:t>/</a:t>
            </a:r>
            <a:r>
              <a:rPr lang="ja-JP" altLang="en-US" dirty="0"/>
              <a:t>体制構築においては、社や部門をまたいだ取り組みが重要。人材育成では社員の意識と対応能力の両方の向上が重要になると理解</a:t>
            </a:r>
          </a:p>
        </p:txBody>
      </p:sp>
      <p:cxnSp>
        <p:nvCxnSpPr>
          <p:cNvPr id="6" name="直線コネクタ 5">
            <a:extLst>
              <a:ext uri="{FF2B5EF4-FFF2-40B4-BE49-F238E27FC236}">
                <a16:creationId xmlns:a16="http://schemas.microsoft.com/office/drawing/2014/main" id="{716F1C16-1D8F-6B15-16EE-3F1BF5662768}"/>
              </a:ext>
            </a:extLst>
          </p:cNvPr>
          <p:cNvCxnSpPr>
            <a:cxnSpLocks/>
          </p:cNvCxnSpPr>
          <p:nvPr/>
        </p:nvCxnSpPr>
        <p:spPr>
          <a:xfrm>
            <a:off x="2078182" y="1572075"/>
            <a:ext cx="4559533" cy="0"/>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7" name="テキスト ボックス 6">
            <a:extLst>
              <a:ext uri="{FF2B5EF4-FFF2-40B4-BE49-F238E27FC236}">
                <a16:creationId xmlns:a16="http://schemas.microsoft.com/office/drawing/2014/main" id="{2A146567-1BA5-A8E5-F176-BCFDCED96713}"/>
              </a:ext>
            </a:extLst>
          </p:cNvPr>
          <p:cNvSpPr txBox="1"/>
          <p:nvPr/>
        </p:nvSpPr>
        <p:spPr>
          <a:xfrm>
            <a:off x="2078181" y="1303585"/>
            <a:ext cx="1103223" cy="215444"/>
          </a:xfrm>
          <a:prstGeom prst="rect">
            <a:avLst/>
          </a:prstGeom>
          <a:solidFill>
            <a:schemeClr val="bg1"/>
          </a:solidFill>
        </p:spPr>
        <p:txBody>
          <a:bodyPr wrap="square" lIns="0" tIns="0" rIns="0" bIns="0" rtlCol="0" anchor="t" anchorCtr="0">
            <a:spAutoFit/>
          </a:bodyPr>
          <a:lstStyle/>
          <a:p>
            <a:pPr algn="l"/>
            <a:r>
              <a:rPr kumimoji="1" lang="ja-JP" altLang="en-US" sz="1400" dirty="0">
                <a:latin typeface="BIZ UDPゴシック" panose="020B0400000000000000" pitchFamily="50" charset="-128"/>
                <a:ea typeface="BIZ UDPゴシック" panose="020B0400000000000000" pitchFamily="50" charset="-128"/>
              </a:rPr>
              <a:t> 現状</a:t>
            </a:r>
            <a:r>
              <a:rPr kumimoji="1" lang="en-US" altLang="ja-JP" sz="1400" dirty="0">
                <a:latin typeface="BIZ UDPゴシック" panose="020B0400000000000000" pitchFamily="50" charset="-128"/>
                <a:ea typeface="BIZ UDPゴシック" panose="020B0400000000000000" pitchFamily="50" charset="-128"/>
              </a:rPr>
              <a:t>/</a:t>
            </a:r>
            <a:r>
              <a:rPr kumimoji="1" lang="ja-JP" altLang="en-US" sz="1400" dirty="0">
                <a:latin typeface="BIZ UDPゴシック" panose="020B0400000000000000" pitchFamily="50" charset="-128"/>
                <a:ea typeface="BIZ UDPゴシック" panose="020B0400000000000000" pitchFamily="50" charset="-128"/>
              </a:rPr>
              <a:t>課題</a:t>
            </a:r>
          </a:p>
        </p:txBody>
      </p:sp>
      <p:cxnSp>
        <p:nvCxnSpPr>
          <p:cNvPr id="8" name="直線コネクタ 7">
            <a:extLst>
              <a:ext uri="{FF2B5EF4-FFF2-40B4-BE49-F238E27FC236}">
                <a16:creationId xmlns:a16="http://schemas.microsoft.com/office/drawing/2014/main" id="{1E71B9F4-3156-3C84-3B74-843634637972}"/>
              </a:ext>
            </a:extLst>
          </p:cNvPr>
          <p:cNvCxnSpPr>
            <a:cxnSpLocks/>
          </p:cNvCxnSpPr>
          <p:nvPr/>
        </p:nvCxnSpPr>
        <p:spPr>
          <a:xfrm>
            <a:off x="7146422" y="1572075"/>
            <a:ext cx="4637594" cy="0"/>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9" name="テキスト ボックス 8">
            <a:extLst>
              <a:ext uri="{FF2B5EF4-FFF2-40B4-BE49-F238E27FC236}">
                <a16:creationId xmlns:a16="http://schemas.microsoft.com/office/drawing/2014/main" id="{97625157-D70A-0A83-DE8F-C94A236F5DF8}"/>
              </a:ext>
            </a:extLst>
          </p:cNvPr>
          <p:cNvSpPr txBox="1"/>
          <p:nvPr/>
        </p:nvSpPr>
        <p:spPr>
          <a:xfrm>
            <a:off x="7146422" y="1297969"/>
            <a:ext cx="469205" cy="215444"/>
          </a:xfrm>
          <a:prstGeom prst="rect">
            <a:avLst/>
          </a:prstGeom>
          <a:solidFill>
            <a:schemeClr val="bg1"/>
          </a:solidFill>
        </p:spPr>
        <p:txBody>
          <a:bodyPr wrap="square" lIns="0" tIns="0" rIns="0" bIns="0" rtlCol="0" anchor="t" anchorCtr="0">
            <a:spAutoFit/>
          </a:bodyPr>
          <a:lstStyle/>
          <a:p>
            <a:pPr algn="l"/>
            <a:r>
              <a:rPr kumimoji="1" lang="ja-JP" altLang="en-US" sz="1400" dirty="0">
                <a:latin typeface="BIZ UDPゴシック" panose="020B0400000000000000" pitchFamily="50" charset="-128"/>
                <a:ea typeface="BIZ UDPゴシック" panose="020B0400000000000000" pitchFamily="50" charset="-128"/>
              </a:rPr>
              <a:t>施策</a:t>
            </a:r>
          </a:p>
        </p:txBody>
      </p:sp>
      <p:sp>
        <p:nvSpPr>
          <p:cNvPr id="10" name="テキスト ボックス 9">
            <a:extLst>
              <a:ext uri="{FF2B5EF4-FFF2-40B4-BE49-F238E27FC236}">
                <a16:creationId xmlns:a16="http://schemas.microsoft.com/office/drawing/2014/main" id="{6A22E09E-15F2-A4E9-74FD-3D39D414DAC4}"/>
              </a:ext>
            </a:extLst>
          </p:cNvPr>
          <p:cNvSpPr txBox="1"/>
          <p:nvPr/>
        </p:nvSpPr>
        <p:spPr>
          <a:xfrm>
            <a:off x="2078181" y="1628774"/>
            <a:ext cx="4559533" cy="759366"/>
          </a:xfrm>
          <a:prstGeom prst="rect">
            <a:avLst/>
          </a:prstGeom>
          <a:noFill/>
        </p:spPr>
        <p:txBody>
          <a:bodyPr wrap="square" lIns="0" tIns="0" rIns="0" bIns="0" rtlCol="0" anchor="t" anchorCtr="0">
            <a:noAutofit/>
          </a:bodyPr>
          <a:lstStyle/>
          <a:p>
            <a:pPr marL="182563" indent="-182563" algn="l">
              <a:buFont typeface="Arial" panose="020B0604020202020204" pitchFamily="34" charset="0"/>
              <a:buChar char="•"/>
            </a:pPr>
            <a:r>
              <a:rPr kumimoji="1" lang="en-US" altLang="ja-JP" sz="1200" dirty="0">
                <a:latin typeface="BIZ UDPゴシック" panose="020B0400000000000000" pitchFamily="50" charset="-128"/>
                <a:ea typeface="BIZ UDPゴシック" panose="020B0400000000000000" pitchFamily="50" charset="-128"/>
              </a:rPr>
              <a:t>SC</a:t>
            </a:r>
            <a:r>
              <a:rPr kumimoji="1" lang="ja-JP" altLang="en-US" sz="1200" dirty="0">
                <a:latin typeface="BIZ UDPゴシック" panose="020B0400000000000000" pitchFamily="50" charset="-128"/>
                <a:ea typeface="BIZ UDPゴシック" panose="020B0400000000000000" pitchFamily="50" charset="-128"/>
              </a:rPr>
              <a:t>上位からの</a:t>
            </a:r>
            <a:r>
              <a:rPr kumimoji="1" lang="ja-JP" altLang="en-US" sz="1200" b="1" dirty="0">
                <a:latin typeface="BIZ UDPゴシック" panose="020B0400000000000000" pitchFamily="50" charset="-128"/>
                <a:ea typeface="BIZ UDPゴシック" panose="020B0400000000000000" pitchFamily="50" charset="-128"/>
              </a:rPr>
              <a:t>業績</a:t>
            </a:r>
            <a:r>
              <a:rPr kumimoji="1" lang="en-US" altLang="ja-JP" sz="1200" b="1" dirty="0">
                <a:latin typeface="BIZ UDPゴシック" panose="020B0400000000000000" pitchFamily="50" charset="-128"/>
                <a:ea typeface="BIZ UDPゴシック" panose="020B0400000000000000" pitchFamily="50" charset="-128"/>
              </a:rPr>
              <a:t>/</a:t>
            </a:r>
            <a:r>
              <a:rPr kumimoji="1" lang="ja-JP" altLang="en-US" sz="1200" b="1" dirty="0">
                <a:latin typeface="BIZ UDPゴシック" panose="020B0400000000000000" pitchFamily="50" charset="-128"/>
                <a:ea typeface="BIZ UDPゴシック" panose="020B0400000000000000" pitchFamily="50" charset="-128"/>
              </a:rPr>
              <a:t>経営判断がないと</a:t>
            </a:r>
            <a:r>
              <a:rPr kumimoji="1" lang="ja-JP" altLang="en-US" sz="1200" dirty="0">
                <a:latin typeface="BIZ UDPゴシック" panose="020B0400000000000000" pitchFamily="50" charset="-128"/>
                <a:ea typeface="BIZ UDPゴシック" panose="020B0400000000000000" pitchFamily="50" charset="-128"/>
              </a:rPr>
              <a:t>取り込みが浸透しない。理解の促進が必要</a:t>
            </a:r>
            <a:endParaRPr kumimoji="1" lang="en-US" altLang="ja-JP" sz="1200" dirty="0">
              <a:latin typeface="BIZ UDPゴシック" panose="020B0400000000000000" pitchFamily="50" charset="-128"/>
              <a:ea typeface="BIZ UDPゴシック" panose="020B0400000000000000" pitchFamily="50" charset="-128"/>
            </a:endParaRPr>
          </a:p>
          <a:p>
            <a:pPr marL="182563" indent="-182563" algn="l">
              <a:buFont typeface="Arial" panose="020B0604020202020204" pitchFamily="34" charset="0"/>
              <a:buChar char="•"/>
            </a:pPr>
            <a:r>
              <a:rPr lang="ja-JP" altLang="en-US" sz="1200" dirty="0">
                <a:latin typeface="BIZ UDPゴシック" panose="020B0400000000000000" pitchFamily="50" charset="-128"/>
                <a:ea typeface="BIZ UDPゴシック" panose="020B0400000000000000" pitchFamily="50" charset="-128"/>
              </a:rPr>
              <a:t>サプライヤーに対する支援がスポット的になっている</a:t>
            </a:r>
            <a:endParaRPr kumimoji="1" lang="ja-JP" altLang="en-US" sz="1200" dirty="0">
              <a:latin typeface="BIZ UDPゴシック" panose="020B0400000000000000" pitchFamily="50" charset="-128"/>
              <a:ea typeface="BIZ UDPゴシック" panose="020B0400000000000000" pitchFamily="50" charset="-128"/>
            </a:endParaRPr>
          </a:p>
        </p:txBody>
      </p:sp>
      <p:sp>
        <p:nvSpPr>
          <p:cNvPr id="11" name="テキスト ボックス 10">
            <a:extLst>
              <a:ext uri="{FF2B5EF4-FFF2-40B4-BE49-F238E27FC236}">
                <a16:creationId xmlns:a16="http://schemas.microsoft.com/office/drawing/2014/main" id="{53A57E3C-AEFA-EA55-90C1-BD9BC84098B6}"/>
              </a:ext>
            </a:extLst>
          </p:cNvPr>
          <p:cNvSpPr txBox="1"/>
          <p:nvPr/>
        </p:nvSpPr>
        <p:spPr>
          <a:xfrm>
            <a:off x="7182194" y="1628774"/>
            <a:ext cx="4706273" cy="759365"/>
          </a:xfrm>
          <a:prstGeom prst="rect">
            <a:avLst/>
          </a:prstGeom>
          <a:noFill/>
        </p:spPr>
        <p:txBody>
          <a:bodyPr wrap="square" lIns="0" tIns="0" rIns="0" bIns="0" rtlCol="0" anchor="t" anchorCtr="0">
            <a:noAutofit/>
          </a:bodyPr>
          <a:lstStyle/>
          <a:p>
            <a:pPr algn="l"/>
            <a:r>
              <a:rPr lang="ja-JP" altLang="en-US" sz="1200" dirty="0">
                <a:latin typeface="BIZ UDPゴシック" panose="020B0400000000000000" pitchFamily="50" charset="-128"/>
                <a:ea typeface="BIZ UDPゴシック" panose="020B0400000000000000" pitchFamily="50" charset="-128"/>
              </a:rPr>
              <a:t>メーカーとサプライヤーなど、</a:t>
            </a:r>
            <a:r>
              <a:rPr lang="en-US" altLang="ja-JP" sz="1200" dirty="0">
                <a:latin typeface="BIZ UDPゴシック" panose="020B0400000000000000" pitchFamily="50" charset="-128"/>
                <a:ea typeface="BIZ UDPゴシック" panose="020B0400000000000000" pitchFamily="50" charset="-128"/>
              </a:rPr>
              <a:t>SC</a:t>
            </a:r>
            <a:r>
              <a:rPr lang="ja-JP" altLang="en-US" sz="1200" dirty="0">
                <a:latin typeface="BIZ UDPゴシック" panose="020B0400000000000000" pitchFamily="50" charset="-128"/>
                <a:ea typeface="BIZ UDPゴシック" panose="020B0400000000000000" pitchFamily="50" charset="-128"/>
              </a:rPr>
              <a:t>上の企業が連携した</a:t>
            </a:r>
            <a:r>
              <a:rPr lang="en-US" altLang="ja-JP" sz="1200" dirty="0">
                <a:latin typeface="BIZ UDPゴシック" panose="020B0400000000000000" pitchFamily="50" charset="-128"/>
                <a:ea typeface="BIZ UDPゴシック" panose="020B0400000000000000" pitchFamily="50" charset="-128"/>
              </a:rPr>
              <a:t>CN</a:t>
            </a:r>
            <a:r>
              <a:rPr lang="ja-JP" altLang="en-US" sz="1200" dirty="0">
                <a:latin typeface="BIZ UDPゴシック" panose="020B0400000000000000" pitchFamily="50" charset="-128"/>
                <a:ea typeface="BIZ UDPゴシック" panose="020B0400000000000000" pitchFamily="50" charset="-128"/>
              </a:rPr>
              <a:t>対応を進められるよう、企業間連携を促進させる体制を構築させる必要がある</a:t>
            </a:r>
            <a:endParaRPr kumimoji="1" lang="ja-JP" altLang="en-US" sz="1200" dirty="0">
              <a:latin typeface="BIZ UDPゴシック" panose="020B0400000000000000" pitchFamily="50" charset="-128"/>
              <a:ea typeface="BIZ UDPゴシック" panose="020B0400000000000000" pitchFamily="50" charset="-128"/>
            </a:endParaRPr>
          </a:p>
        </p:txBody>
      </p:sp>
      <p:sp>
        <p:nvSpPr>
          <p:cNvPr id="12" name="テキスト ボックス 11">
            <a:extLst>
              <a:ext uri="{FF2B5EF4-FFF2-40B4-BE49-F238E27FC236}">
                <a16:creationId xmlns:a16="http://schemas.microsoft.com/office/drawing/2014/main" id="{745511CF-2A5E-6562-DEE5-F2E3C3478DC7}"/>
              </a:ext>
            </a:extLst>
          </p:cNvPr>
          <p:cNvSpPr txBox="1"/>
          <p:nvPr/>
        </p:nvSpPr>
        <p:spPr>
          <a:xfrm>
            <a:off x="2078181" y="2497342"/>
            <a:ext cx="4559533" cy="759366"/>
          </a:xfrm>
          <a:prstGeom prst="rect">
            <a:avLst/>
          </a:prstGeom>
          <a:noFill/>
        </p:spPr>
        <p:txBody>
          <a:bodyPr wrap="square" lIns="0" tIns="0" rIns="0" bIns="0" rtlCol="0" anchor="t" anchorCtr="0">
            <a:noAutofit/>
          </a:bodyPr>
          <a:lstStyle/>
          <a:p>
            <a:pPr marL="182563" indent="-182563" algn="l">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ブロック会議、疑似体験への参加</a:t>
            </a:r>
          </a:p>
        </p:txBody>
      </p:sp>
      <p:sp>
        <p:nvSpPr>
          <p:cNvPr id="13" name="テキスト ボックス 12">
            <a:extLst>
              <a:ext uri="{FF2B5EF4-FFF2-40B4-BE49-F238E27FC236}">
                <a16:creationId xmlns:a16="http://schemas.microsoft.com/office/drawing/2014/main" id="{1928D7C0-253F-89B3-4042-20AB54A73B87}"/>
              </a:ext>
            </a:extLst>
          </p:cNvPr>
          <p:cNvSpPr txBox="1"/>
          <p:nvPr/>
        </p:nvSpPr>
        <p:spPr>
          <a:xfrm>
            <a:off x="7182194" y="2497342"/>
            <a:ext cx="4706273" cy="759365"/>
          </a:xfrm>
          <a:prstGeom prst="rect">
            <a:avLst/>
          </a:prstGeom>
          <a:noFill/>
        </p:spPr>
        <p:txBody>
          <a:bodyPr wrap="square" lIns="0" tIns="0" rIns="0" bIns="0" rtlCol="0" anchor="t" anchorCtr="0">
            <a:noAutofit/>
          </a:bodyPr>
          <a:lstStyle/>
          <a:p>
            <a:pPr algn="l"/>
            <a:r>
              <a:rPr kumimoji="1" lang="ja-JP" altLang="en-US" sz="1200" dirty="0">
                <a:latin typeface="BIZ UDPゴシック" panose="020B0400000000000000" pitchFamily="50" charset="-128"/>
                <a:ea typeface="BIZ UDPゴシック" panose="020B0400000000000000" pitchFamily="50" charset="-128"/>
              </a:rPr>
              <a:t>次年度以降も継続して実施するブロック会議や疑似体験をよびかける。またブロック会議内で自治体にパネルディスカッションに登壇してもらい、課題の共有とその対処方針を全体に共有する。</a:t>
            </a:r>
          </a:p>
        </p:txBody>
      </p:sp>
      <p:sp>
        <p:nvSpPr>
          <p:cNvPr id="14" name="テキスト ボックス 13">
            <a:extLst>
              <a:ext uri="{FF2B5EF4-FFF2-40B4-BE49-F238E27FC236}">
                <a16:creationId xmlns:a16="http://schemas.microsoft.com/office/drawing/2014/main" id="{99AFD533-D106-0997-6AAD-CD794D760E4A}"/>
              </a:ext>
            </a:extLst>
          </p:cNvPr>
          <p:cNvSpPr txBox="1"/>
          <p:nvPr/>
        </p:nvSpPr>
        <p:spPr>
          <a:xfrm>
            <a:off x="2078181" y="3358730"/>
            <a:ext cx="4559533" cy="759366"/>
          </a:xfrm>
          <a:prstGeom prst="rect">
            <a:avLst/>
          </a:prstGeom>
          <a:noFill/>
        </p:spPr>
        <p:txBody>
          <a:bodyPr wrap="square" lIns="0" tIns="0" rIns="0" bIns="0" rtlCol="0" anchor="t" anchorCtr="0">
            <a:noAutofit/>
          </a:bodyPr>
          <a:lstStyle/>
          <a:p>
            <a:pPr marL="182563" indent="-182563" algn="l">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ブロック会議、疑似体験への参加</a:t>
            </a:r>
          </a:p>
        </p:txBody>
      </p:sp>
      <p:sp>
        <p:nvSpPr>
          <p:cNvPr id="15" name="テキスト ボックス 14">
            <a:extLst>
              <a:ext uri="{FF2B5EF4-FFF2-40B4-BE49-F238E27FC236}">
                <a16:creationId xmlns:a16="http://schemas.microsoft.com/office/drawing/2014/main" id="{CA0E51E4-EFD9-E13C-6DC7-94845B5DE3F8}"/>
              </a:ext>
            </a:extLst>
          </p:cNvPr>
          <p:cNvSpPr txBox="1"/>
          <p:nvPr/>
        </p:nvSpPr>
        <p:spPr>
          <a:xfrm>
            <a:off x="7182194" y="3358730"/>
            <a:ext cx="4706273" cy="759365"/>
          </a:xfrm>
          <a:prstGeom prst="rect">
            <a:avLst/>
          </a:prstGeom>
          <a:noFill/>
        </p:spPr>
        <p:txBody>
          <a:bodyPr wrap="square" lIns="0" tIns="0" rIns="0" bIns="0" rtlCol="0" anchor="t" anchorCtr="0">
            <a:noAutofit/>
          </a:bodyPr>
          <a:lstStyle/>
          <a:p>
            <a:pPr algn="l"/>
            <a:r>
              <a:rPr kumimoji="1" lang="ja-JP" altLang="en-US" sz="1200" dirty="0">
                <a:latin typeface="BIZ UDPゴシック" panose="020B0400000000000000" pitchFamily="50" charset="-128"/>
                <a:ea typeface="BIZ UDPゴシック" panose="020B0400000000000000" pitchFamily="50" charset="-128"/>
              </a:rPr>
              <a:t>次年度以降も継続して実施するブロック会議や疑似体験をよびかける。またブロック会議内で自治体にパネルディスカッションに登壇してもらい、課題の共有とその対処方針を全体に共有する。</a:t>
            </a:r>
          </a:p>
        </p:txBody>
      </p:sp>
      <p:sp>
        <p:nvSpPr>
          <p:cNvPr id="16" name="テキスト ボックス 15">
            <a:extLst>
              <a:ext uri="{FF2B5EF4-FFF2-40B4-BE49-F238E27FC236}">
                <a16:creationId xmlns:a16="http://schemas.microsoft.com/office/drawing/2014/main" id="{7D66FA22-5103-64D9-18BD-C31E598A1F02}"/>
              </a:ext>
            </a:extLst>
          </p:cNvPr>
          <p:cNvSpPr txBox="1"/>
          <p:nvPr/>
        </p:nvSpPr>
        <p:spPr>
          <a:xfrm>
            <a:off x="2078181" y="4219189"/>
            <a:ext cx="4559533" cy="759366"/>
          </a:xfrm>
          <a:prstGeom prst="rect">
            <a:avLst/>
          </a:prstGeom>
          <a:noFill/>
        </p:spPr>
        <p:txBody>
          <a:bodyPr wrap="square" lIns="0" tIns="0" rIns="0" bIns="0" rtlCol="0" anchor="t" anchorCtr="0">
            <a:noAutofit/>
          </a:bodyPr>
          <a:lstStyle/>
          <a:p>
            <a:pPr marL="182563" indent="-182563" algn="l">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ブロック会議、疑似体験への参加</a:t>
            </a:r>
          </a:p>
        </p:txBody>
      </p:sp>
      <p:sp>
        <p:nvSpPr>
          <p:cNvPr id="17" name="テキスト ボックス 16">
            <a:extLst>
              <a:ext uri="{FF2B5EF4-FFF2-40B4-BE49-F238E27FC236}">
                <a16:creationId xmlns:a16="http://schemas.microsoft.com/office/drawing/2014/main" id="{4062E25F-CEBA-5B8B-D1FD-769694ACC1EF}"/>
              </a:ext>
            </a:extLst>
          </p:cNvPr>
          <p:cNvSpPr txBox="1"/>
          <p:nvPr/>
        </p:nvSpPr>
        <p:spPr>
          <a:xfrm>
            <a:off x="7182194" y="4219189"/>
            <a:ext cx="4706273" cy="759365"/>
          </a:xfrm>
          <a:prstGeom prst="rect">
            <a:avLst/>
          </a:prstGeom>
          <a:noFill/>
        </p:spPr>
        <p:txBody>
          <a:bodyPr wrap="square" lIns="0" tIns="0" rIns="0" bIns="0" rtlCol="0" anchor="t" anchorCtr="0">
            <a:noAutofit/>
          </a:bodyPr>
          <a:lstStyle/>
          <a:p>
            <a:pPr algn="l"/>
            <a:r>
              <a:rPr kumimoji="1" lang="ja-JP" altLang="en-US" sz="1200" dirty="0">
                <a:latin typeface="BIZ UDPゴシック" panose="020B0400000000000000" pitchFamily="50" charset="-128"/>
                <a:ea typeface="BIZ UDPゴシック" panose="020B0400000000000000" pitchFamily="50" charset="-128"/>
              </a:rPr>
              <a:t>次年度以降も継続して実施するブロック会議や疑似体験をよびかける。またブロック会議内で自治体にパネルディスカッションに登壇してもらい、課題の共有とその対処方針を全体に共有する。</a:t>
            </a:r>
          </a:p>
        </p:txBody>
      </p:sp>
      <p:sp>
        <p:nvSpPr>
          <p:cNvPr id="18" name="テキスト ボックス 17">
            <a:extLst>
              <a:ext uri="{FF2B5EF4-FFF2-40B4-BE49-F238E27FC236}">
                <a16:creationId xmlns:a16="http://schemas.microsoft.com/office/drawing/2014/main" id="{65984408-69DC-F581-8C3A-EE3543253FAB}"/>
              </a:ext>
            </a:extLst>
          </p:cNvPr>
          <p:cNvSpPr txBox="1"/>
          <p:nvPr/>
        </p:nvSpPr>
        <p:spPr>
          <a:xfrm>
            <a:off x="2078181" y="5080577"/>
            <a:ext cx="4559533" cy="759366"/>
          </a:xfrm>
          <a:prstGeom prst="rect">
            <a:avLst/>
          </a:prstGeom>
          <a:noFill/>
        </p:spPr>
        <p:txBody>
          <a:bodyPr wrap="square" lIns="0" tIns="0" rIns="0" bIns="0" rtlCol="0" anchor="t" anchorCtr="0">
            <a:noAutofit/>
          </a:bodyPr>
          <a:lstStyle/>
          <a:p>
            <a:pPr marL="182563" indent="-182563" algn="l">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ブロック会議、疑似体験への参加</a:t>
            </a:r>
          </a:p>
        </p:txBody>
      </p:sp>
      <p:sp>
        <p:nvSpPr>
          <p:cNvPr id="19" name="テキスト ボックス 18">
            <a:extLst>
              <a:ext uri="{FF2B5EF4-FFF2-40B4-BE49-F238E27FC236}">
                <a16:creationId xmlns:a16="http://schemas.microsoft.com/office/drawing/2014/main" id="{D3BEC0E5-A358-6EF1-3375-19FF61C01DE3}"/>
              </a:ext>
            </a:extLst>
          </p:cNvPr>
          <p:cNvSpPr txBox="1"/>
          <p:nvPr/>
        </p:nvSpPr>
        <p:spPr>
          <a:xfrm>
            <a:off x="7182194" y="5080577"/>
            <a:ext cx="4706273" cy="759365"/>
          </a:xfrm>
          <a:prstGeom prst="rect">
            <a:avLst/>
          </a:prstGeom>
          <a:noFill/>
        </p:spPr>
        <p:txBody>
          <a:bodyPr wrap="square" lIns="0" tIns="0" rIns="0" bIns="0" rtlCol="0" anchor="t" anchorCtr="0">
            <a:noAutofit/>
          </a:bodyPr>
          <a:lstStyle/>
          <a:p>
            <a:pPr algn="l"/>
            <a:r>
              <a:rPr kumimoji="1" lang="ja-JP" altLang="en-US" sz="1200" dirty="0">
                <a:latin typeface="BIZ UDPゴシック" panose="020B0400000000000000" pitchFamily="50" charset="-128"/>
                <a:ea typeface="BIZ UDPゴシック" panose="020B0400000000000000" pitchFamily="50" charset="-128"/>
              </a:rPr>
              <a:t>次年度以降も継続して実施するブロック会議や疑似体験をよびかける。またブロック会議内で自治体にパネルディスカッションに登壇してもらい、課題の共有とその対処方針を全体に共有する。</a:t>
            </a:r>
          </a:p>
        </p:txBody>
      </p:sp>
      <p:sp>
        <p:nvSpPr>
          <p:cNvPr id="20" name="テキスト ボックス 19">
            <a:extLst>
              <a:ext uri="{FF2B5EF4-FFF2-40B4-BE49-F238E27FC236}">
                <a16:creationId xmlns:a16="http://schemas.microsoft.com/office/drawing/2014/main" id="{E53E0B16-338B-BA8B-928A-EE7C7FC63C57}"/>
              </a:ext>
            </a:extLst>
          </p:cNvPr>
          <p:cNvSpPr txBox="1"/>
          <p:nvPr/>
        </p:nvSpPr>
        <p:spPr>
          <a:xfrm>
            <a:off x="360000" y="1628773"/>
            <a:ext cx="340155" cy="2425911"/>
          </a:xfrm>
          <a:prstGeom prst="rect">
            <a:avLst/>
          </a:prstGeom>
          <a:solidFill>
            <a:schemeClr val="tx2">
              <a:lumMod val="25000"/>
              <a:lumOff val="75000"/>
            </a:schemeClr>
          </a:solidFill>
        </p:spPr>
        <p:txBody>
          <a:bodyPr vert="eaVert" wrap="square" lIns="0" tIns="0" rIns="0" bIns="0" rtlCol="0" anchor="ctr" anchorCtr="1">
            <a:noAutofit/>
          </a:bodyPr>
          <a:lstStyle/>
          <a:p>
            <a:pPr algn="l"/>
            <a:r>
              <a:rPr kumimoji="1" lang="ja-JP" altLang="en-US" sz="1400" dirty="0">
                <a:latin typeface="BIZ UDPゴシック" panose="020B0400000000000000" pitchFamily="50" charset="-128"/>
                <a:ea typeface="BIZ UDPゴシック" panose="020B0400000000000000" pitchFamily="50" charset="-128"/>
              </a:rPr>
              <a:t>組織</a:t>
            </a:r>
            <a:r>
              <a:rPr kumimoji="1" lang="en-US" altLang="ja-JP" sz="1400" dirty="0">
                <a:latin typeface="BIZ UDPゴシック" panose="020B0400000000000000" pitchFamily="50" charset="-128"/>
                <a:ea typeface="BIZ UDPゴシック" panose="020B0400000000000000" pitchFamily="50" charset="-128"/>
              </a:rPr>
              <a:t>/</a:t>
            </a:r>
            <a:r>
              <a:rPr kumimoji="1" lang="ja-JP" altLang="en-US" sz="1400" dirty="0">
                <a:latin typeface="BIZ UDPゴシック" panose="020B0400000000000000" pitchFamily="50" charset="-128"/>
                <a:ea typeface="BIZ UDPゴシック" panose="020B0400000000000000" pitchFamily="50" charset="-128"/>
              </a:rPr>
              <a:t>体制構築</a:t>
            </a:r>
          </a:p>
        </p:txBody>
      </p:sp>
      <p:sp>
        <p:nvSpPr>
          <p:cNvPr id="21" name="テキスト ボックス 20">
            <a:extLst>
              <a:ext uri="{FF2B5EF4-FFF2-40B4-BE49-F238E27FC236}">
                <a16:creationId xmlns:a16="http://schemas.microsoft.com/office/drawing/2014/main" id="{4126DD53-2832-CCEB-3E14-BB042E02F029}"/>
              </a:ext>
            </a:extLst>
          </p:cNvPr>
          <p:cNvSpPr txBox="1"/>
          <p:nvPr/>
        </p:nvSpPr>
        <p:spPr>
          <a:xfrm>
            <a:off x="360000" y="4149725"/>
            <a:ext cx="340155" cy="1800226"/>
          </a:xfrm>
          <a:prstGeom prst="rect">
            <a:avLst/>
          </a:prstGeom>
          <a:solidFill>
            <a:schemeClr val="tx2">
              <a:lumMod val="25000"/>
              <a:lumOff val="75000"/>
            </a:schemeClr>
          </a:solidFill>
        </p:spPr>
        <p:txBody>
          <a:bodyPr vert="eaVert" wrap="square" lIns="0" tIns="0" rIns="0" bIns="0" rtlCol="0" anchor="ctr" anchorCtr="1">
            <a:noAutofit/>
          </a:bodyPr>
          <a:lstStyle/>
          <a:p>
            <a:pPr algn="l"/>
            <a:r>
              <a:rPr kumimoji="1" lang="ja-JP" altLang="en-US" sz="1400" dirty="0">
                <a:latin typeface="BIZ UDPゴシック" panose="020B0400000000000000" pitchFamily="50" charset="-128"/>
                <a:ea typeface="BIZ UDPゴシック" panose="020B0400000000000000" pitchFamily="50" charset="-128"/>
              </a:rPr>
              <a:t>組織</a:t>
            </a:r>
            <a:r>
              <a:rPr kumimoji="1" lang="en-US" altLang="ja-JP" sz="1400" dirty="0">
                <a:latin typeface="BIZ UDPゴシック" panose="020B0400000000000000" pitchFamily="50" charset="-128"/>
                <a:ea typeface="BIZ UDPゴシック" panose="020B0400000000000000" pitchFamily="50" charset="-128"/>
              </a:rPr>
              <a:t>/</a:t>
            </a:r>
            <a:r>
              <a:rPr kumimoji="1" lang="ja-JP" altLang="en-US" sz="1400" dirty="0">
                <a:latin typeface="BIZ UDPゴシック" panose="020B0400000000000000" pitchFamily="50" charset="-128"/>
                <a:ea typeface="BIZ UDPゴシック" panose="020B0400000000000000" pitchFamily="50" charset="-128"/>
              </a:rPr>
              <a:t>体制構築</a:t>
            </a:r>
          </a:p>
        </p:txBody>
      </p:sp>
      <p:sp>
        <p:nvSpPr>
          <p:cNvPr id="22" name="正方形/長方形 21">
            <a:extLst>
              <a:ext uri="{FF2B5EF4-FFF2-40B4-BE49-F238E27FC236}">
                <a16:creationId xmlns:a16="http://schemas.microsoft.com/office/drawing/2014/main" id="{4179B21E-ED25-29EB-CD96-48DB6FE440BD}"/>
              </a:ext>
            </a:extLst>
          </p:cNvPr>
          <p:cNvSpPr/>
          <p:nvPr/>
        </p:nvSpPr>
        <p:spPr>
          <a:xfrm>
            <a:off x="955963" y="1652866"/>
            <a:ext cx="914400" cy="711180"/>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ctr"/>
            <a:r>
              <a:rPr kumimoji="1" lang="en-US" altLang="ja-JP" sz="1400" dirty="0">
                <a:solidFill>
                  <a:schemeClr val="bg1"/>
                </a:solidFill>
                <a:latin typeface="BIZ UDPゴシック" panose="020B0400000000000000" pitchFamily="50" charset="-128"/>
                <a:ea typeface="BIZ UDPゴシック" panose="020B0400000000000000" pitchFamily="50" charset="-128"/>
              </a:rPr>
              <a:t>SC</a:t>
            </a:r>
            <a:r>
              <a:rPr kumimoji="1" lang="ja-JP" altLang="en-US" sz="1400" dirty="0">
                <a:solidFill>
                  <a:schemeClr val="bg1"/>
                </a:solidFill>
                <a:latin typeface="BIZ UDPゴシック" panose="020B0400000000000000" pitchFamily="50" charset="-128"/>
                <a:ea typeface="BIZ UDPゴシック" panose="020B0400000000000000" pitchFamily="50" charset="-128"/>
              </a:rPr>
              <a:t>上での</a:t>
            </a:r>
            <a:endParaRPr kumimoji="1" lang="en-US" altLang="ja-JP" sz="1400" dirty="0">
              <a:solidFill>
                <a:schemeClr val="bg1"/>
              </a:solidFill>
              <a:latin typeface="BIZ UDPゴシック" panose="020B0400000000000000" pitchFamily="50" charset="-128"/>
              <a:ea typeface="BIZ UDPゴシック" panose="020B0400000000000000" pitchFamily="50" charset="-128"/>
            </a:endParaRPr>
          </a:p>
          <a:p>
            <a:pPr algn="ctr"/>
            <a:r>
              <a:rPr lang="en-US" altLang="ja-JP" sz="1400" dirty="0">
                <a:solidFill>
                  <a:schemeClr val="bg1"/>
                </a:solidFill>
                <a:latin typeface="BIZ UDPゴシック" panose="020B0400000000000000" pitchFamily="50" charset="-128"/>
                <a:ea typeface="BIZ UDPゴシック" panose="020B0400000000000000" pitchFamily="50" charset="-128"/>
              </a:rPr>
              <a:t>CN</a:t>
            </a:r>
            <a:r>
              <a:rPr lang="ja-JP" altLang="en-US" sz="1400" dirty="0">
                <a:solidFill>
                  <a:schemeClr val="bg1"/>
                </a:solidFill>
                <a:latin typeface="BIZ UDPゴシック" panose="020B0400000000000000" pitchFamily="50" charset="-128"/>
                <a:ea typeface="BIZ UDPゴシック" panose="020B0400000000000000" pitchFamily="50" charset="-128"/>
              </a:rPr>
              <a:t>推進</a:t>
            </a:r>
            <a:endParaRPr lang="en-US" altLang="ja-JP" sz="1400" dirty="0">
              <a:solidFill>
                <a:schemeClr val="bg1"/>
              </a:solidFill>
              <a:latin typeface="BIZ UDPゴシック" panose="020B0400000000000000" pitchFamily="50" charset="-128"/>
              <a:ea typeface="BIZ UDPゴシック" panose="020B0400000000000000" pitchFamily="50" charset="-128"/>
            </a:endParaRPr>
          </a:p>
          <a:p>
            <a:pPr algn="ctr"/>
            <a:r>
              <a:rPr kumimoji="1" lang="en-US" altLang="ja-JP" sz="1400" dirty="0">
                <a:solidFill>
                  <a:schemeClr val="bg1"/>
                </a:solidFill>
                <a:latin typeface="BIZ UDPゴシック" panose="020B0400000000000000" pitchFamily="50" charset="-128"/>
                <a:ea typeface="BIZ UDPゴシック" panose="020B0400000000000000" pitchFamily="50" charset="-128"/>
              </a:rPr>
              <a:t>(</a:t>
            </a:r>
            <a:r>
              <a:rPr kumimoji="1" lang="ja-JP" altLang="en-US" sz="1400" dirty="0">
                <a:solidFill>
                  <a:schemeClr val="bg1"/>
                </a:solidFill>
                <a:latin typeface="BIZ UDPゴシック" panose="020B0400000000000000" pitchFamily="50" charset="-128"/>
                <a:ea typeface="BIZ UDPゴシック" panose="020B0400000000000000" pitchFamily="50" charset="-128"/>
              </a:rPr>
              <a:t>他社連携</a:t>
            </a:r>
            <a:r>
              <a:rPr kumimoji="1" lang="en-US" altLang="ja-JP" sz="1400" dirty="0">
                <a:solidFill>
                  <a:schemeClr val="bg1"/>
                </a:solidFill>
                <a:latin typeface="BIZ UDPゴシック" panose="020B0400000000000000" pitchFamily="50" charset="-128"/>
                <a:ea typeface="BIZ UDPゴシック" panose="020B0400000000000000" pitchFamily="50" charset="-128"/>
              </a:rPr>
              <a:t>)</a:t>
            </a:r>
            <a:endParaRPr kumimoji="1" lang="ja-JP" altLang="en-US" sz="1400" dirty="0">
              <a:solidFill>
                <a:schemeClr val="bg1"/>
              </a:solidFill>
              <a:latin typeface="BIZ UDPゴシック" panose="020B0400000000000000" pitchFamily="50" charset="-128"/>
              <a:ea typeface="BIZ UDPゴシック" panose="020B0400000000000000" pitchFamily="50" charset="-128"/>
            </a:endParaRPr>
          </a:p>
        </p:txBody>
      </p:sp>
      <p:sp>
        <p:nvSpPr>
          <p:cNvPr id="23" name="正方形/長方形 22">
            <a:extLst>
              <a:ext uri="{FF2B5EF4-FFF2-40B4-BE49-F238E27FC236}">
                <a16:creationId xmlns:a16="http://schemas.microsoft.com/office/drawing/2014/main" id="{1183FDB2-8559-F3B6-DA13-600FD7FB1062}"/>
              </a:ext>
            </a:extLst>
          </p:cNvPr>
          <p:cNvSpPr/>
          <p:nvPr/>
        </p:nvSpPr>
        <p:spPr>
          <a:xfrm>
            <a:off x="955963" y="2497342"/>
            <a:ext cx="914400" cy="711180"/>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ctr"/>
            <a:r>
              <a:rPr kumimoji="1" lang="ja-JP" altLang="en-US" sz="1400" dirty="0">
                <a:solidFill>
                  <a:schemeClr val="bg1"/>
                </a:solidFill>
                <a:latin typeface="BIZ UDPゴシック" panose="020B0400000000000000" pitchFamily="50" charset="-128"/>
                <a:ea typeface="BIZ UDPゴシック" panose="020B0400000000000000" pitchFamily="50" charset="-128"/>
              </a:rPr>
              <a:t>部門横断</a:t>
            </a:r>
            <a:endParaRPr kumimoji="1" lang="en-US" altLang="ja-JP" sz="1400" dirty="0">
              <a:solidFill>
                <a:schemeClr val="bg1"/>
              </a:solidFill>
              <a:latin typeface="BIZ UDPゴシック" panose="020B0400000000000000" pitchFamily="50" charset="-128"/>
              <a:ea typeface="BIZ UDPゴシック" panose="020B0400000000000000" pitchFamily="50" charset="-128"/>
            </a:endParaRPr>
          </a:p>
          <a:p>
            <a:pPr algn="ctr"/>
            <a:r>
              <a:rPr lang="ja-JP" altLang="en-US" sz="1400" dirty="0">
                <a:solidFill>
                  <a:schemeClr val="bg1"/>
                </a:solidFill>
                <a:latin typeface="BIZ UDPゴシック" panose="020B0400000000000000" pitchFamily="50" charset="-128"/>
                <a:ea typeface="BIZ UDPゴシック" panose="020B0400000000000000" pitchFamily="50" charset="-128"/>
              </a:rPr>
              <a:t>対応</a:t>
            </a:r>
            <a:endParaRPr lang="en-US" altLang="ja-JP" sz="1400" dirty="0">
              <a:solidFill>
                <a:schemeClr val="bg1"/>
              </a:solidFill>
              <a:latin typeface="BIZ UDPゴシック" panose="020B0400000000000000" pitchFamily="50" charset="-128"/>
              <a:ea typeface="BIZ UDPゴシック" panose="020B0400000000000000" pitchFamily="50" charset="-128"/>
            </a:endParaRPr>
          </a:p>
          <a:p>
            <a:pPr algn="ctr"/>
            <a:r>
              <a:rPr kumimoji="1" lang="en-US" altLang="ja-JP" sz="1400" dirty="0">
                <a:solidFill>
                  <a:schemeClr val="bg1"/>
                </a:solidFill>
                <a:latin typeface="BIZ UDPゴシック" panose="020B0400000000000000" pitchFamily="50" charset="-128"/>
                <a:ea typeface="BIZ UDPゴシック" panose="020B0400000000000000" pitchFamily="50" charset="-128"/>
              </a:rPr>
              <a:t>(</a:t>
            </a:r>
            <a:r>
              <a:rPr kumimoji="1" lang="ja-JP" altLang="en-US" sz="1400" dirty="0">
                <a:solidFill>
                  <a:schemeClr val="bg1"/>
                </a:solidFill>
                <a:latin typeface="BIZ UDPゴシック" panose="020B0400000000000000" pitchFamily="50" charset="-128"/>
                <a:ea typeface="BIZ UDPゴシック" panose="020B0400000000000000" pitchFamily="50" charset="-128"/>
              </a:rPr>
              <a:t>各社対応</a:t>
            </a:r>
            <a:r>
              <a:rPr kumimoji="1" lang="en-US" altLang="ja-JP" sz="1400" dirty="0">
                <a:solidFill>
                  <a:schemeClr val="bg1"/>
                </a:solidFill>
                <a:latin typeface="BIZ UDPゴシック" panose="020B0400000000000000" pitchFamily="50" charset="-128"/>
                <a:ea typeface="BIZ UDPゴシック" panose="020B0400000000000000" pitchFamily="50" charset="-128"/>
              </a:rPr>
              <a:t>)</a:t>
            </a:r>
            <a:endParaRPr kumimoji="1" lang="ja-JP" altLang="en-US" sz="1400" dirty="0">
              <a:solidFill>
                <a:schemeClr val="bg1"/>
              </a:solidFill>
              <a:latin typeface="BIZ UDPゴシック" panose="020B0400000000000000" pitchFamily="50" charset="-128"/>
              <a:ea typeface="BIZ UDPゴシック" panose="020B0400000000000000" pitchFamily="50" charset="-128"/>
            </a:endParaRPr>
          </a:p>
        </p:txBody>
      </p:sp>
      <p:sp>
        <p:nvSpPr>
          <p:cNvPr id="24" name="正方形/長方形 23">
            <a:extLst>
              <a:ext uri="{FF2B5EF4-FFF2-40B4-BE49-F238E27FC236}">
                <a16:creationId xmlns:a16="http://schemas.microsoft.com/office/drawing/2014/main" id="{23FADE62-265D-8BA9-3017-108EDCE84C35}"/>
              </a:ext>
            </a:extLst>
          </p:cNvPr>
          <p:cNvSpPr/>
          <p:nvPr/>
        </p:nvSpPr>
        <p:spPr>
          <a:xfrm>
            <a:off x="955963" y="3343505"/>
            <a:ext cx="914400" cy="711180"/>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ctr"/>
            <a:r>
              <a:rPr kumimoji="1" lang="ja-JP" altLang="en-US" sz="1400" dirty="0">
                <a:solidFill>
                  <a:schemeClr val="bg1"/>
                </a:solidFill>
                <a:latin typeface="BIZ UDPゴシック" panose="020B0400000000000000" pitchFamily="50" charset="-128"/>
                <a:ea typeface="BIZ UDPゴシック" panose="020B0400000000000000" pitchFamily="50" charset="-128"/>
              </a:rPr>
              <a:t>企業</a:t>
            </a:r>
            <a:r>
              <a:rPr kumimoji="1" lang="en-US" altLang="ja-JP" sz="1400" dirty="0">
                <a:solidFill>
                  <a:schemeClr val="bg1"/>
                </a:solidFill>
                <a:latin typeface="BIZ UDPゴシック" panose="020B0400000000000000" pitchFamily="50" charset="-128"/>
                <a:ea typeface="BIZ UDPゴシック" panose="020B0400000000000000" pitchFamily="50" charset="-128"/>
              </a:rPr>
              <a:t>/</a:t>
            </a:r>
            <a:r>
              <a:rPr kumimoji="1" lang="ja-JP" altLang="en-US" sz="1400" dirty="0">
                <a:solidFill>
                  <a:schemeClr val="bg1"/>
                </a:solidFill>
                <a:latin typeface="BIZ UDPゴシック" panose="020B0400000000000000" pitchFamily="50" charset="-128"/>
                <a:ea typeface="BIZ UDPゴシック" panose="020B0400000000000000" pitchFamily="50" charset="-128"/>
              </a:rPr>
              <a:t>製品</a:t>
            </a:r>
            <a:endParaRPr kumimoji="1" lang="en-US" altLang="ja-JP" sz="1400" dirty="0">
              <a:solidFill>
                <a:schemeClr val="bg1"/>
              </a:solidFill>
              <a:latin typeface="BIZ UDPゴシック" panose="020B0400000000000000" pitchFamily="50" charset="-128"/>
              <a:ea typeface="BIZ UDPゴシック" panose="020B0400000000000000" pitchFamily="50" charset="-128"/>
            </a:endParaRPr>
          </a:p>
          <a:p>
            <a:pPr algn="ctr"/>
            <a:r>
              <a:rPr lang="ja-JP" altLang="en-US" sz="1400" dirty="0">
                <a:solidFill>
                  <a:schemeClr val="bg1"/>
                </a:solidFill>
                <a:latin typeface="BIZ UDPゴシック" panose="020B0400000000000000" pitchFamily="50" charset="-128"/>
                <a:ea typeface="BIZ UDPゴシック" panose="020B0400000000000000" pitchFamily="50" charset="-128"/>
              </a:rPr>
              <a:t>ブランド</a:t>
            </a:r>
            <a:endParaRPr lang="en-US" altLang="ja-JP" sz="1400" dirty="0">
              <a:solidFill>
                <a:schemeClr val="bg1"/>
              </a:solidFill>
              <a:latin typeface="BIZ UDPゴシック" panose="020B0400000000000000" pitchFamily="50" charset="-128"/>
              <a:ea typeface="BIZ UDPゴシック" panose="020B0400000000000000" pitchFamily="50" charset="-128"/>
            </a:endParaRPr>
          </a:p>
          <a:p>
            <a:pPr algn="ctr"/>
            <a:r>
              <a:rPr kumimoji="1" lang="en-US" altLang="ja-JP" sz="1400" dirty="0">
                <a:solidFill>
                  <a:schemeClr val="bg1"/>
                </a:solidFill>
                <a:latin typeface="BIZ UDPゴシック" panose="020B0400000000000000" pitchFamily="50" charset="-128"/>
                <a:ea typeface="BIZ UDPゴシック" panose="020B0400000000000000" pitchFamily="50" charset="-128"/>
              </a:rPr>
              <a:t>(</a:t>
            </a:r>
            <a:r>
              <a:rPr kumimoji="1" lang="ja-JP" altLang="en-US" sz="1400" dirty="0">
                <a:solidFill>
                  <a:schemeClr val="bg1"/>
                </a:solidFill>
                <a:latin typeface="BIZ UDPゴシック" panose="020B0400000000000000" pitchFamily="50" charset="-128"/>
                <a:ea typeface="BIZ UDPゴシック" panose="020B0400000000000000" pitchFamily="50" charset="-128"/>
              </a:rPr>
              <a:t>各社対応</a:t>
            </a:r>
            <a:r>
              <a:rPr kumimoji="1" lang="en-US" altLang="ja-JP" sz="1400" dirty="0">
                <a:solidFill>
                  <a:schemeClr val="bg1"/>
                </a:solidFill>
                <a:latin typeface="BIZ UDPゴシック" panose="020B0400000000000000" pitchFamily="50" charset="-128"/>
                <a:ea typeface="BIZ UDPゴシック" panose="020B0400000000000000" pitchFamily="50" charset="-128"/>
              </a:rPr>
              <a:t>)</a:t>
            </a:r>
            <a:endParaRPr kumimoji="1" lang="ja-JP" altLang="en-US" sz="1400" dirty="0">
              <a:solidFill>
                <a:schemeClr val="bg1"/>
              </a:solidFill>
              <a:latin typeface="BIZ UDPゴシック" panose="020B0400000000000000" pitchFamily="50" charset="-128"/>
              <a:ea typeface="BIZ UDPゴシック" panose="020B0400000000000000" pitchFamily="50" charset="-128"/>
            </a:endParaRPr>
          </a:p>
        </p:txBody>
      </p:sp>
      <p:sp>
        <p:nvSpPr>
          <p:cNvPr id="25" name="正方形/長方形 24">
            <a:extLst>
              <a:ext uri="{FF2B5EF4-FFF2-40B4-BE49-F238E27FC236}">
                <a16:creationId xmlns:a16="http://schemas.microsoft.com/office/drawing/2014/main" id="{9DDC61FC-EAB0-0861-B240-1DD3FA82538D}"/>
              </a:ext>
            </a:extLst>
          </p:cNvPr>
          <p:cNvSpPr/>
          <p:nvPr/>
        </p:nvSpPr>
        <p:spPr>
          <a:xfrm>
            <a:off x="955963" y="4143358"/>
            <a:ext cx="914400" cy="711180"/>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ctr"/>
            <a:r>
              <a:rPr kumimoji="1" lang="ja-JP" altLang="en-US" sz="1400" dirty="0">
                <a:solidFill>
                  <a:schemeClr val="bg1"/>
                </a:solidFill>
                <a:latin typeface="BIZ UDPゴシック" panose="020B0400000000000000" pitchFamily="50" charset="-128"/>
                <a:ea typeface="BIZ UDPゴシック" panose="020B0400000000000000" pitchFamily="50" charset="-128"/>
              </a:rPr>
              <a:t>サプライヤー向け対応</a:t>
            </a:r>
          </a:p>
        </p:txBody>
      </p:sp>
      <p:sp>
        <p:nvSpPr>
          <p:cNvPr id="26" name="正方形/長方形 25">
            <a:extLst>
              <a:ext uri="{FF2B5EF4-FFF2-40B4-BE49-F238E27FC236}">
                <a16:creationId xmlns:a16="http://schemas.microsoft.com/office/drawing/2014/main" id="{7A672DA6-037C-AEE3-B83E-C395A14A8B07}"/>
              </a:ext>
            </a:extLst>
          </p:cNvPr>
          <p:cNvSpPr/>
          <p:nvPr/>
        </p:nvSpPr>
        <p:spPr>
          <a:xfrm>
            <a:off x="955963" y="4943210"/>
            <a:ext cx="914400" cy="461930"/>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ctr"/>
            <a:r>
              <a:rPr kumimoji="1" lang="ja-JP" altLang="en-US" sz="1400" dirty="0">
                <a:solidFill>
                  <a:schemeClr val="bg1"/>
                </a:solidFill>
                <a:latin typeface="BIZ UDPゴシック" panose="020B0400000000000000" pitchFamily="50" charset="-128"/>
                <a:ea typeface="BIZ UDPゴシック" panose="020B0400000000000000" pitchFamily="50" charset="-128"/>
              </a:rPr>
              <a:t>社員の意識向上</a:t>
            </a:r>
          </a:p>
        </p:txBody>
      </p:sp>
      <p:sp>
        <p:nvSpPr>
          <p:cNvPr id="27" name="正方形/長方形 26">
            <a:extLst>
              <a:ext uri="{FF2B5EF4-FFF2-40B4-BE49-F238E27FC236}">
                <a16:creationId xmlns:a16="http://schemas.microsoft.com/office/drawing/2014/main" id="{3FA84C52-A589-4B41-D1FE-83D2C0D74620}"/>
              </a:ext>
            </a:extLst>
          </p:cNvPr>
          <p:cNvSpPr/>
          <p:nvPr/>
        </p:nvSpPr>
        <p:spPr>
          <a:xfrm>
            <a:off x="955963" y="5480996"/>
            <a:ext cx="914400" cy="461930"/>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ctr"/>
            <a:r>
              <a:rPr kumimoji="1" lang="ja-JP" altLang="en-US" sz="1400" dirty="0">
                <a:solidFill>
                  <a:schemeClr val="bg1"/>
                </a:solidFill>
                <a:latin typeface="BIZ UDPゴシック" panose="020B0400000000000000" pitchFamily="50" charset="-128"/>
                <a:ea typeface="BIZ UDPゴシック" panose="020B0400000000000000" pitchFamily="50" charset="-128"/>
              </a:rPr>
              <a:t>社員の対応能力向上</a:t>
            </a:r>
          </a:p>
        </p:txBody>
      </p:sp>
      <p:sp>
        <p:nvSpPr>
          <p:cNvPr id="29" name="楕円 28">
            <a:extLst>
              <a:ext uri="{FF2B5EF4-FFF2-40B4-BE49-F238E27FC236}">
                <a16:creationId xmlns:a16="http://schemas.microsoft.com/office/drawing/2014/main" id="{B25536F1-10DE-F311-BE19-6954E397ECD7}"/>
              </a:ext>
            </a:extLst>
          </p:cNvPr>
          <p:cNvSpPr/>
          <p:nvPr/>
        </p:nvSpPr>
        <p:spPr>
          <a:xfrm>
            <a:off x="6788158" y="1463528"/>
            <a:ext cx="207818" cy="216000"/>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ja-JP" sz="1400" dirty="0">
                <a:solidFill>
                  <a:schemeClr val="tx1"/>
                </a:solidFill>
                <a:latin typeface="BIZ UDPゴシック" panose="020B0400000000000000" pitchFamily="50" charset="-128"/>
                <a:ea typeface="BIZ UDPゴシック" panose="020B0400000000000000" pitchFamily="50" charset="-128"/>
              </a:rPr>
              <a:t>&gt;</a:t>
            </a:r>
            <a:endParaRPr kumimoji="1" lang="ja-JP" altLang="en-US" sz="1400" dirty="0">
              <a:solidFill>
                <a:schemeClr val="tx1"/>
              </a:solidFill>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68010186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5B17BF-38ED-586D-9D2E-7CCE192C258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E748F95-1D1E-29C7-118D-B6ADED82C3A0}"/>
              </a:ext>
            </a:extLst>
          </p:cNvPr>
          <p:cNvSpPr>
            <a:spLocks noGrp="1"/>
          </p:cNvSpPr>
          <p:nvPr>
            <p:ph type="ctrTitle"/>
          </p:nvPr>
        </p:nvSpPr>
        <p:spPr/>
        <p:txBody>
          <a:bodyPr/>
          <a:lstStyle/>
          <a:p>
            <a:r>
              <a:rPr lang="ja-JP" altLang="en-US" dirty="0"/>
              <a:t>集計</a:t>
            </a:r>
            <a:endParaRPr kumimoji="1" lang="ja-JP" altLang="en-US" dirty="0"/>
          </a:p>
        </p:txBody>
      </p:sp>
      <p:sp>
        <p:nvSpPr>
          <p:cNvPr id="3" name="字幕 2">
            <a:extLst>
              <a:ext uri="{FF2B5EF4-FFF2-40B4-BE49-F238E27FC236}">
                <a16:creationId xmlns:a16="http://schemas.microsoft.com/office/drawing/2014/main" id="{1762CB33-AF32-3B4F-3D3C-F3AE4022158F}"/>
              </a:ext>
            </a:extLst>
          </p:cNvPr>
          <p:cNvSpPr>
            <a:spLocks noGrp="1"/>
          </p:cNvSpPr>
          <p:nvPr>
            <p:ph type="subTitle"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4DCBBA9-436C-272C-ADB2-2290B8B59365}"/>
              </a:ext>
            </a:extLst>
          </p:cNvPr>
          <p:cNvSpPr>
            <a:spLocks noGrp="1"/>
          </p:cNvSpPr>
          <p:nvPr>
            <p:ph type="sldNum" sz="quarter" idx="12"/>
          </p:nvPr>
        </p:nvSpPr>
        <p:spPr>
          <a:xfrm>
            <a:off x="8610604" y="6500553"/>
            <a:ext cx="3173412" cy="220927"/>
          </a:xfrm>
        </p:spPr>
        <p:txBody>
          <a:bodyPr/>
          <a:lstStyle/>
          <a:p>
            <a:fld id="{DCB5AA93-092B-49A1-87A7-3C88D5F38AD7}" type="slidenum">
              <a:rPr lang="ja-JP" altLang="en-US" smtClean="0"/>
              <a:pPr/>
              <a:t>46</a:t>
            </a:fld>
            <a:endParaRPr lang="ja-JP" altLang="en-US"/>
          </a:p>
        </p:txBody>
      </p:sp>
      <p:sp>
        <p:nvSpPr>
          <p:cNvPr id="5" name="フッター プレースホルダー 4">
            <a:extLst>
              <a:ext uri="{FF2B5EF4-FFF2-40B4-BE49-F238E27FC236}">
                <a16:creationId xmlns:a16="http://schemas.microsoft.com/office/drawing/2014/main" id="{194EE114-41ED-AEC8-FC63-3236FCD933A1}"/>
              </a:ext>
            </a:extLst>
          </p:cNvPr>
          <p:cNvSpPr>
            <a:spLocks noGrp="1"/>
          </p:cNvSpPr>
          <p:nvPr>
            <p:ph type="ftr" sz="quarter" idx="11"/>
          </p:nvPr>
        </p:nvSpPr>
        <p:spPr>
          <a:xfrm>
            <a:off x="407990" y="6500553"/>
            <a:ext cx="7745413" cy="220927"/>
          </a:xfrm>
        </p:spPr>
        <p:txBody>
          <a:bodyPr/>
          <a:lstStyle/>
          <a:p>
            <a:r>
              <a:rPr lang="ja-JP" altLang="en-US"/>
              <a:t>プロジェクト</a:t>
            </a:r>
            <a:r>
              <a:rPr lang="en-US" altLang="ja-JP"/>
              <a:t>/</a:t>
            </a:r>
            <a:r>
              <a:rPr lang="ja-JP" altLang="en-US"/>
              <a:t>部署</a:t>
            </a:r>
            <a:r>
              <a:rPr lang="en-US" altLang="ja-JP"/>
              <a:t>/</a:t>
            </a:r>
            <a:r>
              <a:rPr lang="ja-JP" altLang="en-US"/>
              <a:t>書類管理情報</a:t>
            </a:r>
            <a:endParaRPr lang="en-US" altLang="ja-JP" dirty="0"/>
          </a:p>
        </p:txBody>
      </p:sp>
    </p:spTree>
    <p:extLst>
      <p:ext uri="{BB962C8B-B14F-4D97-AF65-F5344CB8AC3E}">
        <p14:creationId xmlns:p14="http://schemas.microsoft.com/office/powerpoint/2010/main" val="28420550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BCC9961-09EB-58E4-1745-6441EAD8A5ED}"/>
              </a:ext>
            </a:extLst>
          </p:cNvPr>
          <p:cNvSpPr>
            <a:spLocks noGrp="1"/>
          </p:cNvSpPr>
          <p:nvPr>
            <p:ph type="title"/>
          </p:nvPr>
        </p:nvSpPr>
        <p:spPr/>
        <p:txBody>
          <a:bodyPr/>
          <a:lstStyle/>
          <a:p>
            <a:r>
              <a:rPr lang="ja-JP" altLang="en-US" dirty="0"/>
              <a:t>各国企業における事業機会と連携の課題</a:t>
            </a:r>
            <a:endParaRPr kumimoji="1" lang="ja-JP" altLang="en-US" dirty="0"/>
          </a:p>
        </p:txBody>
      </p:sp>
      <p:sp>
        <p:nvSpPr>
          <p:cNvPr id="3" name="フッター プレースホルダー 2">
            <a:extLst>
              <a:ext uri="{FF2B5EF4-FFF2-40B4-BE49-F238E27FC236}">
                <a16:creationId xmlns:a16="http://schemas.microsoft.com/office/drawing/2014/main" id="{4E474B14-73B5-7D18-D770-FF26127E1205}"/>
              </a:ext>
            </a:extLst>
          </p:cNvPr>
          <p:cNvSpPr>
            <a:spLocks noGrp="1"/>
          </p:cNvSpPr>
          <p:nvPr>
            <p:ph type="ftr" sz="quarter" idx="11"/>
          </p:nvPr>
        </p:nvSpPr>
        <p:spPr/>
        <p:txBody>
          <a:bodyPr/>
          <a:lstStyle/>
          <a:p>
            <a:r>
              <a:rPr lang="ja-JP" altLang="en-US"/>
              <a:t>出所：</a:t>
            </a:r>
            <a:endParaRPr lang="ja-JP" altLang="en-US" sz="900" dirty="0"/>
          </a:p>
        </p:txBody>
      </p:sp>
      <p:sp>
        <p:nvSpPr>
          <p:cNvPr id="4" name="スライド番号プレースホルダー 3">
            <a:extLst>
              <a:ext uri="{FF2B5EF4-FFF2-40B4-BE49-F238E27FC236}">
                <a16:creationId xmlns:a16="http://schemas.microsoft.com/office/drawing/2014/main" id="{A826A6AE-F37A-8D3F-8DA5-8F715D2475E8}"/>
              </a:ext>
            </a:extLst>
          </p:cNvPr>
          <p:cNvSpPr>
            <a:spLocks noGrp="1"/>
          </p:cNvSpPr>
          <p:nvPr>
            <p:ph type="sldNum" sz="quarter" idx="12"/>
          </p:nvPr>
        </p:nvSpPr>
        <p:spPr/>
        <p:txBody>
          <a:bodyPr/>
          <a:lstStyle/>
          <a:p>
            <a:fld id="{DCB5AA93-092B-49A1-87A7-3C88D5F38AD7}" type="slidenum">
              <a:rPr lang="ja-JP" altLang="en-US" smtClean="0"/>
              <a:pPr/>
              <a:t>47</a:t>
            </a:fld>
            <a:endParaRPr lang="ja-JP" altLang="en-US" sz="900" dirty="0"/>
          </a:p>
        </p:txBody>
      </p:sp>
      <p:sp>
        <p:nvSpPr>
          <p:cNvPr id="5" name="テキスト プレースホルダー 4">
            <a:extLst>
              <a:ext uri="{FF2B5EF4-FFF2-40B4-BE49-F238E27FC236}">
                <a16:creationId xmlns:a16="http://schemas.microsoft.com/office/drawing/2014/main" id="{60BD4441-024A-CDF0-7A1F-489E5808A400}"/>
              </a:ext>
            </a:extLst>
          </p:cNvPr>
          <p:cNvSpPr>
            <a:spLocks noGrp="1"/>
          </p:cNvSpPr>
          <p:nvPr>
            <p:ph type="body" sz="quarter" idx="13"/>
          </p:nvPr>
        </p:nvSpPr>
        <p:spPr/>
        <p:txBody>
          <a:bodyPr/>
          <a:lstStyle/>
          <a:p>
            <a:endParaRPr kumimoji="1" lang="ja-JP" altLang="en-US" dirty="0"/>
          </a:p>
        </p:txBody>
      </p:sp>
      <p:sp>
        <p:nvSpPr>
          <p:cNvPr id="6" name="テキスト ボックス 5">
            <a:extLst>
              <a:ext uri="{FF2B5EF4-FFF2-40B4-BE49-F238E27FC236}">
                <a16:creationId xmlns:a16="http://schemas.microsoft.com/office/drawing/2014/main" id="{DE7D9CFB-D651-BBEB-54C6-41347F6BA963}"/>
              </a:ext>
            </a:extLst>
          </p:cNvPr>
          <p:cNvSpPr txBox="1"/>
          <p:nvPr/>
        </p:nvSpPr>
        <p:spPr>
          <a:xfrm>
            <a:off x="1387218" y="1316503"/>
            <a:ext cx="2014975" cy="184666"/>
          </a:xfrm>
          <a:prstGeom prst="rect">
            <a:avLst/>
          </a:prstGeom>
          <a:noFill/>
        </p:spPr>
        <p:txBody>
          <a:bodyPr wrap="none" lIns="0" tIns="0" rIns="0" bIns="0" rtlCol="0">
            <a:spAutoFit/>
          </a:bodyPr>
          <a:lstStyle/>
          <a:p>
            <a:r>
              <a:rPr lang="ja-JP" altLang="en-US" sz="1200" dirty="0">
                <a:latin typeface="BIZ UDPゴシック" panose="020B0400000000000000" pitchFamily="50" charset="-128"/>
                <a:ea typeface="BIZ UDPゴシック" panose="020B0400000000000000" pitchFamily="50" charset="-128"/>
              </a:rPr>
              <a:t>デジタルケイパビリティの強化</a:t>
            </a:r>
            <a:endParaRPr lang="en-US" altLang="ja-JP" sz="1200" dirty="0">
              <a:latin typeface="BIZ UDPゴシック" panose="020B0400000000000000" pitchFamily="50" charset="-128"/>
              <a:ea typeface="BIZ UDPゴシック" panose="020B0400000000000000" pitchFamily="50" charset="-128"/>
            </a:endParaRPr>
          </a:p>
        </p:txBody>
      </p:sp>
      <p:cxnSp>
        <p:nvCxnSpPr>
          <p:cNvPr id="7" name="直線コネクタ 6">
            <a:extLst>
              <a:ext uri="{FF2B5EF4-FFF2-40B4-BE49-F238E27FC236}">
                <a16:creationId xmlns:a16="http://schemas.microsoft.com/office/drawing/2014/main" id="{8D5A1B7E-71DE-7291-00E3-DFC61427DFA9}"/>
              </a:ext>
              <a:ext uri="{C183D7F6-B498-43B3-948B-1728B52AA6E4}">
                <adec:decorative xmlns:adec="http://schemas.microsoft.com/office/drawing/2017/decorative" val="1"/>
              </a:ext>
            </a:extLst>
          </p:cNvPr>
          <p:cNvCxnSpPr>
            <a:cxnSpLocks/>
          </p:cNvCxnSpPr>
          <p:nvPr/>
        </p:nvCxnSpPr>
        <p:spPr>
          <a:xfrm flipV="1">
            <a:off x="1344481" y="1495154"/>
            <a:ext cx="10439535" cy="30778"/>
          </a:xfrm>
          <a:prstGeom prst="line">
            <a:avLst/>
          </a:prstGeom>
          <a:ln w="9525">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8" name="テキスト ボックス 7">
            <a:extLst>
              <a:ext uri="{FF2B5EF4-FFF2-40B4-BE49-F238E27FC236}">
                <a16:creationId xmlns:a16="http://schemas.microsoft.com/office/drawing/2014/main" id="{181DBC8D-4151-9461-398A-AB4692ECD8F5}"/>
              </a:ext>
            </a:extLst>
          </p:cNvPr>
          <p:cNvSpPr txBox="1"/>
          <p:nvPr/>
        </p:nvSpPr>
        <p:spPr>
          <a:xfrm>
            <a:off x="360000" y="2021959"/>
            <a:ext cx="1073089" cy="369332"/>
          </a:xfrm>
          <a:prstGeom prst="rect">
            <a:avLst/>
          </a:prstGeom>
          <a:noFill/>
        </p:spPr>
        <p:txBody>
          <a:bodyPr wrap="square" lIns="0" tIns="0" rIns="0" bIns="0" rtlCol="0">
            <a:spAutoFit/>
          </a:bodyPr>
          <a:lstStyle/>
          <a:p>
            <a:pPr algn="l"/>
            <a:r>
              <a:rPr lang="ja-JP" altLang="en-US" sz="1200" dirty="0">
                <a:latin typeface="BIZ UDPゴシック" panose="020B0400000000000000" pitchFamily="50" charset="-128"/>
                <a:ea typeface="BIZ UDPゴシック" panose="020B0400000000000000" pitchFamily="50" charset="-128"/>
              </a:rPr>
              <a:t>各国企業の</a:t>
            </a:r>
            <a:endParaRPr lang="en-US" altLang="ja-JP" sz="1200" dirty="0">
              <a:latin typeface="BIZ UDPゴシック" panose="020B0400000000000000" pitchFamily="50" charset="-128"/>
              <a:ea typeface="BIZ UDPゴシック" panose="020B0400000000000000" pitchFamily="50" charset="-128"/>
            </a:endParaRPr>
          </a:p>
          <a:p>
            <a:pPr algn="l"/>
            <a:r>
              <a:rPr lang="ja-JP" altLang="en-US" sz="1200" dirty="0">
                <a:latin typeface="BIZ UDPゴシック" panose="020B0400000000000000" pitchFamily="50" charset="-128"/>
                <a:ea typeface="BIZ UDPゴシック" panose="020B0400000000000000" pitchFamily="50" charset="-128"/>
              </a:rPr>
              <a:t>戦略方向性</a:t>
            </a:r>
            <a:endParaRPr kumimoji="1" lang="ja-JP" altLang="en-US" sz="1200" dirty="0">
              <a:latin typeface="BIZ UDPゴシック" panose="020B0400000000000000" pitchFamily="50" charset="-128"/>
              <a:ea typeface="BIZ UDPゴシック" panose="020B0400000000000000" pitchFamily="50" charset="-128"/>
            </a:endParaRPr>
          </a:p>
        </p:txBody>
      </p:sp>
      <p:sp>
        <p:nvSpPr>
          <p:cNvPr id="9" name="テキスト ボックス 8">
            <a:extLst>
              <a:ext uri="{FF2B5EF4-FFF2-40B4-BE49-F238E27FC236}">
                <a16:creationId xmlns:a16="http://schemas.microsoft.com/office/drawing/2014/main" id="{7211B940-39C1-6434-3896-7E442CEAF2F8}"/>
              </a:ext>
            </a:extLst>
          </p:cNvPr>
          <p:cNvSpPr txBox="1"/>
          <p:nvPr/>
        </p:nvSpPr>
        <p:spPr>
          <a:xfrm>
            <a:off x="360000" y="3488984"/>
            <a:ext cx="1073088" cy="369332"/>
          </a:xfrm>
          <a:prstGeom prst="rect">
            <a:avLst/>
          </a:prstGeom>
          <a:noFill/>
        </p:spPr>
        <p:txBody>
          <a:bodyPr wrap="square" lIns="0" tIns="0" rIns="0" bIns="0" rtlCol="0">
            <a:spAutoFit/>
          </a:bodyPr>
          <a:lstStyle/>
          <a:p>
            <a:pPr algn="l"/>
            <a:r>
              <a:rPr lang="ja-JP" altLang="en-US" sz="1200" dirty="0">
                <a:latin typeface="BIZ UDPゴシック" panose="020B0400000000000000" pitchFamily="50" charset="-128"/>
                <a:ea typeface="BIZ UDPゴシック" panose="020B0400000000000000" pitchFamily="50" charset="-128"/>
              </a:rPr>
              <a:t>各国企業から</a:t>
            </a:r>
            <a:endParaRPr lang="en-US" altLang="ja-JP" sz="1200" dirty="0">
              <a:latin typeface="BIZ UDPゴシック" panose="020B0400000000000000" pitchFamily="50" charset="-128"/>
              <a:ea typeface="BIZ UDPゴシック" panose="020B0400000000000000" pitchFamily="50" charset="-128"/>
            </a:endParaRPr>
          </a:p>
          <a:p>
            <a:pPr algn="l"/>
            <a:r>
              <a:rPr kumimoji="1" lang="ja-JP" altLang="en-US" sz="1200" dirty="0">
                <a:latin typeface="BIZ UDPゴシック" panose="020B0400000000000000" pitchFamily="50" charset="-128"/>
                <a:ea typeface="BIZ UDPゴシック" panose="020B0400000000000000" pitchFamily="50" charset="-128"/>
              </a:rPr>
              <a:t>見た事業機会</a:t>
            </a:r>
          </a:p>
        </p:txBody>
      </p:sp>
      <p:sp>
        <p:nvSpPr>
          <p:cNvPr id="10" name="テキスト ボックス 9">
            <a:extLst>
              <a:ext uri="{FF2B5EF4-FFF2-40B4-BE49-F238E27FC236}">
                <a16:creationId xmlns:a16="http://schemas.microsoft.com/office/drawing/2014/main" id="{F7AC4518-CCE3-5367-3A55-65428C096AD7}"/>
              </a:ext>
            </a:extLst>
          </p:cNvPr>
          <p:cNvSpPr txBox="1"/>
          <p:nvPr/>
        </p:nvSpPr>
        <p:spPr>
          <a:xfrm>
            <a:off x="360000" y="4956009"/>
            <a:ext cx="1073088" cy="553998"/>
          </a:xfrm>
          <a:prstGeom prst="rect">
            <a:avLst/>
          </a:prstGeom>
          <a:noFill/>
        </p:spPr>
        <p:txBody>
          <a:bodyPr wrap="square" lIns="0" tIns="0" rIns="0" bIns="0" rtlCol="0">
            <a:spAutoFit/>
          </a:bodyPr>
          <a:lstStyle/>
          <a:p>
            <a:pPr algn="l"/>
            <a:r>
              <a:rPr lang="ja-JP" altLang="en-US" sz="1200" dirty="0">
                <a:latin typeface="BIZ UDPゴシック" panose="020B0400000000000000" pitchFamily="50" charset="-128"/>
                <a:ea typeface="BIZ UDPゴシック" panose="020B0400000000000000" pitchFamily="50" charset="-128"/>
              </a:rPr>
              <a:t>各国企業から</a:t>
            </a:r>
            <a:endParaRPr lang="en-US" altLang="ja-JP" sz="1200" dirty="0">
              <a:latin typeface="BIZ UDPゴシック" panose="020B0400000000000000" pitchFamily="50" charset="-128"/>
              <a:ea typeface="BIZ UDPゴシック" panose="020B0400000000000000" pitchFamily="50" charset="-128"/>
            </a:endParaRPr>
          </a:p>
          <a:p>
            <a:pPr algn="l"/>
            <a:r>
              <a:rPr kumimoji="1" lang="ja-JP" altLang="en-US" sz="1200" dirty="0">
                <a:latin typeface="BIZ UDPゴシック" panose="020B0400000000000000" pitchFamily="50" charset="-128"/>
                <a:ea typeface="BIZ UDPゴシック" panose="020B0400000000000000" pitchFamily="50" charset="-128"/>
              </a:rPr>
              <a:t>見た連携の</a:t>
            </a:r>
            <a:endParaRPr kumimoji="1" lang="en-US" altLang="ja-JP" sz="1200" dirty="0">
              <a:latin typeface="BIZ UDPゴシック" panose="020B0400000000000000" pitchFamily="50" charset="-128"/>
              <a:ea typeface="BIZ UDPゴシック" panose="020B0400000000000000" pitchFamily="50" charset="-128"/>
            </a:endParaRPr>
          </a:p>
          <a:p>
            <a:pPr algn="l"/>
            <a:r>
              <a:rPr kumimoji="1" lang="ja-JP" altLang="en-US" sz="1200" dirty="0">
                <a:latin typeface="BIZ UDPゴシック" panose="020B0400000000000000" pitchFamily="50" charset="-128"/>
                <a:ea typeface="BIZ UDPゴシック" panose="020B0400000000000000" pitchFamily="50" charset="-128"/>
              </a:rPr>
              <a:t>課題</a:t>
            </a:r>
          </a:p>
        </p:txBody>
      </p:sp>
      <p:sp>
        <p:nvSpPr>
          <p:cNvPr id="11" name="テキスト ボックス 10">
            <a:extLst>
              <a:ext uri="{FF2B5EF4-FFF2-40B4-BE49-F238E27FC236}">
                <a16:creationId xmlns:a16="http://schemas.microsoft.com/office/drawing/2014/main" id="{9B2027B3-D74B-FAB5-AF18-09B90D29C98D}"/>
              </a:ext>
            </a:extLst>
          </p:cNvPr>
          <p:cNvSpPr txBox="1"/>
          <p:nvPr/>
        </p:nvSpPr>
        <p:spPr>
          <a:xfrm>
            <a:off x="4075593" y="1310488"/>
            <a:ext cx="2048638" cy="184666"/>
          </a:xfrm>
          <a:prstGeom prst="rect">
            <a:avLst/>
          </a:prstGeom>
          <a:noFill/>
        </p:spPr>
        <p:txBody>
          <a:bodyPr wrap="none" lIns="0" tIns="0" rIns="0" bIns="0" rtlCol="0">
            <a:spAutoFit/>
          </a:bodyPr>
          <a:lstStyle/>
          <a:p>
            <a:r>
              <a:rPr lang="ja-JP" altLang="en-US" sz="1200" dirty="0">
                <a:latin typeface="BIZ UDPゴシック" panose="020B0400000000000000" pitchFamily="50" charset="-128"/>
                <a:ea typeface="BIZ UDPゴシック" panose="020B0400000000000000" pitchFamily="50" charset="-128"/>
              </a:rPr>
              <a:t>サプライチェーン分散化の支援</a:t>
            </a:r>
            <a:endParaRPr lang="en-US" altLang="ja-JP" sz="1200" dirty="0">
              <a:latin typeface="BIZ UDPゴシック" panose="020B0400000000000000" pitchFamily="50" charset="-128"/>
              <a:ea typeface="BIZ UDPゴシック" panose="020B0400000000000000" pitchFamily="50" charset="-128"/>
            </a:endParaRPr>
          </a:p>
        </p:txBody>
      </p:sp>
      <p:sp>
        <p:nvSpPr>
          <p:cNvPr id="12" name="テキスト ボックス 11">
            <a:extLst>
              <a:ext uri="{FF2B5EF4-FFF2-40B4-BE49-F238E27FC236}">
                <a16:creationId xmlns:a16="http://schemas.microsoft.com/office/drawing/2014/main" id="{DEF9AEDF-A42F-270C-5CE6-A6318E2DF9C7}"/>
              </a:ext>
            </a:extLst>
          </p:cNvPr>
          <p:cNvSpPr txBox="1"/>
          <p:nvPr/>
        </p:nvSpPr>
        <p:spPr>
          <a:xfrm>
            <a:off x="1387218" y="1574306"/>
            <a:ext cx="1149354" cy="184666"/>
          </a:xfrm>
          <a:prstGeom prst="rect">
            <a:avLst/>
          </a:prstGeom>
          <a:noFill/>
        </p:spPr>
        <p:txBody>
          <a:bodyPr wrap="none" lIns="0" tIns="0" rIns="0" bIns="0" rtlCol="0">
            <a:spAutoFit/>
          </a:bodyPr>
          <a:lstStyle/>
          <a:p>
            <a:r>
              <a:rPr lang="ja-JP" altLang="en-US" sz="1200" dirty="0">
                <a:latin typeface="BIZ UDPゴシック" panose="020B0400000000000000" pitchFamily="50" charset="-128"/>
                <a:ea typeface="BIZ UDPゴシック" panose="020B0400000000000000" pitchFamily="50" charset="-128"/>
              </a:rPr>
              <a:t>インド</a:t>
            </a:r>
            <a:r>
              <a:rPr lang="en-US" altLang="ja-JP" sz="1200" dirty="0">
                <a:latin typeface="BIZ UDPゴシック" panose="020B0400000000000000" pitchFamily="50" charset="-128"/>
                <a:ea typeface="BIZ UDPゴシック" panose="020B0400000000000000" pitchFamily="50" charset="-128"/>
              </a:rPr>
              <a:t>IT</a:t>
            </a:r>
            <a:r>
              <a:rPr lang="ja-JP" altLang="en-US" sz="1200" dirty="0">
                <a:latin typeface="BIZ UDPゴシック" panose="020B0400000000000000" pitchFamily="50" charset="-128"/>
                <a:ea typeface="BIZ UDPゴシック" panose="020B0400000000000000" pitchFamily="50" charset="-128"/>
              </a:rPr>
              <a:t>サービス</a:t>
            </a:r>
            <a:endParaRPr lang="en-US" altLang="ja-JP" sz="1200" dirty="0">
              <a:latin typeface="BIZ UDPゴシック" panose="020B0400000000000000" pitchFamily="50" charset="-128"/>
              <a:ea typeface="BIZ UDPゴシック" panose="020B0400000000000000" pitchFamily="50" charset="-128"/>
            </a:endParaRPr>
          </a:p>
        </p:txBody>
      </p:sp>
      <p:sp>
        <p:nvSpPr>
          <p:cNvPr id="13" name="テキスト ボックス 12">
            <a:extLst>
              <a:ext uri="{FF2B5EF4-FFF2-40B4-BE49-F238E27FC236}">
                <a16:creationId xmlns:a16="http://schemas.microsoft.com/office/drawing/2014/main" id="{750A3DF8-D60F-CBDC-5710-E00F852FB0F3}"/>
              </a:ext>
            </a:extLst>
          </p:cNvPr>
          <p:cNvSpPr txBox="1"/>
          <p:nvPr/>
        </p:nvSpPr>
        <p:spPr>
          <a:xfrm>
            <a:off x="1387218" y="1980929"/>
            <a:ext cx="2520904" cy="923330"/>
          </a:xfrm>
          <a:prstGeom prst="rect">
            <a:avLst/>
          </a:prstGeom>
          <a:noFill/>
        </p:spPr>
        <p:txBody>
          <a:bodyPr wrap="square" lIns="0" tIns="0" rIns="0" bIns="0" rtlCol="0">
            <a:noAutofit/>
          </a:bodyPr>
          <a:lstStyle/>
          <a:p>
            <a:r>
              <a:rPr lang="ja-JP" altLang="en-US" sz="1200" b="1" dirty="0">
                <a:latin typeface="BIZ UDPゴシック" panose="020B0400000000000000" pitchFamily="50" charset="-128"/>
                <a:ea typeface="BIZ UDPゴシック" panose="020B0400000000000000" pitchFamily="50" charset="-128"/>
              </a:rPr>
              <a:t>高付加価値化</a:t>
            </a:r>
            <a:r>
              <a:rPr lang="en-US" altLang="ja-JP" sz="1200" b="1" dirty="0">
                <a:latin typeface="BIZ UDPゴシック" panose="020B0400000000000000" pitchFamily="50" charset="-128"/>
                <a:ea typeface="BIZ UDPゴシック" panose="020B0400000000000000" pitchFamily="50" charset="-128"/>
              </a:rPr>
              <a:t> / </a:t>
            </a:r>
            <a:r>
              <a:rPr lang="ja-JP" altLang="en-US" sz="1200" b="1" dirty="0">
                <a:latin typeface="BIZ UDPゴシック" panose="020B0400000000000000" pitchFamily="50" charset="-128"/>
                <a:ea typeface="BIZ UDPゴシック" panose="020B0400000000000000" pitchFamily="50" charset="-128"/>
              </a:rPr>
              <a:t>売上の分散化</a:t>
            </a:r>
            <a:endParaRPr lang="en-US" altLang="ja-JP" sz="1200" b="1" dirty="0">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lang="ja-JP" altLang="en-US" sz="1200" dirty="0">
                <a:latin typeface="BIZ UDPゴシック" panose="020B0400000000000000" pitchFamily="50" charset="-128"/>
                <a:ea typeface="BIZ UDPゴシック" panose="020B0400000000000000" pitchFamily="50" charset="-128"/>
              </a:rPr>
              <a:t>バリューチェーン上流への進出による付加価値の向上や、特定国・顧客への依存度の低減に注力</a:t>
            </a:r>
            <a:endParaRPr lang="en-US" altLang="ja-JP" sz="1200" dirty="0">
              <a:latin typeface="BIZ UDPゴシック" panose="020B0400000000000000" pitchFamily="50" charset="-128"/>
              <a:ea typeface="BIZ UDPゴシック" panose="020B0400000000000000" pitchFamily="50" charset="-128"/>
            </a:endParaRPr>
          </a:p>
          <a:p>
            <a:pPr marL="342900" indent="-342900">
              <a:buFont typeface="+mj-ea"/>
              <a:buAutoNum type="circleNumDbPlain"/>
            </a:pPr>
            <a:endParaRPr lang="en-US" altLang="ja-JP" sz="1200" dirty="0">
              <a:latin typeface="BIZ UDPゴシック" panose="020B0400000000000000" pitchFamily="50" charset="-128"/>
              <a:ea typeface="BIZ UDPゴシック" panose="020B0400000000000000" pitchFamily="50" charset="-128"/>
            </a:endParaRPr>
          </a:p>
        </p:txBody>
      </p:sp>
      <p:sp>
        <p:nvSpPr>
          <p:cNvPr id="14" name="テキスト ボックス 13">
            <a:extLst>
              <a:ext uri="{FF2B5EF4-FFF2-40B4-BE49-F238E27FC236}">
                <a16:creationId xmlns:a16="http://schemas.microsoft.com/office/drawing/2014/main" id="{75230B71-A3FA-255F-0E1B-4E6BBABAFFFE}"/>
              </a:ext>
            </a:extLst>
          </p:cNvPr>
          <p:cNvSpPr txBox="1"/>
          <p:nvPr/>
        </p:nvSpPr>
        <p:spPr>
          <a:xfrm>
            <a:off x="4075593" y="1574306"/>
            <a:ext cx="1237518" cy="184666"/>
          </a:xfrm>
          <a:prstGeom prst="rect">
            <a:avLst/>
          </a:prstGeom>
          <a:noFill/>
        </p:spPr>
        <p:txBody>
          <a:bodyPr wrap="none" lIns="0" tIns="0" rIns="0" bIns="0" rtlCol="0">
            <a:spAutoFit/>
          </a:bodyPr>
          <a:lstStyle/>
          <a:p>
            <a:r>
              <a:rPr lang="ja-JP" altLang="en-US" sz="1200" dirty="0">
                <a:latin typeface="BIZ UDPゴシック" panose="020B0400000000000000" pitchFamily="50" charset="-128"/>
                <a:ea typeface="BIZ UDPゴシック" panose="020B0400000000000000" pitchFamily="50" charset="-128"/>
              </a:rPr>
              <a:t>インド自動車・部品</a:t>
            </a:r>
            <a:endParaRPr lang="en-US" altLang="ja-JP" sz="1200" dirty="0">
              <a:latin typeface="BIZ UDPゴシック" panose="020B0400000000000000" pitchFamily="50" charset="-128"/>
              <a:ea typeface="BIZ UDPゴシック" panose="020B0400000000000000" pitchFamily="50" charset="-128"/>
            </a:endParaRPr>
          </a:p>
        </p:txBody>
      </p:sp>
      <p:sp>
        <p:nvSpPr>
          <p:cNvPr id="15" name="テキスト ボックス 14">
            <a:extLst>
              <a:ext uri="{FF2B5EF4-FFF2-40B4-BE49-F238E27FC236}">
                <a16:creationId xmlns:a16="http://schemas.microsoft.com/office/drawing/2014/main" id="{54BE675C-00CF-E899-D930-E39DD4EE988E}"/>
              </a:ext>
            </a:extLst>
          </p:cNvPr>
          <p:cNvSpPr txBox="1"/>
          <p:nvPr/>
        </p:nvSpPr>
        <p:spPr>
          <a:xfrm>
            <a:off x="6763968" y="1574306"/>
            <a:ext cx="1437317" cy="184666"/>
          </a:xfrm>
          <a:prstGeom prst="rect">
            <a:avLst/>
          </a:prstGeom>
          <a:noFill/>
        </p:spPr>
        <p:txBody>
          <a:bodyPr wrap="none" lIns="0" tIns="0" rIns="0" bIns="0" rtlCol="0">
            <a:spAutoFit/>
          </a:bodyPr>
          <a:lstStyle/>
          <a:p>
            <a:r>
              <a:rPr lang="en-US" altLang="ja-JP" sz="1200" dirty="0">
                <a:latin typeface="BIZ UDPゴシック" panose="020B0400000000000000" pitchFamily="50" charset="-128"/>
                <a:ea typeface="BIZ UDPゴシック" panose="020B0400000000000000" pitchFamily="50" charset="-128"/>
              </a:rPr>
              <a:t>ASEAN</a:t>
            </a:r>
            <a:r>
              <a:rPr lang="ja-JP" altLang="en-US" sz="1200" dirty="0">
                <a:latin typeface="BIZ UDPゴシック" panose="020B0400000000000000" pitchFamily="50" charset="-128"/>
                <a:ea typeface="BIZ UDPゴシック" panose="020B0400000000000000" pitchFamily="50" charset="-128"/>
              </a:rPr>
              <a:t>自動車・部品</a:t>
            </a:r>
            <a:endParaRPr lang="en-US" altLang="ja-JP" sz="1200" dirty="0">
              <a:latin typeface="BIZ UDPゴシック" panose="020B0400000000000000" pitchFamily="50" charset="-128"/>
              <a:ea typeface="BIZ UDPゴシック" panose="020B0400000000000000" pitchFamily="50" charset="-128"/>
            </a:endParaRPr>
          </a:p>
        </p:txBody>
      </p:sp>
      <p:sp>
        <p:nvSpPr>
          <p:cNvPr id="16" name="テキスト ボックス 15">
            <a:extLst>
              <a:ext uri="{FF2B5EF4-FFF2-40B4-BE49-F238E27FC236}">
                <a16:creationId xmlns:a16="http://schemas.microsoft.com/office/drawing/2014/main" id="{5F35E15E-26AF-4E5C-904F-2F4D1EE03EB3}"/>
              </a:ext>
            </a:extLst>
          </p:cNvPr>
          <p:cNvSpPr txBox="1"/>
          <p:nvPr/>
        </p:nvSpPr>
        <p:spPr>
          <a:xfrm>
            <a:off x="6763968" y="1980929"/>
            <a:ext cx="2520904" cy="1107996"/>
          </a:xfrm>
          <a:prstGeom prst="rect">
            <a:avLst/>
          </a:prstGeom>
          <a:noFill/>
        </p:spPr>
        <p:txBody>
          <a:bodyPr wrap="square" lIns="0" tIns="0" rIns="0" bIns="0" rtlCol="0">
            <a:noAutofit/>
          </a:bodyPr>
          <a:lstStyle/>
          <a:p>
            <a:r>
              <a:rPr lang="ja-JP" altLang="en-US" sz="1200" b="1" dirty="0">
                <a:latin typeface="BIZ UDPゴシック" panose="020B0400000000000000" pitchFamily="50" charset="-128"/>
                <a:ea typeface="BIZ UDPゴシック" panose="020B0400000000000000" pitchFamily="50" charset="-128"/>
              </a:rPr>
              <a:t>高付加価値</a:t>
            </a:r>
            <a:r>
              <a:rPr lang="en-US" altLang="ja-JP" sz="1200" b="1" dirty="0">
                <a:latin typeface="BIZ UDPゴシック" panose="020B0400000000000000" pitchFamily="50" charset="-128"/>
                <a:ea typeface="BIZ UDPゴシック" panose="020B0400000000000000" pitchFamily="50" charset="-128"/>
              </a:rPr>
              <a:t>/</a:t>
            </a:r>
            <a:r>
              <a:rPr lang="ja-JP" altLang="en-US" sz="1200" b="1" dirty="0">
                <a:latin typeface="BIZ UDPゴシック" panose="020B0400000000000000" pitchFamily="50" charset="-128"/>
                <a:ea typeface="BIZ UDPゴシック" panose="020B0400000000000000" pitchFamily="50" charset="-128"/>
              </a:rPr>
              <a:t>顧客基盤の多様化</a:t>
            </a:r>
            <a:endParaRPr lang="en-US" altLang="ja-JP" sz="1200" b="1" dirty="0">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lang="ja-JP" altLang="en-US" sz="1200" dirty="0">
                <a:latin typeface="BIZ UDPゴシック" panose="020B0400000000000000" pitchFamily="50" charset="-128"/>
                <a:ea typeface="BIZ UDPゴシック" panose="020B0400000000000000" pitchFamily="50" charset="-128"/>
              </a:rPr>
              <a:t>市場成長が鈍化する中、バリューチェーンのポジションアップを志向</a:t>
            </a:r>
            <a:endParaRPr lang="en-US" altLang="ja-JP" sz="1200" dirty="0">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lang="en-US" altLang="ja-JP" sz="1200" dirty="0">
                <a:latin typeface="BIZ UDPゴシック" panose="020B0400000000000000" pitchFamily="50" charset="-128"/>
                <a:ea typeface="BIZ UDPゴシック" panose="020B0400000000000000" pitchFamily="50" charset="-128"/>
              </a:rPr>
              <a:t>EV</a:t>
            </a:r>
            <a:r>
              <a:rPr lang="ja-JP" altLang="en-US" sz="1200" dirty="0">
                <a:latin typeface="BIZ UDPゴシック" panose="020B0400000000000000" pitchFamily="50" charset="-128"/>
                <a:ea typeface="BIZ UDPゴシック" panose="020B0400000000000000" pitchFamily="50" charset="-128"/>
              </a:rPr>
              <a:t>等で対等してきている中華系</a:t>
            </a:r>
            <a:r>
              <a:rPr lang="en-US" altLang="ja-JP" sz="1200" dirty="0">
                <a:latin typeface="BIZ UDPゴシック" panose="020B0400000000000000" pitchFamily="50" charset="-128"/>
                <a:ea typeface="BIZ UDPゴシック" panose="020B0400000000000000" pitchFamily="50" charset="-128"/>
              </a:rPr>
              <a:t>OEM</a:t>
            </a:r>
            <a:r>
              <a:rPr lang="ja-JP" altLang="en-US" sz="1200" dirty="0">
                <a:latin typeface="BIZ UDPゴシック" panose="020B0400000000000000" pitchFamily="50" charset="-128"/>
                <a:ea typeface="BIZ UDPゴシック" panose="020B0400000000000000" pitchFamily="50" charset="-128"/>
              </a:rPr>
              <a:t>とも連携強化し、取り込みの多角化を検討</a:t>
            </a:r>
            <a:endParaRPr lang="en-US" altLang="ja-JP" sz="1200" dirty="0">
              <a:latin typeface="BIZ UDPゴシック" panose="020B0400000000000000" pitchFamily="50" charset="-128"/>
              <a:ea typeface="BIZ UDPゴシック" panose="020B0400000000000000" pitchFamily="50" charset="-128"/>
            </a:endParaRPr>
          </a:p>
        </p:txBody>
      </p:sp>
      <p:cxnSp>
        <p:nvCxnSpPr>
          <p:cNvPr id="17" name="直線コネクタ 16">
            <a:extLst>
              <a:ext uri="{FF2B5EF4-FFF2-40B4-BE49-F238E27FC236}">
                <a16:creationId xmlns:a16="http://schemas.microsoft.com/office/drawing/2014/main" id="{971D7207-38C7-AA1E-2E06-8ACA67BAB14D}"/>
              </a:ext>
              <a:ext uri="{C183D7F6-B498-43B3-948B-1728B52AA6E4}">
                <adec:decorative xmlns:adec="http://schemas.microsoft.com/office/drawing/2017/decorative" val="1"/>
              </a:ext>
            </a:extLst>
          </p:cNvPr>
          <p:cNvCxnSpPr>
            <a:cxnSpLocks/>
          </p:cNvCxnSpPr>
          <p:nvPr/>
        </p:nvCxnSpPr>
        <p:spPr>
          <a:xfrm flipV="1">
            <a:off x="1344482" y="1758972"/>
            <a:ext cx="10439534" cy="30778"/>
          </a:xfrm>
          <a:prstGeom prst="line">
            <a:avLst/>
          </a:prstGeom>
          <a:ln w="9525">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18" name="テキスト ボックス 17">
            <a:extLst>
              <a:ext uri="{FF2B5EF4-FFF2-40B4-BE49-F238E27FC236}">
                <a16:creationId xmlns:a16="http://schemas.microsoft.com/office/drawing/2014/main" id="{29FEBD48-C481-DB98-CE2F-99548B55A0EA}"/>
              </a:ext>
            </a:extLst>
          </p:cNvPr>
          <p:cNvSpPr txBox="1"/>
          <p:nvPr/>
        </p:nvSpPr>
        <p:spPr>
          <a:xfrm>
            <a:off x="9452342" y="1574306"/>
            <a:ext cx="1437317" cy="184666"/>
          </a:xfrm>
          <a:prstGeom prst="rect">
            <a:avLst/>
          </a:prstGeom>
          <a:noFill/>
        </p:spPr>
        <p:txBody>
          <a:bodyPr wrap="none" lIns="0" tIns="0" rIns="0" bIns="0" rtlCol="0">
            <a:spAutoFit/>
          </a:bodyPr>
          <a:lstStyle/>
          <a:p>
            <a:r>
              <a:rPr lang="en-US" altLang="ja-JP" sz="1200" dirty="0">
                <a:latin typeface="BIZ UDPゴシック" panose="020B0400000000000000" pitchFamily="50" charset="-128"/>
                <a:ea typeface="BIZ UDPゴシック" panose="020B0400000000000000" pitchFamily="50" charset="-128"/>
              </a:rPr>
              <a:t>ASEAN</a:t>
            </a:r>
            <a:r>
              <a:rPr lang="ja-JP" altLang="en-US" sz="1200" dirty="0">
                <a:latin typeface="BIZ UDPゴシック" panose="020B0400000000000000" pitchFamily="50" charset="-128"/>
                <a:ea typeface="BIZ UDPゴシック" panose="020B0400000000000000" pitchFamily="50" charset="-128"/>
              </a:rPr>
              <a:t>自動車・部品</a:t>
            </a:r>
            <a:endParaRPr lang="en-US" altLang="ja-JP" sz="1200" dirty="0">
              <a:latin typeface="BIZ UDPゴシック" panose="020B0400000000000000" pitchFamily="50" charset="-128"/>
              <a:ea typeface="BIZ UDPゴシック" panose="020B0400000000000000" pitchFamily="50" charset="-128"/>
            </a:endParaRPr>
          </a:p>
        </p:txBody>
      </p:sp>
      <p:sp>
        <p:nvSpPr>
          <p:cNvPr id="19" name="テキスト ボックス 18">
            <a:extLst>
              <a:ext uri="{FF2B5EF4-FFF2-40B4-BE49-F238E27FC236}">
                <a16:creationId xmlns:a16="http://schemas.microsoft.com/office/drawing/2014/main" id="{F91BC87D-6183-7618-34B6-504324C31190}"/>
              </a:ext>
            </a:extLst>
          </p:cNvPr>
          <p:cNvSpPr txBox="1"/>
          <p:nvPr/>
        </p:nvSpPr>
        <p:spPr>
          <a:xfrm>
            <a:off x="9452342" y="1980929"/>
            <a:ext cx="2520904" cy="1060290"/>
          </a:xfrm>
          <a:prstGeom prst="rect">
            <a:avLst/>
          </a:prstGeom>
          <a:noFill/>
          <a:ln>
            <a:solidFill>
              <a:schemeClr val="bg1">
                <a:lumMod val="65000"/>
              </a:schemeClr>
            </a:solidFill>
          </a:ln>
        </p:spPr>
        <p:txBody>
          <a:bodyPr wrap="square" lIns="0" tIns="0" rIns="0" bIns="0" rtlCol="0">
            <a:noAutofit/>
          </a:bodyPr>
          <a:lstStyle/>
          <a:p>
            <a:r>
              <a:rPr lang="ja-JP" altLang="en-US" sz="1200" b="1" dirty="0">
                <a:solidFill>
                  <a:schemeClr val="accent3"/>
                </a:solidFill>
                <a:latin typeface="BIZ UDPゴシック" panose="020B0400000000000000" pitchFamily="50" charset="-128"/>
                <a:ea typeface="BIZ UDPゴシック" panose="020B0400000000000000" pitchFamily="50" charset="-128"/>
              </a:rPr>
              <a:t>スケール拡大</a:t>
            </a:r>
            <a:r>
              <a:rPr lang="en-US" altLang="ja-JP" sz="1200" b="1" dirty="0">
                <a:solidFill>
                  <a:schemeClr val="accent3"/>
                </a:solidFill>
                <a:latin typeface="BIZ UDPゴシック" panose="020B0400000000000000" pitchFamily="50" charset="-128"/>
                <a:ea typeface="BIZ UDPゴシック" panose="020B0400000000000000" pitchFamily="50" charset="-128"/>
              </a:rPr>
              <a:t>/</a:t>
            </a:r>
            <a:r>
              <a:rPr lang="ja-JP" altLang="en-US" sz="1200" b="1" dirty="0">
                <a:solidFill>
                  <a:schemeClr val="accent3"/>
                </a:solidFill>
                <a:latin typeface="BIZ UDPゴシック" panose="020B0400000000000000" pitchFamily="50" charset="-128"/>
                <a:ea typeface="BIZ UDPゴシック" panose="020B0400000000000000" pitchFamily="50" charset="-128"/>
              </a:rPr>
              <a:t>高付加価値化</a:t>
            </a:r>
            <a:r>
              <a:rPr lang="en-US" altLang="ja-JP" sz="1200" b="1" dirty="0">
                <a:solidFill>
                  <a:schemeClr val="accent3"/>
                </a:solidFill>
                <a:latin typeface="BIZ UDPゴシック" panose="020B0400000000000000" pitchFamily="50" charset="-128"/>
                <a:ea typeface="BIZ UDPゴシック" panose="020B0400000000000000" pitchFamily="50" charset="-128"/>
              </a:rPr>
              <a:t>/</a:t>
            </a:r>
            <a:r>
              <a:rPr lang="ja-JP" altLang="en-US" sz="1200" b="1" dirty="0">
                <a:solidFill>
                  <a:schemeClr val="accent3"/>
                </a:solidFill>
                <a:latin typeface="BIZ UDPゴシック" panose="020B0400000000000000" pitchFamily="50" charset="-128"/>
                <a:ea typeface="BIZ UDPゴシック" panose="020B0400000000000000" pitchFamily="50" charset="-128"/>
              </a:rPr>
              <a:t>顧客基盤の多様化</a:t>
            </a:r>
            <a:endParaRPr lang="en-US" altLang="ja-JP" sz="1200" b="1" dirty="0">
              <a:solidFill>
                <a:schemeClr val="accent3"/>
              </a:solidFill>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lang="ja-JP" altLang="en-US" sz="1200" dirty="0">
                <a:latin typeface="BIZ UDPゴシック" panose="020B0400000000000000" pitchFamily="50" charset="-128"/>
                <a:ea typeface="BIZ UDPゴシック" panose="020B0400000000000000" pitchFamily="50" charset="-128"/>
              </a:rPr>
              <a:t>組立の価値減少に伴い、スケール化によるコスト削減と、上流工程進出による付加価値向上を狙う</a:t>
            </a:r>
            <a:endParaRPr lang="en-US" altLang="ja-JP" sz="1200" dirty="0">
              <a:latin typeface="BIZ UDPゴシック" panose="020B0400000000000000" pitchFamily="50" charset="-128"/>
              <a:ea typeface="BIZ UDPゴシック" panose="020B0400000000000000" pitchFamily="50" charset="-128"/>
            </a:endParaRPr>
          </a:p>
        </p:txBody>
      </p:sp>
      <p:sp>
        <p:nvSpPr>
          <p:cNvPr id="20" name="テキスト ボックス 19">
            <a:extLst>
              <a:ext uri="{FF2B5EF4-FFF2-40B4-BE49-F238E27FC236}">
                <a16:creationId xmlns:a16="http://schemas.microsoft.com/office/drawing/2014/main" id="{DDEEDBBA-9016-95DB-6218-FBD37D6077E8}"/>
              </a:ext>
            </a:extLst>
          </p:cNvPr>
          <p:cNvSpPr txBox="1"/>
          <p:nvPr/>
        </p:nvSpPr>
        <p:spPr>
          <a:xfrm>
            <a:off x="4075593" y="1980929"/>
            <a:ext cx="2520904" cy="738664"/>
          </a:xfrm>
          <a:prstGeom prst="rect">
            <a:avLst/>
          </a:prstGeom>
          <a:noFill/>
        </p:spPr>
        <p:txBody>
          <a:bodyPr wrap="square" lIns="0" tIns="0" rIns="0" bIns="0" rtlCol="0">
            <a:noAutofit/>
          </a:bodyPr>
          <a:lstStyle/>
          <a:p>
            <a:r>
              <a:rPr lang="ja-JP" altLang="en-US" sz="1200" b="1" dirty="0">
                <a:latin typeface="BIZ UDPゴシック" panose="020B0400000000000000" pitchFamily="50" charset="-128"/>
                <a:ea typeface="BIZ UDPゴシック" panose="020B0400000000000000" pitchFamily="50" charset="-128"/>
              </a:rPr>
              <a:t>国内市場の生産・販売拡大</a:t>
            </a:r>
            <a:endParaRPr lang="en-US" altLang="ja-JP" sz="1200" b="1" dirty="0">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lang="ja-JP" altLang="en-US" sz="1200" dirty="0">
                <a:latin typeface="BIZ UDPゴシック" panose="020B0400000000000000" pitchFamily="50" charset="-128"/>
                <a:ea typeface="BIZ UDPゴシック" panose="020B0400000000000000" pitchFamily="50" charset="-128"/>
              </a:rPr>
              <a:t>国内市場の成長に合わせ、自社の生産・供給を増加し、成長を取り込みたい</a:t>
            </a:r>
            <a:endParaRPr lang="en-US" altLang="ja-JP" sz="1200" dirty="0">
              <a:latin typeface="BIZ UDPゴシック" panose="020B0400000000000000" pitchFamily="50" charset="-128"/>
              <a:ea typeface="BIZ UDPゴシック" panose="020B0400000000000000" pitchFamily="50" charset="-128"/>
            </a:endParaRPr>
          </a:p>
        </p:txBody>
      </p:sp>
      <p:sp>
        <p:nvSpPr>
          <p:cNvPr id="21" name="テキスト ボックス 20">
            <a:extLst>
              <a:ext uri="{FF2B5EF4-FFF2-40B4-BE49-F238E27FC236}">
                <a16:creationId xmlns:a16="http://schemas.microsoft.com/office/drawing/2014/main" id="{46632240-5F8B-8D38-B29C-9FD738DCDB8C}"/>
              </a:ext>
            </a:extLst>
          </p:cNvPr>
          <p:cNvSpPr txBox="1"/>
          <p:nvPr/>
        </p:nvSpPr>
        <p:spPr>
          <a:xfrm>
            <a:off x="1387218" y="3486824"/>
            <a:ext cx="2520904" cy="923330"/>
          </a:xfrm>
          <a:prstGeom prst="rect">
            <a:avLst/>
          </a:prstGeom>
          <a:noFill/>
        </p:spPr>
        <p:txBody>
          <a:bodyPr wrap="square" lIns="0" tIns="0" rIns="0" bIns="0" rtlCol="0">
            <a:noAutofit/>
          </a:bodyPr>
          <a:lstStyle/>
          <a:p>
            <a:r>
              <a:rPr lang="ja-JP" altLang="en-US" sz="1200" b="1" dirty="0">
                <a:latin typeface="BIZ UDPゴシック" panose="020B0400000000000000" pitchFamily="50" charset="-128"/>
                <a:ea typeface="BIZ UDPゴシック" panose="020B0400000000000000" pitchFamily="50" charset="-128"/>
              </a:rPr>
              <a:t>日本市場における売上拡大</a:t>
            </a:r>
            <a:endParaRPr lang="en-US" altLang="ja-JP" sz="1200" b="1" dirty="0">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lang="ja-JP" altLang="en-US" sz="1200" dirty="0">
                <a:latin typeface="BIZ UDPゴシック" panose="020B0400000000000000" pitchFamily="50" charset="-128"/>
                <a:ea typeface="BIZ UDPゴシック" panose="020B0400000000000000" pitchFamily="50" charset="-128"/>
              </a:rPr>
              <a:t>日系企業へのアプローチ・売上を拡大したい </a:t>
            </a:r>
            <a:r>
              <a:rPr lang="en-US" altLang="ja-JP" sz="1200" dirty="0">
                <a:latin typeface="BIZ UDPゴシック" panose="020B0400000000000000" pitchFamily="50" charset="-128"/>
                <a:ea typeface="BIZ UDPゴシック" panose="020B0400000000000000" pitchFamily="50" charset="-128"/>
              </a:rPr>
              <a:t>(</a:t>
            </a:r>
            <a:r>
              <a:rPr lang="ja-JP" altLang="en-US" sz="1200" dirty="0">
                <a:latin typeface="BIZ UDPゴシック" panose="020B0400000000000000" pitchFamily="50" charset="-128"/>
                <a:ea typeface="BIZ UDPゴシック" panose="020B0400000000000000" pitchFamily="50" charset="-128"/>
              </a:rPr>
              <a:t>特に</a:t>
            </a:r>
            <a:r>
              <a:rPr lang="en-US" altLang="ja-JP" sz="1200" dirty="0">
                <a:latin typeface="BIZ UDPゴシック" panose="020B0400000000000000" pitchFamily="50" charset="-128"/>
                <a:ea typeface="BIZ UDPゴシック" panose="020B0400000000000000" pitchFamily="50" charset="-128"/>
              </a:rPr>
              <a:t>IT</a:t>
            </a:r>
            <a:r>
              <a:rPr lang="ja-JP" altLang="en-US" sz="1200" dirty="0">
                <a:latin typeface="BIZ UDPゴシック" panose="020B0400000000000000" pitchFamily="50" charset="-128"/>
                <a:ea typeface="BIZ UDPゴシック" panose="020B0400000000000000" pitchFamily="50" charset="-128"/>
              </a:rPr>
              <a:t>開発のアウトソース、先端デジタル技術のインプリ等</a:t>
            </a:r>
            <a:r>
              <a:rPr lang="en-US" altLang="ja-JP" sz="1200" dirty="0">
                <a:latin typeface="BIZ UDPゴシック" panose="020B0400000000000000" pitchFamily="50" charset="-128"/>
                <a:ea typeface="BIZ UDPゴシック" panose="020B0400000000000000" pitchFamily="50" charset="-128"/>
              </a:rPr>
              <a:t>)</a:t>
            </a:r>
          </a:p>
        </p:txBody>
      </p:sp>
      <p:sp>
        <p:nvSpPr>
          <p:cNvPr id="22" name="テキスト ボックス 21">
            <a:extLst>
              <a:ext uri="{FF2B5EF4-FFF2-40B4-BE49-F238E27FC236}">
                <a16:creationId xmlns:a16="http://schemas.microsoft.com/office/drawing/2014/main" id="{06B71D73-976D-4ADD-241B-7C1A482C16D0}"/>
              </a:ext>
            </a:extLst>
          </p:cNvPr>
          <p:cNvSpPr txBox="1"/>
          <p:nvPr/>
        </p:nvSpPr>
        <p:spPr>
          <a:xfrm>
            <a:off x="9452342" y="3486824"/>
            <a:ext cx="2520904" cy="923330"/>
          </a:xfrm>
          <a:prstGeom prst="rect">
            <a:avLst/>
          </a:prstGeom>
          <a:noFill/>
        </p:spPr>
        <p:txBody>
          <a:bodyPr wrap="square" lIns="0" tIns="0" rIns="0" bIns="0" rtlCol="0">
            <a:noAutofit/>
          </a:bodyPr>
          <a:lstStyle/>
          <a:p>
            <a:r>
              <a:rPr lang="ja-JP" altLang="en-US" sz="1200" b="1" dirty="0">
                <a:latin typeface="BIZ UDPゴシック" panose="020B0400000000000000" pitchFamily="50" charset="-128"/>
                <a:ea typeface="BIZ UDPゴシック" panose="020B0400000000000000" pitchFamily="50" charset="-128"/>
              </a:rPr>
              <a:t>日本企業からの技術取得</a:t>
            </a:r>
            <a:endParaRPr lang="en-US" altLang="ja-JP" sz="1200" b="1" dirty="0">
              <a:latin typeface="BIZ UDPゴシック" panose="020B0400000000000000" pitchFamily="50" charset="-128"/>
              <a:ea typeface="BIZ UDPゴシック" panose="020B0400000000000000" pitchFamily="50" charset="-128"/>
            </a:endParaRPr>
          </a:p>
          <a:p>
            <a:pPr marL="171450" indent="-171450">
              <a:buFont typeface="Arial" panose="020B0604020202020204" pitchFamily="34" charset="0"/>
              <a:buChar char="•"/>
            </a:pPr>
            <a:r>
              <a:rPr lang="ja-JP" altLang="en-US" sz="1200" dirty="0">
                <a:latin typeface="BIZ UDPゴシック" panose="020B0400000000000000" pitchFamily="50" charset="-128"/>
                <a:ea typeface="BIZ UDPゴシック" panose="020B0400000000000000" pitchFamily="50" charset="-128"/>
              </a:rPr>
              <a:t>設計や調達までバリューチェーンを広げるうえで、高付加価値工程を含めた製造技術・ノウハウを取得したい</a:t>
            </a:r>
            <a:endParaRPr lang="en-US" altLang="ja-JP" sz="1200" dirty="0">
              <a:latin typeface="BIZ UDPゴシック" panose="020B0400000000000000" pitchFamily="50" charset="-128"/>
              <a:ea typeface="BIZ UDPゴシック" panose="020B0400000000000000" pitchFamily="50" charset="-128"/>
            </a:endParaRPr>
          </a:p>
        </p:txBody>
      </p:sp>
      <p:sp>
        <p:nvSpPr>
          <p:cNvPr id="23" name="テキスト ボックス 22">
            <a:extLst>
              <a:ext uri="{FF2B5EF4-FFF2-40B4-BE49-F238E27FC236}">
                <a16:creationId xmlns:a16="http://schemas.microsoft.com/office/drawing/2014/main" id="{755781C2-BA10-D441-D781-A8642D701CF1}"/>
              </a:ext>
            </a:extLst>
          </p:cNvPr>
          <p:cNvSpPr txBox="1"/>
          <p:nvPr/>
        </p:nvSpPr>
        <p:spPr>
          <a:xfrm>
            <a:off x="4075593" y="3486824"/>
            <a:ext cx="2520904" cy="738664"/>
          </a:xfrm>
          <a:prstGeom prst="rect">
            <a:avLst/>
          </a:prstGeom>
          <a:noFill/>
        </p:spPr>
        <p:txBody>
          <a:bodyPr wrap="square" lIns="0" tIns="0" rIns="0" bIns="0" rtlCol="0">
            <a:noAutofit/>
          </a:bodyPr>
          <a:lstStyle/>
          <a:p>
            <a:r>
              <a:rPr lang="ja-JP" altLang="en-US" sz="1200" b="1" dirty="0">
                <a:latin typeface="BIZ UDPゴシック" panose="020B0400000000000000" pitchFamily="50" charset="-128"/>
                <a:ea typeface="BIZ UDPゴシック" panose="020B0400000000000000" pitchFamily="50" charset="-128"/>
              </a:rPr>
              <a:t>日系企業からの技術・チャネル取得</a:t>
            </a:r>
            <a:endParaRPr lang="en-US" altLang="ja-JP" sz="1200" b="1" dirty="0">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lang="ja-JP" altLang="en-US" sz="1200" dirty="0">
                <a:latin typeface="BIZ UDPゴシック" panose="020B0400000000000000" pitchFamily="50" charset="-128"/>
                <a:ea typeface="BIZ UDPゴシック" panose="020B0400000000000000" pitchFamily="50" charset="-128"/>
              </a:rPr>
              <a:t>設計技術の不足、品質のばらつきに対して、日系企業から製造・生産技術を取得したい</a:t>
            </a:r>
            <a:endParaRPr lang="en-US" altLang="ja-JP" sz="1200" dirty="0">
              <a:latin typeface="BIZ UDPゴシック" panose="020B0400000000000000" pitchFamily="50" charset="-128"/>
              <a:ea typeface="BIZ UDPゴシック" panose="020B0400000000000000" pitchFamily="50" charset="-128"/>
            </a:endParaRPr>
          </a:p>
        </p:txBody>
      </p:sp>
      <p:sp>
        <p:nvSpPr>
          <p:cNvPr id="24" name="テキスト ボックス 23">
            <a:extLst>
              <a:ext uri="{FF2B5EF4-FFF2-40B4-BE49-F238E27FC236}">
                <a16:creationId xmlns:a16="http://schemas.microsoft.com/office/drawing/2014/main" id="{CFE4708C-8D63-EF63-CDEA-81D7138D0ECD}"/>
              </a:ext>
            </a:extLst>
          </p:cNvPr>
          <p:cNvSpPr txBox="1"/>
          <p:nvPr/>
        </p:nvSpPr>
        <p:spPr>
          <a:xfrm>
            <a:off x="6763967" y="3486824"/>
            <a:ext cx="2520904" cy="923330"/>
          </a:xfrm>
          <a:prstGeom prst="rect">
            <a:avLst/>
          </a:prstGeom>
          <a:noFill/>
          <a:ln>
            <a:solidFill>
              <a:schemeClr val="bg1">
                <a:lumMod val="65000"/>
              </a:schemeClr>
            </a:solidFill>
          </a:ln>
        </p:spPr>
        <p:txBody>
          <a:bodyPr wrap="square" lIns="0" tIns="0" rIns="0" bIns="0" rtlCol="0">
            <a:noAutofit/>
          </a:bodyPr>
          <a:lstStyle/>
          <a:p>
            <a:r>
              <a:rPr lang="ja-JP" altLang="en-US" sz="1200" b="1" dirty="0">
                <a:solidFill>
                  <a:schemeClr val="accent3"/>
                </a:solidFill>
                <a:latin typeface="BIZ UDPゴシック" panose="020B0400000000000000" pitchFamily="50" charset="-128"/>
                <a:ea typeface="BIZ UDPゴシック" panose="020B0400000000000000" pitchFamily="50" charset="-128"/>
              </a:rPr>
              <a:t>日本企業からの技術取得</a:t>
            </a:r>
            <a:endParaRPr lang="en-US" altLang="ja-JP" sz="1200" b="1" dirty="0">
              <a:solidFill>
                <a:schemeClr val="accent3"/>
              </a:solidFill>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lang="ja-JP" altLang="en-US" sz="1200" dirty="0">
                <a:latin typeface="BIZ UDPゴシック" panose="020B0400000000000000" pitchFamily="50" charset="-128"/>
                <a:ea typeface="BIZ UDPゴシック" panose="020B0400000000000000" pitchFamily="50" charset="-128"/>
              </a:rPr>
              <a:t>自律的に仕様変更するための設計・製造技術やバリューチェーン横ぐしでの生産・調達管理のノウハウを取得したい</a:t>
            </a:r>
            <a:endParaRPr lang="en-US" altLang="ja-JP" sz="1200" dirty="0">
              <a:latin typeface="BIZ UDPゴシック" panose="020B0400000000000000" pitchFamily="50" charset="-128"/>
              <a:ea typeface="BIZ UDPゴシック" panose="020B0400000000000000" pitchFamily="50" charset="-128"/>
            </a:endParaRPr>
          </a:p>
        </p:txBody>
      </p:sp>
      <p:sp>
        <p:nvSpPr>
          <p:cNvPr id="25" name="テキスト ボックス 24">
            <a:extLst>
              <a:ext uri="{FF2B5EF4-FFF2-40B4-BE49-F238E27FC236}">
                <a16:creationId xmlns:a16="http://schemas.microsoft.com/office/drawing/2014/main" id="{7315ACBA-A100-AF59-FC06-C75F18132F9D}"/>
              </a:ext>
            </a:extLst>
          </p:cNvPr>
          <p:cNvSpPr txBox="1"/>
          <p:nvPr/>
        </p:nvSpPr>
        <p:spPr>
          <a:xfrm>
            <a:off x="1387218" y="4956009"/>
            <a:ext cx="2520904" cy="738664"/>
          </a:xfrm>
          <a:prstGeom prst="rect">
            <a:avLst/>
          </a:prstGeom>
          <a:noFill/>
        </p:spPr>
        <p:txBody>
          <a:bodyPr wrap="square" lIns="0" tIns="0" rIns="0" bIns="0" rtlCol="0">
            <a:noAutofit/>
          </a:bodyPr>
          <a:lstStyle/>
          <a:p>
            <a:r>
              <a:rPr lang="ja-JP" altLang="en-US" sz="1200" dirty="0">
                <a:latin typeface="BIZ UDPゴシック" panose="020B0400000000000000" pitchFamily="50" charset="-128"/>
                <a:ea typeface="BIZ UDPゴシック" panose="020B0400000000000000" pitchFamily="50" charset="-128"/>
              </a:rPr>
              <a:t>案</a:t>
            </a:r>
            <a:r>
              <a:rPr lang="ja-JP" altLang="en-US" sz="1200" b="1" dirty="0">
                <a:latin typeface="BIZ UDPゴシック" panose="020B0400000000000000" pitchFamily="50" charset="-128"/>
                <a:ea typeface="BIZ UDPゴシック" panose="020B0400000000000000" pitchFamily="50" charset="-128"/>
              </a:rPr>
              <a:t>件の複雑性・収益性の低さ</a:t>
            </a:r>
            <a:endParaRPr lang="en-US" altLang="ja-JP" sz="1200" b="1" dirty="0">
              <a:latin typeface="BIZ UDPゴシック" panose="020B0400000000000000" pitchFamily="50" charset="-128"/>
              <a:ea typeface="BIZ UDPゴシック" panose="020B0400000000000000" pitchFamily="50" charset="-128"/>
            </a:endParaRPr>
          </a:p>
          <a:p>
            <a:pPr marL="171450" indent="-171450">
              <a:buFont typeface="Arial" panose="020B0604020202020204" pitchFamily="34" charset="0"/>
              <a:buChar char="•"/>
            </a:pPr>
            <a:r>
              <a:rPr lang="ja-JP" altLang="en-US" sz="1200" dirty="0">
                <a:latin typeface="BIZ UDPゴシック" panose="020B0400000000000000" pitchFamily="50" charset="-128"/>
                <a:ea typeface="BIZ UDPゴシック" panose="020B0400000000000000" pitchFamily="50" charset="-128"/>
              </a:rPr>
              <a:t>個社側の要望が多く、要望水準も高いため、案件が難易度で利益が出づらい</a:t>
            </a:r>
            <a:endParaRPr lang="en-US" altLang="ja-JP" sz="1200" dirty="0">
              <a:latin typeface="BIZ UDPゴシック" panose="020B0400000000000000" pitchFamily="50" charset="-128"/>
              <a:ea typeface="BIZ UDPゴシック" panose="020B0400000000000000" pitchFamily="50" charset="-128"/>
            </a:endParaRPr>
          </a:p>
        </p:txBody>
      </p:sp>
      <p:sp>
        <p:nvSpPr>
          <p:cNvPr id="26" name="テキスト ボックス 25">
            <a:extLst>
              <a:ext uri="{FF2B5EF4-FFF2-40B4-BE49-F238E27FC236}">
                <a16:creationId xmlns:a16="http://schemas.microsoft.com/office/drawing/2014/main" id="{4DB5FC88-20D0-EB0C-019F-BBE59DCECCFD}"/>
              </a:ext>
            </a:extLst>
          </p:cNvPr>
          <p:cNvSpPr txBox="1"/>
          <p:nvPr/>
        </p:nvSpPr>
        <p:spPr>
          <a:xfrm>
            <a:off x="9452342" y="4956009"/>
            <a:ext cx="2520904" cy="738664"/>
          </a:xfrm>
          <a:prstGeom prst="rect">
            <a:avLst/>
          </a:prstGeom>
          <a:noFill/>
        </p:spPr>
        <p:txBody>
          <a:bodyPr wrap="square" lIns="0" tIns="0" rIns="0" bIns="0" rtlCol="0">
            <a:noAutofit/>
          </a:bodyPr>
          <a:lstStyle/>
          <a:p>
            <a:r>
              <a:rPr lang="ja-JP" altLang="en-US" sz="1200" b="1" dirty="0">
                <a:latin typeface="BIZ UDPゴシック" panose="020B0400000000000000" pitchFamily="50" charset="-128"/>
                <a:ea typeface="BIZ UDPゴシック" panose="020B0400000000000000" pitchFamily="50" charset="-128"/>
              </a:rPr>
              <a:t>高付加価値工程・技術の囲い込み</a:t>
            </a:r>
            <a:endParaRPr lang="en-US" altLang="ja-JP" sz="1200" b="1" dirty="0">
              <a:latin typeface="BIZ UDPゴシック" panose="020B0400000000000000" pitchFamily="50" charset="-128"/>
              <a:ea typeface="BIZ UDPゴシック" panose="020B0400000000000000" pitchFamily="50" charset="-128"/>
            </a:endParaRPr>
          </a:p>
          <a:p>
            <a:pPr marL="171450" indent="-171450">
              <a:buFont typeface="Arial" panose="020B0604020202020204" pitchFamily="34" charset="0"/>
              <a:buChar char="•"/>
            </a:pPr>
            <a:r>
              <a:rPr lang="ja-JP" altLang="en-US" sz="1200" dirty="0">
                <a:latin typeface="BIZ UDPゴシック" panose="020B0400000000000000" pitchFamily="50" charset="-128"/>
                <a:ea typeface="BIZ UDPゴシック" panose="020B0400000000000000" pitchFamily="50" charset="-128"/>
              </a:rPr>
              <a:t>設計工程や基幹部材に対する技術・ノウハウが、自社もしくは系列サプライヤーで秘匿され開示されない</a:t>
            </a:r>
            <a:endParaRPr lang="en-US" altLang="ja-JP" sz="1200" dirty="0">
              <a:latin typeface="BIZ UDPゴシック" panose="020B0400000000000000" pitchFamily="50" charset="-128"/>
              <a:ea typeface="BIZ UDPゴシック" panose="020B0400000000000000" pitchFamily="50" charset="-128"/>
            </a:endParaRPr>
          </a:p>
        </p:txBody>
      </p:sp>
      <p:sp>
        <p:nvSpPr>
          <p:cNvPr id="27" name="テキスト ボックス 26">
            <a:extLst>
              <a:ext uri="{FF2B5EF4-FFF2-40B4-BE49-F238E27FC236}">
                <a16:creationId xmlns:a16="http://schemas.microsoft.com/office/drawing/2014/main" id="{85CA1DE0-2AEC-E574-5900-8642F5C6ABAE}"/>
              </a:ext>
            </a:extLst>
          </p:cNvPr>
          <p:cNvSpPr txBox="1"/>
          <p:nvPr/>
        </p:nvSpPr>
        <p:spPr>
          <a:xfrm>
            <a:off x="4075593" y="4956009"/>
            <a:ext cx="2520904" cy="923330"/>
          </a:xfrm>
          <a:prstGeom prst="rect">
            <a:avLst/>
          </a:prstGeom>
          <a:noFill/>
          <a:ln>
            <a:solidFill>
              <a:schemeClr val="bg1">
                <a:lumMod val="65000"/>
              </a:schemeClr>
            </a:solidFill>
          </a:ln>
        </p:spPr>
        <p:txBody>
          <a:bodyPr wrap="square" lIns="0" tIns="0" rIns="0" bIns="0" rtlCol="0">
            <a:noAutofit/>
          </a:bodyPr>
          <a:lstStyle/>
          <a:p>
            <a:r>
              <a:rPr lang="ja-JP" altLang="en-US" sz="1200" b="1" dirty="0">
                <a:solidFill>
                  <a:schemeClr val="accent3"/>
                </a:solidFill>
                <a:latin typeface="BIZ UDPゴシック" panose="020B0400000000000000" pitchFamily="50" charset="-128"/>
                <a:ea typeface="BIZ UDPゴシック" panose="020B0400000000000000" pitchFamily="50" charset="-128"/>
              </a:rPr>
              <a:t>必要以上の品質基準の高さ</a:t>
            </a:r>
            <a:endParaRPr lang="en-US" altLang="ja-JP" sz="1200" b="1" dirty="0">
              <a:solidFill>
                <a:schemeClr val="accent3"/>
              </a:solidFill>
              <a:latin typeface="BIZ UDPゴシック" panose="020B0400000000000000" pitchFamily="50" charset="-128"/>
              <a:ea typeface="BIZ UDPゴシック" panose="020B0400000000000000" pitchFamily="50" charset="-128"/>
            </a:endParaRPr>
          </a:p>
          <a:p>
            <a:pPr marL="171450" indent="-171450">
              <a:buFont typeface="Arial" panose="020B0604020202020204" pitchFamily="34" charset="0"/>
              <a:buChar char="•"/>
            </a:pPr>
            <a:r>
              <a:rPr lang="ja-JP" altLang="en-US" sz="1200" dirty="0">
                <a:latin typeface="BIZ UDPゴシック" panose="020B0400000000000000" pitchFamily="50" charset="-128"/>
                <a:ea typeface="BIZ UDPゴシック" panose="020B0400000000000000" pitchFamily="50" charset="-128"/>
              </a:rPr>
              <a:t>インドでは前提としている耐用期間や原価構造が異なり、国内基準をそのまま適用すると、オーバースペックでコストも見合わない</a:t>
            </a:r>
            <a:endParaRPr lang="en-US" altLang="ja-JP" sz="1200" dirty="0">
              <a:latin typeface="BIZ UDPゴシック" panose="020B0400000000000000" pitchFamily="50" charset="-128"/>
              <a:ea typeface="BIZ UDPゴシック" panose="020B0400000000000000" pitchFamily="50" charset="-128"/>
            </a:endParaRPr>
          </a:p>
        </p:txBody>
      </p:sp>
      <p:sp>
        <p:nvSpPr>
          <p:cNvPr id="28" name="テキスト ボックス 27">
            <a:extLst>
              <a:ext uri="{FF2B5EF4-FFF2-40B4-BE49-F238E27FC236}">
                <a16:creationId xmlns:a16="http://schemas.microsoft.com/office/drawing/2014/main" id="{A336A58D-427D-6D82-684C-219C56DEB5B0}"/>
              </a:ext>
            </a:extLst>
          </p:cNvPr>
          <p:cNvSpPr txBox="1"/>
          <p:nvPr/>
        </p:nvSpPr>
        <p:spPr>
          <a:xfrm>
            <a:off x="6763967" y="4956009"/>
            <a:ext cx="2520904" cy="923330"/>
          </a:xfrm>
          <a:prstGeom prst="rect">
            <a:avLst/>
          </a:prstGeom>
          <a:noFill/>
          <a:ln>
            <a:solidFill>
              <a:schemeClr val="bg1">
                <a:lumMod val="65000"/>
              </a:schemeClr>
            </a:solidFill>
          </a:ln>
        </p:spPr>
        <p:txBody>
          <a:bodyPr wrap="square" lIns="0" tIns="0" rIns="0" bIns="0" rtlCol="0">
            <a:noAutofit/>
          </a:bodyPr>
          <a:lstStyle/>
          <a:p>
            <a:r>
              <a:rPr lang="ja-JP" altLang="en-US" sz="1200" b="1" dirty="0">
                <a:solidFill>
                  <a:schemeClr val="accent3"/>
                </a:solidFill>
                <a:latin typeface="BIZ UDPゴシック" panose="020B0400000000000000" pitchFamily="50" charset="-128"/>
                <a:ea typeface="BIZ UDPゴシック" panose="020B0400000000000000" pitchFamily="50" charset="-128"/>
              </a:rPr>
              <a:t>高付加価値工程・技術の囲い込み</a:t>
            </a:r>
            <a:endParaRPr lang="en-US" altLang="ja-JP" sz="1200" b="1" dirty="0">
              <a:solidFill>
                <a:schemeClr val="accent3"/>
              </a:solidFill>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lang="ja-JP" altLang="en-US" sz="1200" dirty="0">
                <a:latin typeface="BIZ UDPゴシック" panose="020B0400000000000000" pitchFamily="50" charset="-128"/>
                <a:ea typeface="BIZ UDPゴシック" panose="020B0400000000000000" pitchFamily="50" charset="-128"/>
              </a:rPr>
              <a:t>設計工程や基幹部材に対する技術・ノウハウが、自社もしくは系列サプライヤーで秘匿され開示されない</a:t>
            </a:r>
            <a:endParaRPr lang="en-US" altLang="ja-JP" sz="120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369632198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B54CEA1-767C-2B77-C00C-10756B02FEAE}"/>
              </a:ext>
            </a:extLst>
          </p:cNvPr>
          <p:cNvSpPr>
            <a:spLocks noGrp="1"/>
          </p:cNvSpPr>
          <p:nvPr>
            <p:ph type="title"/>
          </p:nvPr>
        </p:nvSpPr>
        <p:spPr/>
        <p:txBody>
          <a:bodyPr>
            <a:normAutofit fontScale="90000"/>
          </a:bodyPr>
          <a:lstStyle/>
          <a:p>
            <a:r>
              <a:rPr lang="ja-JP" altLang="en-US" dirty="0"/>
              <a:t>どのようなインセンティブを選択するか、どのような水準とするか、複数の指標によって評価</a:t>
            </a:r>
            <a:endParaRPr kumimoji="1" lang="ja-JP" altLang="en-US" dirty="0"/>
          </a:p>
        </p:txBody>
      </p:sp>
      <p:sp>
        <p:nvSpPr>
          <p:cNvPr id="3" name="フッター プレースホルダー 2">
            <a:extLst>
              <a:ext uri="{FF2B5EF4-FFF2-40B4-BE49-F238E27FC236}">
                <a16:creationId xmlns:a16="http://schemas.microsoft.com/office/drawing/2014/main" id="{6B29944D-D552-6412-64F2-343B5182FA0F}"/>
              </a:ext>
            </a:extLst>
          </p:cNvPr>
          <p:cNvSpPr>
            <a:spLocks noGrp="1"/>
          </p:cNvSpPr>
          <p:nvPr>
            <p:ph type="ftr" sz="quarter" idx="11"/>
          </p:nvPr>
        </p:nvSpPr>
        <p:spPr/>
        <p:txBody>
          <a:bodyPr/>
          <a:lstStyle/>
          <a:p>
            <a:r>
              <a:rPr lang="ja-JP" altLang="en-US"/>
              <a:t>出所：</a:t>
            </a:r>
            <a:endParaRPr lang="ja-JP" altLang="en-US" sz="900" dirty="0"/>
          </a:p>
        </p:txBody>
      </p:sp>
      <p:sp>
        <p:nvSpPr>
          <p:cNvPr id="4" name="スライド番号プレースホルダー 3">
            <a:extLst>
              <a:ext uri="{FF2B5EF4-FFF2-40B4-BE49-F238E27FC236}">
                <a16:creationId xmlns:a16="http://schemas.microsoft.com/office/drawing/2014/main" id="{CB5B118D-9EE2-8CAB-5B35-BDB91A0AA80D}"/>
              </a:ext>
            </a:extLst>
          </p:cNvPr>
          <p:cNvSpPr>
            <a:spLocks noGrp="1"/>
          </p:cNvSpPr>
          <p:nvPr>
            <p:ph type="sldNum" sz="quarter" idx="12"/>
          </p:nvPr>
        </p:nvSpPr>
        <p:spPr/>
        <p:txBody>
          <a:bodyPr/>
          <a:lstStyle/>
          <a:p>
            <a:fld id="{DCB5AA93-092B-49A1-87A7-3C88D5F38AD7}" type="slidenum">
              <a:rPr lang="ja-JP" altLang="en-US" smtClean="0"/>
              <a:pPr/>
              <a:t>48</a:t>
            </a:fld>
            <a:endParaRPr lang="ja-JP" altLang="en-US" sz="900" dirty="0"/>
          </a:p>
        </p:txBody>
      </p:sp>
      <p:sp>
        <p:nvSpPr>
          <p:cNvPr id="5" name="テキスト プレースホルダー 4">
            <a:extLst>
              <a:ext uri="{FF2B5EF4-FFF2-40B4-BE49-F238E27FC236}">
                <a16:creationId xmlns:a16="http://schemas.microsoft.com/office/drawing/2014/main" id="{C9F3B097-048F-89FA-C17C-D412D7CD1700}"/>
              </a:ext>
            </a:extLst>
          </p:cNvPr>
          <p:cNvSpPr>
            <a:spLocks noGrp="1"/>
          </p:cNvSpPr>
          <p:nvPr>
            <p:ph type="body" sz="quarter" idx="13"/>
          </p:nvPr>
        </p:nvSpPr>
        <p:spPr/>
        <p:txBody>
          <a:bodyPr/>
          <a:lstStyle/>
          <a:p>
            <a:r>
              <a:rPr lang="ja-JP" altLang="en-US" dirty="0"/>
              <a:t>インセンティブを評価するための指標 </a:t>
            </a:r>
            <a:r>
              <a:rPr lang="en-US" altLang="ja-JP" dirty="0"/>
              <a:t>(</a:t>
            </a:r>
            <a:r>
              <a:rPr lang="ja-JP" altLang="en-US" dirty="0"/>
              <a:t>中東某国における実例</a:t>
            </a:r>
            <a:r>
              <a:rPr lang="en-US" altLang="ja-JP" dirty="0"/>
              <a:t>)</a:t>
            </a:r>
          </a:p>
        </p:txBody>
      </p:sp>
      <p:sp>
        <p:nvSpPr>
          <p:cNvPr id="6" name="テキスト ボックス 5">
            <a:extLst>
              <a:ext uri="{FF2B5EF4-FFF2-40B4-BE49-F238E27FC236}">
                <a16:creationId xmlns:a16="http://schemas.microsoft.com/office/drawing/2014/main" id="{2947F281-8FE8-5C94-4942-AFAA3D95B662}"/>
              </a:ext>
            </a:extLst>
          </p:cNvPr>
          <p:cNvSpPr txBox="1"/>
          <p:nvPr/>
        </p:nvSpPr>
        <p:spPr>
          <a:xfrm>
            <a:off x="334964" y="1268413"/>
            <a:ext cx="1664482" cy="5221287"/>
          </a:xfrm>
          <a:prstGeom prst="rect">
            <a:avLst/>
          </a:prstGeom>
          <a:noFill/>
        </p:spPr>
        <p:txBody>
          <a:bodyPr wrap="square" lIns="0" tIns="0" rIns="0" bIns="0" rtlCol="0" anchor="t" anchorCtr="0">
            <a:noAutofit/>
          </a:bodyPr>
          <a:lstStyle/>
          <a:p>
            <a:r>
              <a:rPr lang="ja-JP" altLang="en-US" sz="1400" b="1" dirty="0">
                <a:latin typeface="BIZ UDPゴシック" panose="020B0400000000000000" pitchFamily="50" charset="-128"/>
                <a:ea typeface="BIZ UDPゴシック" panose="020B0400000000000000" pitchFamily="50" charset="-128"/>
              </a:rPr>
              <a:t>ステークホルダー</a:t>
            </a:r>
            <a:endParaRPr lang="en-US" altLang="ja-JP" sz="1400" b="1" dirty="0">
              <a:latin typeface="BIZ UDPゴシック" panose="020B0400000000000000" pitchFamily="50" charset="-128"/>
              <a:ea typeface="BIZ UDPゴシック" panose="020B0400000000000000" pitchFamily="50" charset="-128"/>
            </a:endParaRPr>
          </a:p>
          <a:p>
            <a:pPr algn="l"/>
            <a:r>
              <a:rPr kumimoji="1" lang="ja-JP" altLang="en-US" sz="1400" dirty="0">
                <a:latin typeface="BIZ UDPゴシック" panose="020B0400000000000000" pitchFamily="50" charset="-128"/>
                <a:ea typeface="BIZ UDPゴシック" panose="020B0400000000000000" pitchFamily="50" charset="-128"/>
              </a:rPr>
              <a:t>政府</a:t>
            </a:r>
            <a:endParaRPr kumimoji="1" lang="en-US" altLang="ja-JP" sz="1400" dirty="0">
              <a:latin typeface="BIZ UDPゴシック" panose="020B0400000000000000" pitchFamily="50" charset="-128"/>
              <a:ea typeface="BIZ UDPゴシック" panose="020B0400000000000000" pitchFamily="50" charset="-128"/>
            </a:endParaRPr>
          </a:p>
          <a:p>
            <a:pPr algn="l"/>
            <a:endParaRPr lang="en-US" altLang="ja-JP" sz="1400" dirty="0">
              <a:latin typeface="BIZ UDPゴシック" panose="020B0400000000000000" pitchFamily="50" charset="-128"/>
              <a:ea typeface="BIZ UDPゴシック" panose="020B0400000000000000" pitchFamily="50" charset="-128"/>
            </a:endParaRPr>
          </a:p>
          <a:p>
            <a:pPr algn="l"/>
            <a:endParaRPr kumimoji="1" lang="en-US" altLang="ja-JP" sz="1400" dirty="0">
              <a:latin typeface="BIZ UDPゴシック" panose="020B0400000000000000" pitchFamily="50" charset="-128"/>
              <a:ea typeface="BIZ UDPゴシック" panose="020B0400000000000000" pitchFamily="50" charset="-128"/>
            </a:endParaRPr>
          </a:p>
          <a:p>
            <a:pPr algn="l"/>
            <a:endParaRPr lang="en-US" altLang="ja-JP" sz="1400" dirty="0">
              <a:latin typeface="BIZ UDPゴシック" panose="020B0400000000000000" pitchFamily="50" charset="-128"/>
              <a:ea typeface="BIZ UDPゴシック" panose="020B0400000000000000" pitchFamily="50" charset="-128"/>
            </a:endParaRPr>
          </a:p>
          <a:p>
            <a:pPr algn="l"/>
            <a:endParaRPr kumimoji="1" lang="en-US" altLang="ja-JP" sz="1400" dirty="0">
              <a:latin typeface="BIZ UDPゴシック" panose="020B0400000000000000" pitchFamily="50" charset="-128"/>
              <a:ea typeface="BIZ UDPゴシック" panose="020B0400000000000000" pitchFamily="50" charset="-128"/>
            </a:endParaRPr>
          </a:p>
          <a:p>
            <a:pPr algn="l"/>
            <a:endParaRPr lang="en-US" altLang="ja-JP" sz="1400" dirty="0">
              <a:latin typeface="BIZ UDPゴシック" panose="020B0400000000000000" pitchFamily="50" charset="-128"/>
              <a:ea typeface="BIZ UDPゴシック" panose="020B0400000000000000" pitchFamily="50" charset="-128"/>
            </a:endParaRPr>
          </a:p>
          <a:p>
            <a:pPr algn="l"/>
            <a:endParaRPr kumimoji="1" lang="en-US" altLang="ja-JP" sz="1400" dirty="0">
              <a:latin typeface="BIZ UDPゴシック" panose="020B0400000000000000" pitchFamily="50" charset="-128"/>
              <a:ea typeface="BIZ UDPゴシック" panose="020B0400000000000000" pitchFamily="50" charset="-128"/>
            </a:endParaRPr>
          </a:p>
          <a:p>
            <a:pPr algn="l"/>
            <a:r>
              <a:rPr lang="ja-JP" altLang="en-US" sz="1400" dirty="0">
                <a:latin typeface="BIZ UDPゴシック" panose="020B0400000000000000" pitchFamily="50" charset="-128"/>
                <a:ea typeface="BIZ UDPゴシック" panose="020B0400000000000000" pitchFamily="50" charset="-128"/>
              </a:rPr>
              <a:t>家計</a:t>
            </a:r>
            <a:endParaRPr kumimoji="1" lang="en-US" altLang="ja-JP" sz="1400" dirty="0">
              <a:latin typeface="BIZ UDPゴシック" panose="020B0400000000000000" pitchFamily="50" charset="-128"/>
              <a:ea typeface="BIZ UDPゴシック" panose="020B0400000000000000" pitchFamily="50" charset="-128"/>
            </a:endParaRPr>
          </a:p>
        </p:txBody>
      </p:sp>
      <p:sp>
        <p:nvSpPr>
          <p:cNvPr id="10" name="テキスト ボックス 9">
            <a:extLst>
              <a:ext uri="{FF2B5EF4-FFF2-40B4-BE49-F238E27FC236}">
                <a16:creationId xmlns:a16="http://schemas.microsoft.com/office/drawing/2014/main" id="{22435EAC-D381-516A-3E86-107998AC608D}"/>
              </a:ext>
            </a:extLst>
          </p:cNvPr>
          <p:cNvSpPr txBox="1"/>
          <p:nvPr/>
        </p:nvSpPr>
        <p:spPr>
          <a:xfrm>
            <a:off x="3758826" y="1268413"/>
            <a:ext cx="3456621" cy="5221287"/>
          </a:xfrm>
          <a:prstGeom prst="rect">
            <a:avLst/>
          </a:prstGeom>
          <a:noFill/>
        </p:spPr>
        <p:txBody>
          <a:bodyPr wrap="square" lIns="0" tIns="0" rIns="0" bIns="0" rtlCol="0" anchor="t" anchorCtr="0">
            <a:noAutofit/>
          </a:bodyPr>
          <a:lstStyle/>
          <a:p>
            <a:r>
              <a:rPr lang="ja-JP" altLang="en-US" sz="1400" b="1" dirty="0">
                <a:latin typeface="BIZ UDPゴシック" panose="020B0400000000000000" pitchFamily="50" charset="-128"/>
                <a:ea typeface="BIZ UDPゴシック" panose="020B0400000000000000" pitchFamily="50" charset="-128"/>
              </a:rPr>
              <a:t>判断指標</a:t>
            </a:r>
            <a:endParaRPr lang="en-US" altLang="ja-JP" sz="1400" b="1" dirty="0">
              <a:latin typeface="BIZ UDPゴシック" panose="020B0400000000000000" pitchFamily="50" charset="-128"/>
              <a:ea typeface="BIZ UDPゴシック" panose="020B0400000000000000" pitchFamily="50" charset="-128"/>
            </a:endParaRPr>
          </a:p>
          <a:p>
            <a:pPr algn="l"/>
            <a:r>
              <a:rPr lang="ja-JP" altLang="en-US" sz="1400" dirty="0">
                <a:latin typeface="BIZ UDPゴシック" panose="020B0400000000000000" pitchFamily="50" charset="-128"/>
                <a:ea typeface="BIZ UDPゴシック" panose="020B0400000000000000" pitchFamily="50" charset="-128"/>
              </a:rPr>
              <a:t>インセンティブコストの現在価値</a:t>
            </a:r>
            <a:endParaRPr lang="en-US" altLang="ja-JP" sz="1400" dirty="0">
              <a:latin typeface="BIZ UDPゴシック" panose="020B0400000000000000" pitchFamily="50" charset="-128"/>
              <a:ea typeface="BIZ UDPゴシック" panose="020B0400000000000000" pitchFamily="50" charset="-128"/>
            </a:endParaRPr>
          </a:p>
          <a:p>
            <a:pPr algn="l"/>
            <a:r>
              <a:rPr lang="ja-JP" altLang="en-US" sz="1400" dirty="0">
                <a:latin typeface="BIZ UDPゴシック" panose="020B0400000000000000" pitchFamily="50" charset="-128"/>
                <a:ea typeface="BIZ UDPゴシック" panose="020B0400000000000000" pitchFamily="50" charset="-128"/>
              </a:rPr>
              <a:t>インセンティブコストの名目価値</a:t>
            </a:r>
            <a:endParaRPr lang="en-US" altLang="ja-JP" sz="1400" dirty="0">
              <a:latin typeface="BIZ UDPゴシック" panose="020B0400000000000000" pitchFamily="50" charset="-128"/>
              <a:ea typeface="BIZ UDPゴシック" panose="020B0400000000000000" pitchFamily="50" charset="-128"/>
            </a:endParaRPr>
          </a:p>
          <a:p>
            <a:pPr algn="l"/>
            <a:endParaRPr kumimoji="1" lang="en-US" altLang="ja-JP" sz="1400" dirty="0">
              <a:latin typeface="BIZ UDPゴシック" panose="020B0400000000000000" pitchFamily="50" charset="-128"/>
              <a:ea typeface="BIZ UDPゴシック" panose="020B0400000000000000" pitchFamily="50" charset="-128"/>
            </a:endParaRPr>
          </a:p>
          <a:p>
            <a:r>
              <a:rPr lang="ja-JP" altLang="en-US" sz="1400" dirty="0">
                <a:latin typeface="BIZ UDPゴシック" panose="020B0400000000000000" pitchFamily="50" charset="-128"/>
                <a:ea typeface="BIZ UDPゴシック" panose="020B0400000000000000" pitchFamily="50" charset="-128"/>
              </a:rPr>
              <a:t>投資家への現金流出額の名目価値</a:t>
            </a:r>
            <a:endParaRPr lang="en-US" altLang="ja-JP" sz="1400" dirty="0">
              <a:latin typeface="BIZ UDPゴシック" panose="020B0400000000000000" pitchFamily="50" charset="-128"/>
              <a:ea typeface="BIZ UDPゴシック" panose="020B0400000000000000" pitchFamily="50" charset="-128"/>
            </a:endParaRPr>
          </a:p>
          <a:p>
            <a:r>
              <a:rPr lang="ja-JP" altLang="en-US" sz="1400" dirty="0">
                <a:latin typeface="BIZ UDPゴシック" panose="020B0400000000000000" pitchFamily="50" charset="-128"/>
                <a:ea typeface="BIZ UDPゴシック" panose="020B0400000000000000" pitchFamily="50" charset="-128"/>
              </a:rPr>
              <a:t>投資家への現金流出額の現金価値</a:t>
            </a:r>
            <a:endParaRPr lang="en-US" altLang="ja-JP" sz="1400" dirty="0">
              <a:latin typeface="BIZ UDPゴシック" panose="020B0400000000000000" pitchFamily="50" charset="-128"/>
              <a:ea typeface="BIZ UDPゴシック" panose="020B0400000000000000" pitchFamily="50" charset="-128"/>
            </a:endParaRPr>
          </a:p>
          <a:p>
            <a:r>
              <a:rPr lang="ja-JP" altLang="en-US" sz="1400" dirty="0">
                <a:latin typeface="BIZ UDPゴシック" panose="020B0400000000000000" pitchFamily="50" charset="-128"/>
                <a:ea typeface="BIZ UDPゴシック" panose="020B0400000000000000" pitchFamily="50" charset="-128"/>
              </a:rPr>
              <a:t>インセンティブに対する現金の割合</a:t>
            </a:r>
            <a:endParaRPr lang="en-US" altLang="ja-JP" sz="1400" dirty="0">
              <a:latin typeface="BIZ UDPゴシック" panose="020B0400000000000000" pitchFamily="50" charset="-128"/>
              <a:ea typeface="BIZ UDPゴシック" panose="020B0400000000000000" pitchFamily="50" charset="-128"/>
            </a:endParaRPr>
          </a:p>
          <a:p>
            <a:pPr algn="l"/>
            <a:endParaRPr kumimoji="1" lang="en-US" altLang="ja-JP" sz="1400" dirty="0">
              <a:latin typeface="BIZ UDPゴシック" panose="020B0400000000000000" pitchFamily="50" charset="-128"/>
              <a:ea typeface="BIZ UDPゴシック" panose="020B0400000000000000" pitchFamily="50" charset="-128"/>
            </a:endParaRPr>
          </a:p>
          <a:p>
            <a:r>
              <a:rPr lang="ja-JP" altLang="en-US" sz="1400" dirty="0">
                <a:latin typeface="BIZ UDPゴシック" panose="020B0400000000000000" pitchFamily="50" charset="-128"/>
                <a:ea typeface="BIZ UDPゴシック" panose="020B0400000000000000" pitchFamily="50" charset="-128"/>
              </a:rPr>
              <a:t>インセンティブに対する繰延収益の割合</a:t>
            </a:r>
            <a:endParaRPr lang="en-US" altLang="ja-JP" sz="1400" dirty="0">
              <a:latin typeface="BIZ UDPゴシック" panose="020B0400000000000000" pitchFamily="50" charset="-128"/>
              <a:ea typeface="BIZ UDPゴシック" panose="020B0400000000000000" pitchFamily="50" charset="-128"/>
            </a:endParaRPr>
          </a:p>
          <a:p>
            <a:r>
              <a:rPr lang="ja-JP" altLang="en-US" sz="1400" dirty="0">
                <a:latin typeface="BIZ UDPゴシック" panose="020B0400000000000000" pitchFamily="50" charset="-128"/>
                <a:ea typeface="BIZ UDPゴシック" panose="020B0400000000000000" pitchFamily="50" charset="-128"/>
              </a:rPr>
              <a:t>繰延インセンティブの現在価値</a:t>
            </a:r>
            <a:endParaRPr lang="en-US" altLang="ja-JP" sz="1400" dirty="0">
              <a:latin typeface="BIZ UDPゴシック" panose="020B0400000000000000" pitchFamily="50" charset="-128"/>
              <a:ea typeface="BIZ UDPゴシック" panose="020B0400000000000000" pitchFamily="50" charset="-128"/>
            </a:endParaRPr>
          </a:p>
          <a:p>
            <a:r>
              <a:rPr lang="ja-JP" altLang="en-US" sz="1400" dirty="0">
                <a:latin typeface="BIZ UDPゴシック" panose="020B0400000000000000" pitchFamily="50" charset="-128"/>
                <a:ea typeface="BIZ UDPゴシック" panose="020B0400000000000000" pitchFamily="50" charset="-128"/>
              </a:rPr>
              <a:t>繰延インセンティブの名目価値</a:t>
            </a:r>
            <a:endParaRPr lang="en-US" altLang="ja-JP" sz="1400" dirty="0">
              <a:latin typeface="BIZ UDPゴシック" panose="020B0400000000000000" pitchFamily="50" charset="-128"/>
              <a:ea typeface="BIZ UDPゴシック" panose="020B0400000000000000" pitchFamily="50" charset="-128"/>
            </a:endParaRPr>
          </a:p>
          <a:p>
            <a:endParaRPr lang="en-US" altLang="ja-JP" sz="1400" dirty="0">
              <a:latin typeface="BIZ UDPゴシック" panose="020B0400000000000000" pitchFamily="50" charset="-128"/>
              <a:ea typeface="BIZ UDPゴシック" panose="020B0400000000000000" pitchFamily="50" charset="-128"/>
            </a:endParaRPr>
          </a:p>
          <a:p>
            <a:r>
              <a:rPr lang="ja-JP" altLang="en-US" sz="1400" dirty="0">
                <a:latin typeface="BIZ UDPゴシック" panose="020B0400000000000000" pitchFamily="50" charset="-128"/>
                <a:ea typeface="BIZ UDPゴシック" panose="020B0400000000000000" pitchFamily="50" charset="-128"/>
              </a:rPr>
              <a:t>オペレーション開始前のインセンティブ割合</a:t>
            </a:r>
            <a:endParaRPr lang="en-US" altLang="ja-JP" sz="1400" dirty="0">
              <a:latin typeface="BIZ UDPゴシック" panose="020B0400000000000000" pitchFamily="50" charset="-128"/>
              <a:ea typeface="BIZ UDPゴシック" panose="020B0400000000000000" pitchFamily="50" charset="-128"/>
            </a:endParaRPr>
          </a:p>
          <a:p>
            <a:endParaRPr lang="en-US" altLang="ja-JP" sz="1400" dirty="0">
              <a:latin typeface="BIZ UDPゴシック" panose="020B0400000000000000" pitchFamily="50" charset="-128"/>
              <a:ea typeface="BIZ UDPゴシック" panose="020B0400000000000000" pitchFamily="50" charset="-128"/>
            </a:endParaRPr>
          </a:p>
          <a:p>
            <a:r>
              <a:rPr lang="ja-JP" altLang="en-US" sz="1400" dirty="0">
                <a:latin typeface="BIZ UDPゴシック" panose="020B0400000000000000" pitchFamily="50" charset="-128"/>
                <a:ea typeface="BIZ UDPゴシック" panose="020B0400000000000000" pitchFamily="50" charset="-128"/>
              </a:rPr>
              <a:t>プロジェクトの内部収益率</a:t>
            </a:r>
            <a:endParaRPr lang="en-US" altLang="ja-JP" sz="1400" dirty="0">
              <a:latin typeface="BIZ UDPゴシック" panose="020B0400000000000000" pitchFamily="50" charset="-128"/>
              <a:ea typeface="BIZ UDPゴシック" panose="020B0400000000000000" pitchFamily="50" charset="-128"/>
            </a:endParaRPr>
          </a:p>
          <a:p>
            <a:r>
              <a:rPr lang="ja-JP" altLang="en-US" sz="1400" dirty="0">
                <a:latin typeface="BIZ UDPゴシック" panose="020B0400000000000000" pitchFamily="50" charset="-128"/>
                <a:ea typeface="BIZ UDPゴシック" panose="020B0400000000000000" pitchFamily="50" charset="-128"/>
              </a:rPr>
              <a:t>株主資本の内部収益率</a:t>
            </a:r>
            <a:endParaRPr lang="en-US" altLang="ja-JP" sz="1400" dirty="0">
              <a:latin typeface="BIZ UDPゴシック" panose="020B0400000000000000" pitchFamily="50" charset="-128"/>
              <a:ea typeface="BIZ UDPゴシック" panose="020B0400000000000000" pitchFamily="50" charset="-128"/>
            </a:endParaRPr>
          </a:p>
          <a:p>
            <a:r>
              <a:rPr lang="ja-JP" altLang="en-US" sz="1400" dirty="0">
                <a:latin typeface="BIZ UDPゴシック" panose="020B0400000000000000" pitchFamily="50" charset="-128"/>
                <a:ea typeface="BIZ UDPゴシック" panose="020B0400000000000000" pitchFamily="50" charset="-128"/>
              </a:rPr>
              <a:t>プロジェクト正味収益率</a:t>
            </a:r>
            <a:endParaRPr lang="en-US" altLang="ja-JP" sz="1400" dirty="0">
              <a:latin typeface="BIZ UDPゴシック" panose="020B0400000000000000" pitchFamily="50" charset="-128"/>
              <a:ea typeface="BIZ UDPゴシック" panose="020B0400000000000000" pitchFamily="50" charset="-128"/>
            </a:endParaRPr>
          </a:p>
          <a:p>
            <a:r>
              <a:rPr lang="ja-JP" altLang="en-US" sz="1400" dirty="0">
                <a:latin typeface="BIZ UDPゴシック" panose="020B0400000000000000" pitchFamily="50" charset="-128"/>
                <a:ea typeface="BIZ UDPゴシック" panose="020B0400000000000000" pitchFamily="50" charset="-128"/>
              </a:rPr>
              <a:t>株主資本正味現在価値</a:t>
            </a:r>
            <a:endParaRPr lang="en-US" altLang="ja-JP" sz="1400" dirty="0">
              <a:latin typeface="BIZ UDPゴシック" panose="020B0400000000000000" pitchFamily="50" charset="-128"/>
              <a:ea typeface="BIZ UDPゴシック" panose="020B0400000000000000" pitchFamily="50" charset="-128"/>
            </a:endParaRPr>
          </a:p>
          <a:p>
            <a:endParaRPr kumimoji="1" lang="en-US" altLang="ja-JP" sz="1400" dirty="0">
              <a:latin typeface="BIZ UDPゴシック" panose="020B0400000000000000" pitchFamily="50" charset="-128"/>
              <a:ea typeface="BIZ UDPゴシック" panose="020B0400000000000000" pitchFamily="50" charset="-128"/>
            </a:endParaRPr>
          </a:p>
          <a:p>
            <a:r>
              <a:rPr lang="ja-JP" altLang="en-US" sz="1400" dirty="0">
                <a:latin typeface="BIZ UDPゴシック" panose="020B0400000000000000" pitchFamily="50" charset="-128"/>
                <a:ea typeface="BIZ UDPゴシック" panose="020B0400000000000000" pitchFamily="50" charset="-128"/>
              </a:rPr>
              <a:t>投資家への現金流出額の名目価値</a:t>
            </a:r>
            <a:endParaRPr lang="en-US" altLang="ja-JP" sz="1400" dirty="0">
              <a:latin typeface="BIZ UDPゴシック" panose="020B0400000000000000" pitchFamily="50" charset="-128"/>
              <a:ea typeface="BIZ UDPゴシック" panose="020B0400000000000000" pitchFamily="50" charset="-128"/>
            </a:endParaRPr>
          </a:p>
          <a:p>
            <a:r>
              <a:rPr lang="ja-JP" altLang="en-US" sz="1400" dirty="0">
                <a:latin typeface="BIZ UDPゴシック" panose="020B0400000000000000" pitchFamily="50" charset="-128"/>
                <a:ea typeface="BIZ UDPゴシック" panose="020B0400000000000000" pitchFamily="50" charset="-128"/>
              </a:rPr>
              <a:t>投資家への現金流出額の現金価値</a:t>
            </a:r>
            <a:endParaRPr lang="en-US" altLang="ja-JP" sz="1400" dirty="0">
              <a:latin typeface="BIZ UDPゴシック" panose="020B0400000000000000" pitchFamily="50" charset="-128"/>
              <a:ea typeface="BIZ UDPゴシック" panose="020B0400000000000000" pitchFamily="50" charset="-128"/>
            </a:endParaRPr>
          </a:p>
          <a:p>
            <a:r>
              <a:rPr lang="ja-JP" altLang="en-US" sz="1400" dirty="0">
                <a:latin typeface="BIZ UDPゴシック" panose="020B0400000000000000" pitchFamily="50" charset="-128"/>
                <a:ea typeface="BIZ UDPゴシック" panose="020B0400000000000000" pitchFamily="50" charset="-128"/>
              </a:rPr>
              <a:t>インセンティブに対する現金の割合</a:t>
            </a:r>
            <a:endParaRPr lang="en-US" altLang="ja-JP" sz="1400" dirty="0">
              <a:latin typeface="BIZ UDPゴシック" panose="020B0400000000000000" pitchFamily="50" charset="-128"/>
              <a:ea typeface="BIZ UDPゴシック" panose="020B0400000000000000" pitchFamily="50" charset="-128"/>
            </a:endParaRPr>
          </a:p>
          <a:p>
            <a:endParaRPr kumimoji="1" lang="en-US" altLang="ja-JP" sz="1400" dirty="0">
              <a:latin typeface="BIZ UDPゴシック" panose="020B0400000000000000" pitchFamily="50" charset="-128"/>
              <a:ea typeface="BIZ UDPゴシック" panose="020B0400000000000000" pitchFamily="50" charset="-128"/>
            </a:endParaRPr>
          </a:p>
        </p:txBody>
      </p:sp>
      <p:sp>
        <p:nvSpPr>
          <p:cNvPr id="11" name="テキスト ボックス 10">
            <a:extLst>
              <a:ext uri="{FF2B5EF4-FFF2-40B4-BE49-F238E27FC236}">
                <a16:creationId xmlns:a16="http://schemas.microsoft.com/office/drawing/2014/main" id="{2A5A92A4-0159-230D-AF63-953CA70AE308}"/>
              </a:ext>
            </a:extLst>
          </p:cNvPr>
          <p:cNvSpPr txBox="1"/>
          <p:nvPr/>
        </p:nvSpPr>
        <p:spPr>
          <a:xfrm>
            <a:off x="2274499" y="1268412"/>
            <a:ext cx="1134005" cy="5221287"/>
          </a:xfrm>
          <a:prstGeom prst="rect">
            <a:avLst/>
          </a:prstGeom>
          <a:noFill/>
        </p:spPr>
        <p:txBody>
          <a:bodyPr wrap="square" lIns="0" tIns="0" rIns="0" bIns="0" rtlCol="0" anchor="t" anchorCtr="0">
            <a:noAutofit/>
          </a:bodyPr>
          <a:lstStyle/>
          <a:p>
            <a:r>
              <a:rPr lang="ja-JP" altLang="en-US" sz="1400" b="1" dirty="0">
                <a:latin typeface="BIZ UDPゴシック" panose="020B0400000000000000" pitchFamily="50" charset="-128"/>
                <a:ea typeface="BIZ UDPゴシック" panose="020B0400000000000000" pitchFamily="50" charset="-128"/>
              </a:rPr>
              <a:t>切り口</a:t>
            </a:r>
            <a:endParaRPr lang="en-US" altLang="ja-JP" sz="1400" b="1" dirty="0">
              <a:latin typeface="BIZ UDPゴシック" panose="020B0400000000000000" pitchFamily="50" charset="-128"/>
              <a:ea typeface="BIZ UDPゴシック" panose="020B0400000000000000" pitchFamily="50" charset="-128"/>
            </a:endParaRPr>
          </a:p>
          <a:p>
            <a:pPr algn="l"/>
            <a:r>
              <a:rPr kumimoji="1" lang="ja-JP" altLang="en-US" sz="1400" dirty="0">
                <a:latin typeface="BIZ UDPゴシック" panose="020B0400000000000000" pitchFamily="50" charset="-128"/>
                <a:ea typeface="BIZ UDPゴシック" panose="020B0400000000000000" pitchFamily="50" charset="-128"/>
              </a:rPr>
              <a:t>政府のコスト</a:t>
            </a:r>
            <a:endParaRPr kumimoji="1" lang="en-US" altLang="ja-JP" sz="1400" dirty="0">
              <a:latin typeface="BIZ UDPゴシック" panose="020B0400000000000000" pitchFamily="50" charset="-128"/>
              <a:ea typeface="BIZ UDPゴシック" panose="020B0400000000000000" pitchFamily="50" charset="-128"/>
            </a:endParaRPr>
          </a:p>
          <a:p>
            <a:pPr algn="l"/>
            <a:endParaRPr lang="en-US" altLang="ja-JP" sz="1400" dirty="0">
              <a:latin typeface="BIZ UDPゴシック" panose="020B0400000000000000" pitchFamily="50" charset="-128"/>
              <a:ea typeface="BIZ UDPゴシック" panose="020B0400000000000000" pitchFamily="50" charset="-128"/>
            </a:endParaRPr>
          </a:p>
          <a:p>
            <a:pPr algn="l"/>
            <a:endParaRPr kumimoji="1" lang="en-US" altLang="ja-JP" sz="1400" dirty="0">
              <a:latin typeface="BIZ UDPゴシック" panose="020B0400000000000000" pitchFamily="50" charset="-128"/>
              <a:ea typeface="BIZ UDPゴシック" panose="020B0400000000000000" pitchFamily="50" charset="-128"/>
            </a:endParaRPr>
          </a:p>
          <a:p>
            <a:r>
              <a:rPr lang="ja-JP" altLang="en-US" sz="1400" dirty="0">
                <a:latin typeface="BIZ UDPゴシック" panose="020B0400000000000000" pitchFamily="50" charset="-128"/>
                <a:ea typeface="BIZ UDPゴシック" panose="020B0400000000000000" pitchFamily="50" charset="-128"/>
              </a:rPr>
              <a:t>キャッシュ</a:t>
            </a:r>
            <a:endParaRPr lang="en-US" altLang="ja-JP" sz="1400" dirty="0">
              <a:latin typeface="BIZ UDPゴシック" panose="020B0400000000000000" pitchFamily="50" charset="-128"/>
              <a:ea typeface="BIZ UDPゴシック" panose="020B0400000000000000" pitchFamily="50" charset="-128"/>
            </a:endParaRPr>
          </a:p>
          <a:p>
            <a:pPr algn="l"/>
            <a:endParaRPr kumimoji="1" lang="en-US" altLang="ja-JP" sz="1400" dirty="0">
              <a:latin typeface="BIZ UDPゴシック" panose="020B0400000000000000" pitchFamily="50" charset="-128"/>
              <a:ea typeface="BIZ UDPゴシック" panose="020B0400000000000000" pitchFamily="50" charset="-128"/>
            </a:endParaRPr>
          </a:p>
          <a:p>
            <a:pPr algn="l"/>
            <a:endParaRPr lang="en-US" altLang="ja-JP" sz="1400" dirty="0">
              <a:latin typeface="BIZ UDPゴシック" panose="020B0400000000000000" pitchFamily="50" charset="-128"/>
              <a:ea typeface="BIZ UDPゴシック" panose="020B0400000000000000" pitchFamily="50" charset="-128"/>
            </a:endParaRPr>
          </a:p>
          <a:p>
            <a:pPr algn="l"/>
            <a:endParaRPr lang="en-US" altLang="ja-JP" sz="1400" dirty="0">
              <a:latin typeface="BIZ UDPゴシック" panose="020B0400000000000000" pitchFamily="50" charset="-128"/>
              <a:ea typeface="BIZ UDPゴシック" panose="020B0400000000000000" pitchFamily="50" charset="-128"/>
            </a:endParaRPr>
          </a:p>
          <a:p>
            <a:pPr algn="l"/>
            <a:r>
              <a:rPr lang="ja-JP" altLang="en-US" sz="1400" dirty="0">
                <a:latin typeface="BIZ UDPゴシック" panose="020B0400000000000000" pitchFamily="50" charset="-128"/>
                <a:ea typeface="BIZ UDPゴシック" panose="020B0400000000000000" pitchFamily="50" charset="-128"/>
              </a:rPr>
              <a:t>繰延収益</a:t>
            </a:r>
            <a:endParaRPr lang="en-US" altLang="ja-JP" sz="1400" dirty="0">
              <a:latin typeface="BIZ UDPゴシック" panose="020B0400000000000000" pitchFamily="50" charset="-128"/>
              <a:ea typeface="BIZ UDPゴシック" panose="020B0400000000000000" pitchFamily="50" charset="-128"/>
            </a:endParaRPr>
          </a:p>
          <a:p>
            <a:pPr algn="l"/>
            <a:endParaRPr lang="en-US" altLang="ja-JP" sz="1400" dirty="0">
              <a:latin typeface="BIZ UDPゴシック" panose="020B0400000000000000" pitchFamily="50" charset="-128"/>
              <a:ea typeface="BIZ UDPゴシック" panose="020B0400000000000000" pitchFamily="50" charset="-128"/>
            </a:endParaRPr>
          </a:p>
          <a:p>
            <a:pPr algn="l"/>
            <a:endParaRPr lang="en-US" altLang="ja-JP" sz="1400" dirty="0">
              <a:latin typeface="BIZ UDPゴシック" panose="020B0400000000000000" pitchFamily="50" charset="-128"/>
              <a:ea typeface="BIZ UDPゴシック" panose="020B0400000000000000" pitchFamily="50" charset="-128"/>
            </a:endParaRPr>
          </a:p>
          <a:p>
            <a:pPr algn="l"/>
            <a:endParaRPr lang="en-US" altLang="ja-JP" sz="1400" dirty="0">
              <a:latin typeface="BIZ UDPゴシック" panose="020B0400000000000000" pitchFamily="50" charset="-128"/>
              <a:ea typeface="BIZ UDPゴシック" panose="020B0400000000000000" pitchFamily="50" charset="-128"/>
            </a:endParaRPr>
          </a:p>
          <a:p>
            <a:pPr algn="l"/>
            <a:r>
              <a:rPr lang="ja-JP" altLang="en-US" sz="1400" dirty="0">
                <a:latin typeface="BIZ UDPゴシック" panose="020B0400000000000000" pitchFamily="50" charset="-128"/>
                <a:ea typeface="BIZ UDPゴシック" panose="020B0400000000000000" pitchFamily="50" charset="-128"/>
              </a:rPr>
              <a:t>タイミング</a:t>
            </a:r>
            <a:endParaRPr lang="en-US" altLang="ja-JP" sz="1400" dirty="0">
              <a:latin typeface="BIZ UDPゴシック" panose="020B0400000000000000" pitchFamily="50" charset="-128"/>
              <a:ea typeface="BIZ UDPゴシック" panose="020B0400000000000000" pitchFamily="50" charset="-128"/>
            </a:endParaRPr>
          </a:p>
          <a:p>
            <a:pPr algn="l"/>
            <a:endParaRPr lang="en-US" altLang="ja-JP" sz="1400" dirty="0">
              <a:latin typeface="BIZ UDPゴシック" panose="020B0400000000000000" pitchFamily="50" charset="-128"/>
              <a:ea typeface="BIZ UDPゴシック" panose="020B0400000000000000" pitchFamily="50" charset="-128"/>
            </a:endParaRPr>
          </a:p>
          <a:p>
            <a:pPr algn="l"/>
            <a:r>
              <a:rPr lang="ja-JP" altLang="en-US" sz="1400" dirty="0">
                <a:latin typeface="BIZ UDPゴシック" panose="020B0400000000000000" pitchFamily="50" charset="-128"/>
                <a:ea typeface="BIZ UDPゴシック" panose="020B0400000000000000" pitchFamily="50" charset="-128"/>
              </a:rPr>
              <a:t>収益性</a:t>
            </a:r>
            <a:endParaRPr lang="en-US" altLang="ja-JP" sz="1400" dirty="0">
              <a:latin typeface="BIZ UDPゴシック" panose="020B0400000000000000" pitchFamily="50" charset="-128"/>
              <a:ea typeface="BIZ UDPゴシック" panose="020B0400000000000000" pitchFamily="50" charset="-128"/>
            </a:endParaRPr>
          </a:p>
          <a:p>
            <a:pPr algn="l"/>
            <a:endParaRPr lang="en-US" altLang="ja-JP" sz="1400" dirty="0">
              <a:latin typeface="BIZ UDPゴシック" panose="020B0400000000000000" pitchFamily="50" charset="-128"/>
              <a:ea typeface="BIZ UDPゴシック" panose="020B0400000000000000" pitchFamily="50" charset="-128"/>
            </a:endParaRPr>
          </a:p>
          <a:p>
            <a:pPr algn="l"/>
            <a:endParaRPr lang="en-US" altLang="ja-JP" sz="1400" dirty="0">
              <a:latin typeface="BIZ UDPゴシック" panose="020B0400000000000000" pitchFamily="50" charset="-128"/>
              <a:ea typeface="BIZ UDPゴシック" panose="020B0400000000000000" pitchFamily="50" charset="-128"/>
            </a:endParaRPr>
          </a:p>
          <a:p>
            <a:pPr algn="l"/>
            <a:endParaRPr lang="en-US" altLang="ja-JP" sz="1400" dirty="0">
              <a:latin typeface="BIZ UDPゴシック" panose="020B0400000000000000" pitchFamily="50" charset="-128"/>
              <a:ea typeface="BIZ UDPゴシック" panose="020B0400000000000000" pitchFamily="50" charset="-128"/>
            </a:endParaRPr>
          </a:p>
          <a:p>
            <a:pPr algn="l"/>
            <a:endParaRPr lang="en-US" altLang="ja-JP" sz="1400" dirty="0">
              <a:latin typeface="BIZ UDPゴシック" panose="020B0400000000000000" pitchFamily="50" charset="-128"/>
              <a:ea typeface="BIZ UDPゴシック" panose="020B0400000000000000" pitchFamily="50" charset="-128"/>
            </a:endParaRPr>
          </a:p>
          <a:p>
            <a:pPr algn="l"/>
            <a:r>
              <a:rPr lang="ja-JP" altLang="en-US" sz="1400" dirty="0">
                <a:latin typeface="BIZ UDPゴシック" panose="020B0400000000000000" pitchFamily="50" charset="-128"/>
                <a:ea typeface="BIZ UDPゴシック" panose="020B0400000000000000" pitchFamily="50" charset="-128"/>
              </a:rPr>
              <a:t>キャッシュ</a:t>
            </a:r>
            <a:endParaRPr lang="en-US" altLang="ja-JP" sz="1400" dirty="0">
              <a:latin typeface="BIZ UDPゴシック" panose="020B0400000000000000" pitchFamily="50" charset="-128"/>
              <a:ea typeface="BIZ UDPゴシック" panose="020B0400000000000000" pitchFamily="50" charset="-128"/>
            </a:endParaRPr>
          </a:p>
        </p:txBody>
      </p:sp>
      <p:sp>
        <p:nvSpPr>
          <p:cNvPr id="12" name="テキスト ボックス 11">
            <a:extLst>
              <a:ext uri="{FF2B5EF4-FFF2-40B4-BE49-F238E27FC236}">
                <a16:creationId xmlns:a16="http://schemas.microsoft.com/office/drawing/2014/main" id="{E71B0E1B-2B0A-10BE-8B48-1DF275E454DE}"/>
              </a:ext>
            </a:extLst>
          </p:cNvPr>
          <p:cNvSpPr txBox="1"/>
          <p:nvPr/>
        </p:nvSpPr>
        <p:spPr>
          <a:xfrm>
            <a:off x="8730105" y="2506633"/>
            <a:ext cx="1889808" cy="1938992"/>
          </a:xfrm>
          <a:prstGeom prst="rect">
            <a:avLst/>
          </a:prstGeom>
          <a:noFill/>
        </p:spPr>
        <p:txBody>
          <a:bodyPr wrap="square" lIns="0" tIns="0" rIns="0" bIns="0" rtlCol="0" anchor="t" anchorCtr="0">
            <a:spAutoFit/>
          </a:bodyPr>
          <a:lstStyle/>
          <a:p>
            <a:pPr algn="l"/>
            <a:r>
              <a:rPr kumimoji="1" lang="ja-JP" altLang="en-US" sz="1400" dirty="0">
                <a:latin typeface="BIZ UDPゴシック" panose="020B0400000000000000" pitchFamily="50" charset="-128"/>
                <a:ea typeface="BIZ UDPゴシック" panose="020B0400000000000000" pitchFamily="50" charset="-128"/>
              </a:rPr>
              <a:t>予測正味現在価値割合への限界効果</a:t>
            </a:r>
            <a:endParaRPr kumimoji="1" lang="en-US" altLang="ja-JP" sz="1400" dirty="0">
              <a:latin typeface="BIZ UDPゴシック" panose="020B0400000000000000" pitchFamily="50" charset="-128"/>
              <a:ea typeface="BIZ UDPゴシック" panose="020B0400000000000000" pitchFamily="50" charset="-128"/>
            </a:endParaRPr>
          </a:p>
          <a:p>
            <a:pPr algn="l"/>
            <a:endParaRPr lang="en-US" altLang="ja-JP" sz="1400" dirty="0">
              <a:latin typeface="BIZ UDPゴシック" panose="020B0400000000000000" pitchFamily="50" charset="-128"/>
              <a:ea typeface="BIZ UDPゴシック" panose="020B0400000000000000" pitchFamily="50" charset="-128"/>
            </a:endParaRPr>
          </a:p>
          <a:p>
            <a:pPr algn="l"/>
            <a:r>
              <a:rPr kumimoji="1" lang="en-US" altLang="ja-JP" sz="1400" dirty="0">
                <a:latin typeface="BIZ UDPゴシック" panose="020B0400000000000000" pitchFamily="50" charset="-128"/>
                <a:ea typeface="BIZ UDPゴシック" panose="020B0400000000000000" pitchFamily="50" charset="-128"/>
              </a:rPr>
              <a:t>=</a:t>
            </a:r>
          </a:p>
          <a:p>
            <a:pPr algn="l"/>
            <a:endParaRPr lang="en-US" altLang="ja-JP" sz="1400" dirty="0">
              <a:latin typeface="BIZ UDPゴシック" panose="020B0400000000000000" pitchFamily="50" charset="-128"/>
              <a:ea typeface="BIZ UDPゴシック" panose="020B0400000000000000" pitchFamily="50" charset="-128"/>
            </a:endParaRPr>
          </a:p>
          <a:p>
            <a:pPr algn="l"/>
            <a:r>
              <a:rPr kumimoji="1" lang="ja-JP" altLang="en-US" sz="1400" dirty="0">
                <a:latin typeface="BIZ UDPゴシック" panose="020B0400000000000000" pitchFamily="50" charset="-128"/>
                <a:ea typeface="BIZ UDPゴシック" panose="020B0400000000000000" pitchFamily="50" charset="-128"/>
              </a:rPr>
              <a:t>株主資本正味現在価値</a:t>
            </a:r>
            <a:endParaRPr kumimoji="1" lang="en-US" altLang="ja-JP" sz="1400" dirty="0">
              <a:latin typeface="BIZ UDPゴシック" panose="020B0400000000000000" pitchFamily="50" charset="-128"/>
              <a:ea typeface="BIZ UDPゴシック" panose="020B0400000000000000" pitchFamily="50" charset="-128"/>
            </a:endParaRPr>
          </a:p>
          <a:p>
            <a:pPr algn="l"/>
            <a:endParaRPr lang="en-US" altLang="ja-JP" sz="1400" dirty="0">
              <a:latin typeface="BIZ UDPゴシック" panose="020B0400000000000000" pitchFamily="50" charset="-128"/>
              <a:ea typeface="BIZ UDPゴシック" panose="020B0400000000000000" pitchFamily="50" charset="-128"/>
            </a:endParaRPr>
          </a:p>
          <a:p>
            <a:pPr algn="l"/>
            <a:r>
              <a:rPr kumimoji="1" lang="ja-JP" altLang="en-US" sz="1400" dirty="0">
                <a:latin typeface="BIZ UDPゴシック" panose="020B0400000000000000" pitchFamily="50" charset="-128"/>
                <a:ea typeface="BIZ UDPゴシック" panose="020B0400000000000000" pitchFamily="50" charset="-128"/>
              </a:rPr>
              <a:t>インセンティブコストの現在価値</a:t>
            </a:r>
            <a:endParaRPr kumimoji="1" lang="en-US" altLang="ja-JP" sz="1400" dirty="0">
              <a:latin typeface="BIZ UDPゴシック" panose="020B0400000000000000" pitchFamily="50" charset="-128"/>
              <a:ea typeface="BIZ UDPゴシック" panose="020B0400000000000000" pitchFamily="50" charset="-128"/>
            </a:endParaRPr>
          </a:p>
        </p:txBody>
      </p:sp>
      <p:sp>
        <p:nvSpPr>
          <p:cNvPr id="30" name="楕円 29">
            <a:extLst>
              <a:ext uri="{FF2B5EF4-FFF2-40B4-BE49-F238E27FC236}">
                <a16:creationId xmlns:a16="http://schemas.microsoft.com/office/drawing/2014/main" id="{A9E934AA-9440-4C74-265D-8605644BE666}"/>
              </a:ext>
            </a:extLst>
          </p:cNvPr>
          <p:cNvSpPr/>
          <p:nvPr/>
        </p:nvSpPr>
        <p:spPr>
          <a:xfrm>
            <a:off x="7565769" y="3241801"/>
            <a:ext cx="379225" cy="37439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ja-JP" sz="1400" dirty="0">
                <a:solidFill>
                  <a:schemeClr val="tx1"/>
                </a:solidFill>
                <a:latin typeface="BIZ UDPゴシック" panose="020B0400000000000000" pitchFamily="50" charset="-128"/>
                <a:ea typeface="BIZ UDPゴシック" panose="020B0400000000000000" pitchFamily="50" charset="-128"/>
              </a:rPr>
              <a:t>&gt;</a:t>
            </a:r>
            <a:endParaRPr kumimoji="1" lang="ja-JP" altLang="en-US" sz="1400" dirty="0">
              <a:solidFill>
                <a:schemeClr val="tx1"/>
              </a:solidFill>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11775079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E6E1C-EE48-A24E-00DD-0B057EE5C14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868F44E-A2A1-765C-4976-9E3E9B7F994B}"/>
              </a:ext>
            </a:extLst>
          </p:cNvPr>
          <p:cNvSpPr>
            <a:spLocks noGrp="1"/>
          </p:cNvSpPr>
          <p:nvPr>
            <p:ph type="ctrTitle"/>
          </p:nvPr>
        </p:nvSpPr>
        <p:spPr/>
        <p:txBody>
          <a:bodyPr/>
          <a:lstStyle/>
          <a:p>
            <a:r>
              <a:rPr lang="ja-JP" altLang="en-US" dirty="0"/>
              <a:t>提案</a:t>
            </a:r>
            <a:endParaRPr kumimoji="1" lang="ja-JP" altLang="en-US" dirty="0"/>
          </a:p>
        </p:txBody>
      </p:sp>
      <p:sp>
        <p:nvSpPr>
          <p:cNvPr id="3" name="字幕 2">
            <a:extLst>
              <a:ext uri="{FF2B5EF4-FFF2-40B4-BE49-F238E27FC236}">
                <a16:creationId xmlns:a16="http://schemas.microsoft.com/office/drawing/2014/main" id="{BD3B55D8-3929-2C52-4F9B-7E266F41890F}"/>
              </a:ext>
            </a:extLst>
          </p:cNvPr>
          <p:cNvSpPr>
            <a:spLocks noGrp="1"/>
          </p:cNvSpPr>
          <p:nvPr>
            <p:ph type="subTitle"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68E7DA3F-CEC5-F237-9D29-142C90FE2350}"/>
              </a:ext>
            </a:extLst>
          </p:cNvPr>
          <p:cNvSpPr>
            <a:spLocks noGrp="1"/>
          </p:cNvSpPr>
          <p:nvPr>
            <p:ph type="sldNum" sz="quarter" idx="12"/>
          </p:nvPr>
        </p:nvSpPr>
        <p:spPr>
          <a:xfrm>
            <a:off x="8610604" y="6500553"/>
            <a:ext cx="3173412" cy="220927"/>
          </a:xfrm>
        </p:spPr>
        <p:txBody>
          <a:bodyPr/>
          <a:lstStyle/>
          <a:p>
            <a:fld id="{DCB5AA93-092B-49A1-87A7-3C88D5F38AD7}" type="slidenum">
              <a:rPr lang="ja-JP" altLang="en-US" smtClean="0"/>
              <a:pPr/>
              <a:t>49</a:t>
            </a:fld>
            <a:endParaRPr lang="ja-JP" altLang="en-US"/>
          </a:p>
        </p:txBody>
      </p:sp>
      <p:sp>
        <p:nvSpPr>
          <p:cNvPr id="5" name="フッター プレースホルダー 4">
            <a:extLst>
              <a:ext uri="{FF2B5EF4-FFF2-40B4-BE49-F238E27FC236}">
                <a16:creationId xmlns:a16="http://schemas.microsoft.com/office/drawing/2014/main" id="{0F4D6549-4C8D-119F-FFF4-366CBF64A9E1}"/>
              </a:ext>
            </a:extLst>
          </p:cNvPr>
          <p:cNvSpPr>
            <a:spLocks noGrp="1"/>
          </p:cNvSpPr>
          <p:nvPr>
            <p:ph type="ftr" sz="quarter" idx="11"/>
          </p:nvPr>
        </p:nvSpPr>
        <p:spPr>
          <a:xfrm>
            <a:off x="407990" y="6500553"/>
            <a:ext cx="7745413" cy="220927"/>
          </a:xfrm>
        </p:spPr>
        <p:txBody>
          <a:bodyPr/>
          <a:lstStyle/>
          <a:p>
            <a:r>
              <a:rPr lang="ja-JP" altLang="en-US"/>
              <a:t>プロジェクト</a:t>
            </a:r>
            <a:r>
              <a:rPr lang="en-US" altLang="ja-JP"/>
              <a:t>/</a:t>
            </a:r>
            <a:r>
              <a:rPr lang="ja-JP" altLang="en-US"/>
              <a:t>部署</a:t>
            </a:r>
            <a:r>
              <a:rPr lang="en-US" altLang="ja-JP"/>
              <a:t>/</a:t>
            </a:r>
            <a:r>
              <a:rPr lang="ja-JP" altLang="en-US"/>
              <a:t>書類管理情報</a:t>
            </a:r>
            <a:endParaRPr lang="en-US" altLang="ja-JP" dirty="0"/>
          </a:p>
        </p:txBody>
      </p:sp>
    </p:spTree>
    <p:extLst>
      <p:ext uri="{BB962C8B-B14F-4D97-AF65-F5344CB8AC3E}">
        <p14:creationId xmlns:p14="http://schemas.microsoft.com/office/powerpoint/2010/main" val="415093508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C66C6EE-CD74-D6F1-EE14-CC157886E5AC}"/>
              </a:ext>
            </a:extLst>
          </p:cNvPr>
          <p:cNvSpPr>
            <a:spLocks noGrp="1"/>
          </p:cNvSpPr>
          <p:nvPr>
            <p:ph type="title"/>
          </p:nvPr>
        </p:nvSpPr>
        <p:spPr/>
        <p:txBody>
          <a:bodyPr/>
          <a:lstStyle/>
          <a:p>
            <a:r>
              <a:rPr lang="ja-JP" altLang="en-US" dirty="0"/>
              <a:t>規定類を変更する際に申請者から同意を得ないケースのご提案</a:t>
            </a:r>
            <a:endParaRPr kumimoji="1" lang="ja-JP" altLang="en-US" dirty="0"/>
          </a:p>
        </p:txBody>
      </p:sp>
      <p:sp>
        <p:nvSpPr>
          <p:cNvPr id="3" name="フッター プレースホルダー 2">
            <a:extLst>
              <a:ext uri="{FF2B5EF4-FFF2-40B4-BE49-F238E27FC236}">
                <a16:creationId xmlns:a16="http://schemas.microsoft.com/office/drawing/2014/main" id="{F07A8548-627F-17B6-EDB9-B6A3F9AE364B}"/>
              </a:ext>
            </a:extLst>
          </p:cNvPr>
          <p:cNvSpPr>
            <a:spLocks noGrp="1"/>
          </p:cNvSpPr>
          <p:nvPr>
            <p:ph type="ftr" sz="quarter" idx="11"/>
          </p:nvPr>
        </p:nvSpPr>
        <p:spPr/>
        <p:txBody>
          <a:bodyPr/>
          <a:lstStyle/>
          <a:p>
            <a:r>
              <a:rPr lang="ja-JP" altLang="en-US"/>
              <a:t>出所：</a:t>
            </a:r>
            <a:endParaRPr lang="ja-JP" altLang="en-US" sz="900" dirty="0"/>
          </a:p>
        </p:txBody>
      </p:sp>
      <p:sp>
        <p:nvSpPr>
          <p:cNvPr id="4" name="スライド番号プレースホルダー 3">
            <a:extLst>
              <a:ext uri="{FF2B5EF4-FFF2-40B4-BE49-F238E27FC236}">
                <a16:creationId xmlns:a16="http://schemas.microsoft.com/office/drawing/2014/main" id="{E01FDE31-89A7-1530-2639-B49F1709D756}"/>
              </a:ext>
            </a:extLst>
          </p:cNvPr>
          <p:cNvSpPr>
            <a:spLocks noGrp="1"/>
          </p:cNvSpPr>
          <p:nvPr>
            <p:ph type="sldNum" sz="quarter" idx="12"/>
          </p:nvPr>
        </p:nvSpPr>
        <p:spPr/>
        <p:txBody>
          <a:bodyPr/>
          <a:lstStyle/>
          <a:p>
            <a:fld id="{DCB5AA93-092B-49A1-87A7-3C88D5F38AD7}" type="slidenum">
              <a:rPr lang="ja-JP" altLang="en-US" smtClean="0"/>
              <a:pPr/>
              <a:t>50</a:t>
            </a:fld>
            <a:endParaRPr lang="ja-JP" altLang="en-US" sz="900" dirty="0"/>
          </a:p>
        </p:txBody>
      </p:sp>
      <p:sp>
        <p:nvSpPr>
          <p:cNvPr id="5" name="テキスト プレースホルダー 4">
            <a:extLst>
              <a:ext uri="{FF2B5EF4-FFF2-40B4-BE49-F238E27FC236}">
                <a16:creationId xmlns:a16="http://schemas.microsoft.com/office/drawing/2014/main" id="{3E412288-8500-8D82-3CB3-15A0F8FFC785}"/>
              </a:ext>
            </a:extLst>
          </p:cNvPr>
          <p:cNvSpPr>
            <a:spLocks noGrp="1"/>
          </p:cNvSpPr>
          <p:nvPr>
            <p:ph type="body" sz="quarter" idx="13"/>
          </p:nvPr>
        </p:nvSpPr>
        <p:spPr/>
        <p:txBody>
          <a:bodyPr/>
          <a:lstStyle/>
          <a:p>
            <a:endParaRPr kumimoji="1" lang="ja-JP" altLang="en-US"/>
          </a:p>
        </p:txBody>
      </p:sp>
      <p:sp>
        <p:nvSpPr>
          <p:cNvPr id="6" name="正方形/長方形 5">
            <a:extLst>
              <a:ext uri="{FF2B5EF4-FFF2-40B4-BE49-F238E27FC236}">
                <a16:creationId xmlns:a16="http://schemas.microsoft.com/office/drawing/2014/main" id="{A16C77A6-DAA8-29A0-1C5C-328E24C4997D}"/>
              </a:ext>
            </a:extLst>
          </p:cNvPr>
          <p:cNvSpPr/>
          <p:nvPr/>
        </p:nvSpPr>
        <p:spPr>
          <a:xfrm>
            <a:off x="334963" y="1268413"/>
            <a:ext cx="914400" cy="914400"/>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ja-JP" altLang="en-US" sz="1400" dirty="0">
                <a:solidFill>
                  <a:schemeClr val="tx1"/>
                </a:solidFill>
                <a:latin typeface="BIZ UDPゴシック" panose="020B0400000000000000" pitchFamily="50" charset="-128"/>
                <a:ea typeface="BIZ UDPゴシック" panose="020B0400000000000000" pitchFamily="50" charset="-128"/>
              </a:rPr>
              <a:t>前提</a:t>
            </a:r>
          </a:p>
        </p:txBody>
      </p:sp>
      <p:sp>
        <p:nvSpPr>
          <p:cNvPr id="7" name="テキスト ボックス 6">
            <a:extLst>
              <a:ext uri="{FF2B5EF4-FFF2-40B4-BE49-F238E27FC236}">
                <a16:creationId xmlns:a16="http://schemas.microsoft.com/office/drawing/2014/main" id="{554B32A1-8AFE-0E60-E85B-087CE525F701}"/>
              </a:ext>
            </a:extLst>
          </p:cNvPr>
          <p:cNvSpPr txBox="1"/>
          <p:nvPr/>
        </p:nvSpPr>
        <p:spPr>
          <a:xfrm>
            <a:off x="1249362" y="1268413"/>
            <a:ext cx="10607675" cy="861774"/>
          </a:xfrm>
          <a:prstGeom prst="rect">
            <a:avLst/>
          </a:prstGeom>
          <a:noFill/>
        </p:spPr>
        <p:txBody>
          <a:bodyPr wrap="square" lIns="0" tIns="0" rIns="0" bIns="0" rtlCol="0" anchor="t" anchorCtr="0">
            <a:spAutoFit/>
          </a:bodyPr>
          <a:lstStyle/>
          <a:p>
            <a:pPr marL="176213" indent="-176213" algn="l">
              <a:buFont typeface="Arial" panose="020B0604020202020204" pitchFamily="34" charset="0"/>
              <a:buChar char="•"/>
            </a:pPr>
            <a:r>
              <a:rPr kumimoji="1" lang="ja-JP" altLang="en-US" sz="1400" dirty="0">
                <a:latin typeface="BIZ UDPゴシック" panose="020B0400000000000000" pitchFamily="50" charset="-128"/>
                <a:ea typeface="BIZ UDPゴシック" panose="020B0400000000000000" pitchFamily="50" charset="-128"/>
              </a:rPr>
              <a:t>本事業の特性から、プラットフォーム上でサービスを提供し、収集したユーザーの情報を基に多様なビジネスを展開している企業として、</a:t>
            </a:r>
            <a:r>
              <a:rPr kumimoji="1" lang="en-US" altLang="ja-JP" sz="1400" dirty="0">
                <a:latin typeface="BIZ UDPゴシック" panose="020B0400000000000000" pitchFamily="50" charset="-128"/>
                <a:ea typeface="BIZ UDPゴシック" panose="020B0400000000000000" pitchFamily="50" charset="-128"/>
              </a:rPr>
              <a:t>Amazon</a:t>
            </a:r>
            <a:r>
              <a:rPr kumimoji="1" lang="ja-JP" altLang="en-US" sz="1400" dirty="0">
                <a:latin typeface="BIZ UDPゴシック" panose="020B0400000000000000" pitchFamily="50" charset="-128"/>
                <a:ea typeface="BIZ UDPゴシック" panose="020B0400000000000000" pitchFamily="50" charset="-128"/>
              </a:rPr>
              <a:t>や楽天等の、プラットフォーマー型の企業を対象に利用規約を調査した。結果、原則として企業が規約の内容を変更することができる状況となっている。</a:t>
            </a:r>
            <a:endParaRPr kumimoji="1" lang="en-US" altLang="ja-JP" sz="1400" dirty="0">
              <a:latin typeface="BIZ UDPゴシック" panose="020B0400000000000000" pitchFamily="50" charset="-128"/>
              <a:ea typeface="BIZ UDPゴシック" panose="020B0400000000000000" pitchFamily="50" charset="-128"/>
            </a:endParaRPr>
          </a:p>
          <a:p>
            <a:pPr marL="176213" indent="-176213" algn="l">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そのため、中小企業庁の事業に関わる想定類の変更において、申請者から同意を取得する必要性を検討する。</a:t>
            </a:r>
            <a:endParaRPr kumimoji="1" lang="ja-JP" altLang="en-US" sz="1400" dirty="0">
              <a:latin typeface="BIZ UDPゴシック" panose="020B0400000000000000" pitchFamily="50" charset="-128"/>
              <a:ea typeface="BIZ UDPゴシック" panose="020B0400000000000000" pitchFamily="50" charset="-128"/>
            </a:endParaRPr>
          </a:p>
        </p:txBody>
      </p:sp>
      <p:sp>
        <p:nvSpPr>
          <p:cNvPr id="8" name="正方形/長方形 7">
            <a:extLst>
              <a:ext uri="{FF2B5EF4-FFF2-40B4-BE49-F238E27FC236}">
                <a16:creationId xmlns:a16="http://schemas.microsoft.com/office/drawing/2014/main" id="{9985FF94-EF57-FBDE-74F4-043D295C59E1}"/>
              </a:ext>
            </a:extLst>
          </p:cNvPr>
          <p:cNvSpPr/>
          <p:nvPr/>
        </p:nvSpPr>
        <p:spPr>
          <a:xfrm>
            <a:off x="334963" y="2736362"/>
            <a:ext cx="914400" cy="914400"/>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ja-JP" altLang="en-US" sz="1400" dirty="0">
                <a:solidFill>
                  <a:schemeClr val="tx1"/>
                </a:solidFill>
                <a:latin typeface="BIZ UDPゴシック" panose="020B0400000000000000" pitchFamily="50" charset="-128"/>
                <a:ea typeface="BIZ UDPゴシック" panose="020B0400000000000000" pitchFamily="50" charset="-128"/>
              </a:rPr>
              <a:t>対応方法</a:t>
            </a:r>
          </a:p>
        </p:txBody>
      </p:sp>
      <p:sp>
        <p:nvSpPr>
          <p:cNvPr id="9" name="正方形/長方形 8">
            <a:extLst>
              <a:ext uri="{FF2B5EF4-FFF2-40B4-BE49-F238E27FC236}">
                <a16:creationId xmlns:a16="http://schemas.microsoft.com/office/drawing/2014/main" id="{587A5921-F6AF-08AC-4134-2E36455420E6}"/>
              </a:ext>
            </a:extLst>
          </p:cNvPr>
          <p:cNvSpPr/>
          <p:nvPr/>
        </p:nvSpPr>
        <p:spPr>
          <a:xfrm>
            <a:off x="2402754" y="2736362"/>
            <a:ext cx="1493546" cy="91440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ja-JP" altLang="en-US" sz="1400" dirty="0">
                <a:solidFill>
                  <a:schemeClr val="tx1"/>
                </a:solidFill>
                <a:latin typeface="BIZ UDPゴシック" panose="020B0400000000000000" pitchFamily="50" charset="-128"/>
                <a:ea typeface="BIZ UDPゴシック" panose="020B0400000000000000" pitchFamily="50" charset="-128"/>
              </a:rPr>
              <a:t>ユースケース追加時に同意取得を実施しない対応</a:t>
            </a:r>
          </a:p>
        </p:txBody>
      </p:sp>
      <p:sp>
        <p:nvSpPr>
          <p:cNvPr id="10" name="正方形/長方形 9">
            <a:extLst>
              <a:ext uri="{FF2B5EF4-FFF2-40B4-BE49-F238E27FC236}">
                <a16:creationId xmlns:a16="http://schemas.microsoft.com/office/drawing/2014/main" id="{B7CFCAB0-17D5-40E8-18CE-E2E19B38FF87}"/>
              </a:ext>
            </a:extLst>
          </p:cNvPr>
          <p:cNvSpPr/>
          <p:nvPr/>
        </p:nvSpPr>
        <p:spPr>
          <a:xfrm>
            <a:off x="2402754" y="5033963"/>
            <a:ext cx="1493546" cy="91440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ja-JP" altLang="en-US" sz="1400" dirty="0">
                <a:solidFill>
                  <a:schemeClr val="tx1"/>
                </a:solidFill>
                <a:latin typeface="BIZ UDPゴシック" panose="020B0400000000000000" pitchFamily="50" charset="-128"/>
                <a:ea typeface="BIZ UDPゴシック" panose="020B0400000000000000" pitchFamily="50" charset="-128"/>
              </a:rPr>
              <a:t>ユースケース追加時に同意取得を実施する対応</a:t>
            </a:r>
          </a:p>
        </p:txBody>
      </p:sp>
      <p:sp>
        <p:nvSpPr>
          <p:cNvPr id="11" name="テキスト ボックス 10">
            <a:extLst>
              <a:ext uri="{FF2B5EF4-FFF2-40B4-BE49-F238E27FC236}">
                <a16:creationId xmlns:a16="http://schemas.microsoft.com/office/drawing/2014/main" id="{AEEAF363-A6F6-CAAC-0AA9-EB1A929E7EAE}"/>
              </a:ext>
            </a:extLst>
          </p:cNvPr>
          <p:cNvSpPr txBox="1"/>
          <p:nvPr/>
        </p:nvSpPr>
        <p:spPr>
          <a:xfrm>
            <a:off x="3896300" y="2736362"/>
            <a:ext cx="7960738" cy="646331"/>
          </a:xfrm>
          <a:prstGeom prst="rect">
            <a:avLst/>
          </a:prstGeom>
          <a:noFill/>
        </p:spPr>
        <p:txBody>
          <a:bodyPr wrap="square" lIns="0" tIns="0" rIns="0" bIns="0" rtlCol="0" anchor="t" anchorCtr="0">
            <a:spAutoFit/>
          </a:bodyPr>
          <a:lstStyle/>
          <a:p>
            <a:pPr marL="182563" indent="-182563" algn="l">
              <a:buFont typeface="Arial" panose="020B0604020202020204" pitchFamily="34" charset="0"/>
              <a:buChar char="•"/>
            </a:pPr>
            <a:r>
              <a:rPr kumimoji="1" lang="ja-JP" altLang="en-US" sz="1400" dirty="0">
                <a:latin typeface="BIZ UDPゴシック" panose="020B0400000000000000" pitchFamily="50" charset="-128"/>
                <a:ea typeface="BIZ UDPゴシック" panose="020B0400000000000000" pitchFamily="50" charset="-128"/>
              </a:rPr>
              <a:t>規定類にユースケースを追加し、申請者から変更箇所に関する同意の回答を得ずに、奇蹄類の変更を完了したとみなす。</a:t>
            </a:r>
            <a:endParaRPr kumimoji="1" lang="en-US" altLang="ja-JP" sz="1400" dirty="0">
              <a:latin typeface="BIZ UDPゴシック" panose="020B0400000000000000" pitchFamily="50" charset="-128"/>
              <a:ea typeface="BIZ UDPゴシック" panose="020B0400000000000000" pitchFamily="50" charset="-128"/>
            </a:endParaRPr>
          </a:p>
          <a:p>
            <a:pPr marL="182563" indent="-182563" algn="l">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なお、奇蹄類の変更内容に関しては申請者に事前に通知する</a:t>
            </a:r>
            <a:endParaRPr kumimoji="1" lang="ja-JP" altLang="en-US" sz="1400" dirty="0">
              <a:latin typeface="BIZ UDPゴシック" panose="020B0400000000000000" pitchFamily="50" charset="-128"/>
              <a:ea typeface="BIZ UDPゴシック" panose="020B0400000000000000" pitchFamily="50" charset="-128"/>
            </a:endParaRPr>
          </a:p>
        </p:txBody>
      </p:sp>
      <p:sp>
        <p:nvSpPr>
          <p:cNvPr id="12" name="テキスト ボックス 11">
            <a:extLst>
              <a:ext uri="{FF2B5EF4-FFF2-40B4-BE49-F238E27FC236}">
                <a16:creationId xmlns:a16="http://schemas.microsoft.com/office/drawing/2014/main" id="{7F1F2C8B-B67C-D551-F398-29A02B20BF57}"/>
              </a:ext>
            </a:extLst>
          </p:cNvPr>
          <p:cNvSpPr txBox="1"/>
          <p:nvPr/>
        </p:nvSpPr>
        <p:spPr>
          <a:xfrm>
            <a:off x="3896300" y="5033963"/>
            <a:ext cx="7960738" cy="861774"/>
          </a:xfrm>
          <a:prstGeom prst="rect">
            <a:avLst/>
          </a:prstGeom>
          <a:noFill/>
        </p:spPr>
        <p:txBody>
          <a:bodyPr wrap="square" lIns="0" tIns="0" rIns="0" bIns="0" rtlCol="0" anchor="t" anchorCtr="0">
            <a:spAutoFit/>
          </a:bodyPr>
          <a:lstStyle/>
          <a:p>
            <a:pPr marL="182563" indent="-182563" algn="l">
              <a:buFont typeface="Arial" panose="020B0604020202020204" pitchFamily="34" charset="0"/>
              <a:buChar char="•"/>
            </a:pPr>
            <a:r>
              <a:rPr kumimoji="1" lang="ja-JP" altLang="en-US" sz="1400" dirty="0">
                <a:latin typeface="BIZ UDPゴシック" panose="020B0400000000000000" pitchFamily="50" charset="-128"/>
                <a:ea typeface="BIZ UDPゴシック" panose="020B0400000000000000" pitchFamily="50" charset="-128"/>
              </a:rPr>
              <a:t>規定類にユースケースを追加した上で、改めて申請者から変更に関する同意を取得する。</a:t>
            </a:r>
            <a:endParaRPr kumimoji="1" lang="en-US" altLang="ja-JP" sz="1400" dirty="0">
              <a:latin typeface="BIZ UDPゴシック" panose="020B0400000000000000" pitchFamily="50" charset="-128"/>
              <a:ea typeface="BIZ UDPゴシック" panose="020B0400000000000000" pitchFamily="50" charset="-128"/>
            </a:endParaRPr>
          </a:p>
          <a:p>
            <a:pPr algn="l"/>
            <a:r>
              <a:rPr lang="en-US" altLang="ja-JP" sz="1400" dirty="0">
                <a:latin typeface="BIZ UDPゴシック" panose="020B0400000000000000" pitchFamily="50" charset="-128"/>
                <a:ea typeface="BIZ UDPゴシック" panose="020B0400000000000000" pitchFamily="50" charset="-128"/>
              </a:rPr>
              <a:t>【</a:t>
            </a:r>
            <a:r>
              <a:rPr lang="ja-JP" altLang="en-US" sz="1400" dirty="0">
                <a:latin typeface="BIZ UDPゴシック" panose="020B0400000000000000" pitchFamily="50" charset="-128"/>
                <a:ea typeface="BIZ UDPゴシック" panose="020B0400000000000000" pitchFamily="50" charset="-128"/>
              </a:rPr>
              <a:t>同意取得のタイミング</a:t>
            </a:r>
            <a:r>
              <a:rPr lang="en-US" altLang="ja-JP" sz="1400" dirty="0">
                <a:latin typeface="BIZ UDPゴシック" panose="020B0400000000000000" pitchFamily="50" charset="-128"/>
                <a:ea typeface="BIZ UDPゴシック" panose="020B0400000000000000" pitchFamily="50" charset="-128"/>
              </a:rPr>
              <a:t>】</a:t>
            </a:r>
          </a:p>
          <a:p>
            <a:pPr marL="363538" indent="-187325" algn="l">
              <a:buFont typeface="Arial" panose="020B0604020202020204" pitchFamily="34" charset="0"/>
              <a:buChar char="•"/>
            </a:pPr>
            <a:r>
              <a:rPr kumimoji="1" lang="ja-JP" altLang="en-US" sz="1400" dirty="0">
                <a:latin typeface="BIZ UDPゴシック" panose="020B0400000000000000" pitchFamily="50" charset="-128"/>
                <a:ea typeface="BIZ UDPゴシック" panose="020B0400000000000000" pitchFamily="50" charset="-128"/>
              </a:rPr>
              <a:t>新規申請：</a:t>
            </a:r>
            <a:endParaRPr kumimoji="1" lang="en-US" altLang="ja-JP" sz="1400" dirty="0">
              <a:latin typeface="BIZ UDPゴシック" panose="020B0400000000000000" pitchFamily="50" charset="-128"/>
              <a:ea typeface="BIZ UDPゴシック" panose="020B0400000000000000" pitchFamily="50" charset="-128"/>
            </a:endParaRPr>
          </a:p>
          <a:p>
            <a:pPr marL="363538" indent="-187325" algn="l">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変更申請：</a:t>
            </a:r>
            <a:endParaRPr kumimoji="1" lang="ja-JP" altLang="en-US" sz="1400" dirty="0">
              <a:latin typeface="BIZ UDPゴシック" panose="020B0400000000000000" pitchFamily="50" charset="-128"/>
              <a:ea typeface="BIZ UDPゴシック" panose="020B0400000000000000" pitchFamily="50" charset="-128"/>
            </a:endParaRPr>
          </a:p>
        </p:txBody>
      </p:sp>
      <p:sp>
        <p:nvSpPr>
          <p:cNvPr id="13" name="正方形/長方形 12">
            <a:extLst>
              <a:ext uri="{FF2B5EF4-FFF2-40B4-BE49-F238E27FC236}">
                <a16:creationId xmlns:a16="http://schemas.microsoft.com/office/drawing/2014/main" id="{2DC3CFAE-D575-2D65-0E4A-79733CBDF5DF}"/>
              </a:ext>
            </a:extLst>
          </p:cNvPr>
          <p:cNvSpPr/>
          <p:nvPr/>
        </p:nvSpPr>
        <p:spPr>
          <a:xfrm>
            <a:off x="3449491" y="3765933"/>
            <a:ext cx="2057400" cy="646331"/>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ja-JP" altLang="en-US" sz="1400" dirty="0">
                <a:solidFill>
                  <a:schemeClr val="bg1"/>
                </a:solidFill>
                <a:latin typeface="BIZ UDPゴシック" panose="020B0400000000000000" pitchFamily="50" charset="-128"/>
                <a:ea typeface="BIZ UDPゴシック" panose="020B0400000000000000" pitchFamily="50" charset="-128"/>
              </a:rPr>
              <a:t>同意取得を実施しない対応を選択するための論点</a:t>
            </a:r>
          </a:p>
        </p:txBody>
      </p:sp>
      <p:sp>
        <p:nvSpPr>
          <p:cNvPr id="14" name="テキスト ボックス 13">
            <a:extLst>
              <a:ext uri="{FF2B5EF4-FFF2-40B4-BE49-F238E27FC236}">
                <a16:creationId xmlns:a16="http://schemas.microsoft.com/office/drawing/2014/main" id="{D1F998C3-893F-026C-81E8-82F0C7B38C8C}"/>
              </a:ext>
            </a:extLst>
          </p:cNvPr>
          <p:cNvSpPr txBox="1"/>
          <p:nvPr/>
        </p:nvSpPr>
        <p:spPr>
          <a:xfrm>
            <a:off x="5506890" y="3765933"/>
            <a:ext cx="6350147" cy="646331"/>
          </a:xfrm>
          <a:prstGeom prst="rect">
            <a:avLst/>
          </a:prstGeom>
          <a:noFill/>
        </p:spPr>
        <p:txBody>
          <a:bodyPr wrap="square" lIns="0" tIns="0" rIns="0" bIns="0" rtlCol="0" anchor="t" anchorCtr="0">
            <a:spAutoFit/>
          </a:bodyPr>
          <a:lstStyle/>
          <a:p>
            <a:pPr algn="l"/>
            <a:r>
              <a:rPr kumimoji="1" lang="ja-JP" altLang="en-US" sz="1400" dirty="0">
                <a:latin typeface="BIZ UDPゴシック" panose="020B0400000000000000" pitchFamily="50" charset="-128"/>
                <a:ea typeface="BIZ UDPゴシック" panose="020B0400000000000000" pitchFamily="50" charset="-128"/>
              </a:rPr>
              <a:t>同意取得を得ずに奇蹄類を変更するためには以下の条件を満たす必要がある</a:t>
            </a:r>
            <a:endParaRPr kumimoji="1" lang="en-US" altLang="ja-JP" sz="1400" dirty="0">
              <a:latin typeface="BIZ UDPゴシック" panose="020B0400000000000000" pitchFamily="50" charset="-128"/>
              <a:ea typeface="BIZ UDPゴシック" panose="020B0400000000000000" pitchFamily="50" charset="-128"/>
            </a:endParaRPr>
          </a:p>
          <a:p>
            <a:pPr marL="342900" indent="-342900" algn="l">
              <a:buFont typeface="+mj-lt"/>
              <a:buAutoNum type="alphaUcParenR"/>
            </a:pPr>
            <a:r>
              <a:rPr lang="ja-JP" altLang="en-US" sz="1400" dirty="0">
                <a:latin typeface="BIZ UDPゴシック" panose="020B0400000000000000" pitchFamily="50" charset="-128"/>
                <a:ea typeface="BIZ UDPゴシック" panose="020B0400000000000000" pitchFamily="50" charset="-128"/>
              </a:rPr>
              <a:t>提携約款とみなせるかどうか</a:t>
            </a:r>
            <a:endParaRPr lang="en-US" altLang="ja-JP" sz="1400" dirty="0">
              <a:latin typeface="BIZ UDPゴシック" panose="020B0400000000000000" pitchFamily="50" charset="-128"/>
              <a:ea typeface="BIZ UDPゴシック" panose="020B0400000000000000" pitchFamily="50" charset="-128"/>
            </a:endParaRPr>
          </a:p>
          <a:p>
            <a:pPr marL="342900" indent="-342900" algn="l">
              <a:buFont typeface="+mj-lt"/>
              <a:buAutoNum type="alphaUcParenR"/>
            </a:pPr>
            <a:r>
              <a:rPr kumimoji="1" lang="ja-JP" altLang="en-US" sz="1400" dirty="0">
                <a:latin typeface="BIZ UDPゴシック" panose="020B0400000000000000" pitchFamily="50" charset="-128"/>
                <a:ea typeface="BIZ UDPゴシック" panose="020B0400000000000000" pitchFamily="50" charset="-128"/>
              </a:rPr>
              <a:t>提携約款とした場合、同意取得無で対応可能な範囲の変更</a:t>
            </a:r>
          </a:p>
        </p:txBody>
      </p:sp>
      <p:sp>
        <p:nvSpPr>
          <p:cNvPr id="15" name="テキスト ボックス 14">
            <a:extLst>
              <a:ext uri="{FF2B5EF4-FFF2-40B4-BE49-F238E27FC236}">
                <a16:creationId xmlns:a16="http://schemas.microsoft.com/office/drawing/2014/main" id="{3D534EB9-F486-EF53-50A6-06AC1F337811}"/>
              </a:ext>
            </a:extLst>
          </p:cNvPr>
          <p:cNvSpPr txBox="1"/>
          <p:nvPr/>
        </p:nvSpPr>
        <p:spPr>
          <a:xfrm>
            <a:off x="2402754" y="4818519"/>
            <a:ext cx="359073" cy="215444"/>
          </a:xfrm>
          <a:prstGeom prst="rect">
            <a:avLst/>
          </a:prstGeom>
          <a:solidFill>
            <a:schemeClr val="accent2">
              <a:lumMod val="40000"/>
              <a:lumOff val="60000"/>
            </a:schemeClr>
          </a:solidFill>
        </p:spPr>
        <p:txBody>
          <a:bodyPr wrap="none" lIns="0" tIns="0" rIns="0" bIns="0" rtlCol="0" anchor="t" anchorCtr="0">
            <a:spAutoFit/>
          </a:bodyPr>
          <a:lstStyle/>
          <a:p>
            <a:pPr algn="l"/>
            <a:r>
              <a:rPr kumimoji="1" lang="ja-JP" altLang="en-US" sz="1400" dirty="0">
                <a:latin typeface="BIZ UDPゴシック" panose="020B0400000000000000" pitchFamily="50" charset="-128"/>
                <a:ea typeface="BIZ UDPゴシック" panose="020B0400000000000000" pitchFamily="50" charset="-128"/>
              </a:rPr>
              <a:t>推奨</a:t>
            </a:r>
          </a:p>
        </p:txBody>
      </p:sp>
      <p:cxnSp>
        <p:nvCxnSpPr>
          <p:cNvPr id="16" name="コネクタ: カギ線 15">
            <a:extLst>
              <a:ext uri="{FF2B5EF4-FFF2-40B4-BE49-F238E27FC236}">
                <a16:creationId xmlns:a16="http://schemas.microsoft.com/office/drawing/2014/main" id="{1EFEB315-4BE2-C2B9-15F1-38CC8FB54056}"/>
              </a:ext>
            </a:extLst>
          </p:cNvPr>
          <p:cNvCxnSpPr>
            <a:cxnSpLocks/>
            <a:stCxn id="8" idx="3"/>
            <a:endCxn id="10" idx="1"/>
          </p:cNvCxnSpPr>
          <p:nvPr/>
        </p:nvCxnSpPr>
        <p:spPr>
          <a:xfrm>
            <a:off x="1249363" y="3193562"/>
            <a:ext cx="1153391" cy="2297601"/>
          </a:xfrm>
          <a:prstGeom prst="bentConnector3">
            <a:avLst/>
          </a:prstGeom>
          <a:ln>
            <a:solidFill>
              <a:schemeClr val="bg1">
                <a:lumMod val="6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7" name="コネクタ: カギ線 16">
            <a:extLst>
              <a:ext uri="{FF2B5EF4-FFF2-40B4-BE49-F238E27FC236}">
                <a16:creationId xmlns:a16="http://schemas.microsoft.com/office/drawing/2014/main" id="{901BB80A-FA33-6B48-FF8B-D523773FEA70}"/>
              </a:ext>
            </a:extLst>
          </p:cNvPr>
          <p:cNvCxnSpPr>
            <a:cxnSpLocks/>
            <a:stCxn id="8" idx="3"/>
            <a:endCxn id="9" idx="1"/>
          </p:cNvCxnSpPr>
          <p:nvPr/>
        </p:nvCxnSpPr>
        <p:spPr>
          <a:xfrm>
            <a:off x="1249363" y="3193562"/>
            <a:ext cx="1153391" cy="12700"/>
          </a:xfrm>
          <a:prstGeom prst="bentConnector3">
            <a:avLst>
              <a:gd name="adj1" fmla="val 50000"/>
            </a:avLst>
          </a:prstGeom>
          <a:ln>
            <a:solidFill>
              <a:schemeClr val="bg1">
                <a:lumMod val="6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8" name="コネクタ: カギ線 17">
            <a:extLst>
              <a:ext uri="{FF2B5EF4-FFF2-40B4-BE49-F238E27FC236}">
                <a16:creationId xmlns:a16="http://schemas.microsoft.com/office/drawing/2014/main" id="{345791D6-253F-8C97-BCBF-95BB4A7E9F58}"/>
              </a:ext>
            </a:extLst>
          </p:cNvPr>
          <p:cNvCxnSpPr>
            <a:cxnSpLocks/>
            <a:stCxn id="9" idx="2"/>
            <a:endCxn id="13" idx="1"/>
          </p:cNvCxnSpPr>
          <p:nvPr/>
        </p:nvCxnSpPr>
        <p:spPr>
          <a:xfrm rot="16200000" flipH="1">
            <a:off x="3080341" y="3719948"/>
            <a:ext cx="438337" cy="299964"/>
          </a:xfrm>
          <a:prstGeom prst="bentConnector2">
            <a:avLst/>
          </a:prstGeom>
          <a:ln>
            <a:solidFill>
              <a:schemeClr val="bg1">
                <a:lumMod val="65000"/>
              </a:schemeClr>
            </a:solidFill>
            <a:prstDash val="sysDash"/>
            <a:tailEnd type="triangle"/>
          </a:ln>
        </p:spPr>
        <p:style>
          <a:lnRef idx="2">
            <a:schemeClr val="accent1"/>
          </a:lnRef>
          <a:fillRef idx="0">
            <a:schemeClr val="accent1"/>
          </a:fillRef>
          <a:effectRef idx="1">
            <a:schemeClr val="accent1"/>
          </a:effectRef>
          <a:fontRef idx="minor">
            <a:schemeClr val="tx1"/>
          </a:fontRef>
        </p:style>
      </p:cxnSp>
      <p:sp>
        <p:nvSpPr>
          <p:cNvPr id="19" name="二等辺三角形 18">
            <a:extLst>
              <a:ext uri="{FF2B5EF4-FFF2-40B4-BE49-F238E27FC236}">
                <a16:creationId xmlns:a16="http://schemas.microsoft.com/office/drawing/2014/main" id="{2EAF8F1F-1ADA-E03B-F7B5-0F0B34A08754}"/>
              </a:ext>
            </a:extLst>
          </p:cNvPr>
          <p:cNvSpPr/>
          <p:nvPr/>
        </p:nvSpPr>
        <p:spPr>
          <a:xfrm rot="10800000">
            <a:off x="602613" y="2357188"/>
            <a:ext cx="379100" cy="221578"/>
          </a:xfrm>
          <a:prstGeom prst="triangle">
            <a:avLst/>
          </a:prstGeom>
          <a:solidFill>
            <a:schemeClr val="accent2">
              <a:lumMod val="75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l"/>
            <a:endParaRPr kumimoji="1" lang="ja-JP" altLang="en-US" sz="1400" dirty="0">
              <a:solidFill>
                <a:schemeClr val="tx1"/>
              </a:solidFill>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94482918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695D2-A53A-2F6E-9F94-2E0F83A6DEC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04A20C1-D556-6917-8E2A-65C46A840EFE}"/>
              </a:ext>
            </a:extLst>
          </p:cNvPr>
          <p:cNvSpPr>
            <a:spLocks noGrp="1"/>
          </p:cNvSpPr>
          <p:nvPr>
            <p:ph type="ctrTitle"/>
          </p:nvPr>
        </p:nvSpPr>
        <p:spPr/>
        <p:txBody>
          <a:bodyPr/>
          <a:lstStyle/>
          <a:p>
            <a:r>
              <a:rPr lang="ja-JP" altLang="en-US" dirty="0"/>
              <a:t>その他</a:t>
            </a:r>
            <a:endParaRPr kumimoji="1" lang="ja-JP" altLang="en-US" dirty="0"/>
          </a:p>
        </p:txBody>
      </p:sp>
      <p:sp>
        <p:nvSpPr>
          <p:cNvPr id="3" name="字幕 2">
            <a:extLst>
              <a:ext uri="{FF2B5EF4-FFF2-40B4-BE49-F238E27FC236}">
                <a16:creationId xmlns:a16="http://schemas.microsoft.com/office/drawing/2014/main" id="{705619FB-3839-CB25-0125-42272D5FF823}"/>
              </a:ext>
            </a:extLst>
          </p:cNvPr>
          <p:cNvSpPr>
            <a:spLocks noGrp="1"/>
          </p:cNvSpPr>
          <p:nvPr>
            <p:ph type="subTitle"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4BD7BAEB-4B82-06EE-3C0C-3FC87087681C}"/>
              </a:ext>
            </a:extLst>
          </p:cNvPr>
          <p:cNvSpPr>
            <a:spLocks noGrp="1"/>
          </p:cNvSpPr>
          <p:nvPr>
            <p:ph type="sldNum" sz="quarter" idx="12"/>
          </p:nvPr>
        </p:nvSpPr>
        <p:spPr>
          <a:xfrm>
            <a:off x="8610604" y="6500553"/>
            <a:ext cx="3173412" cy="220927"/>
          </a:xfrm>
        </p:spPr>
        <p:txBody>
          <a:bodyPr/>
          <a:lstStyle/>
          <a:p>
            <a:fld id="{DCB5AA93-092B-49A1-87A7-3C88D5F38AD7}" type="slidenum">
              <a:rPr lang="ja-JP" altLang="en-US" smtClean="0"/>
              <a:pPr/>
              <a:t>51</a:t>
            </a:fld>
            <a:endParaRPr lang="ja-JP" altLang="en-US"/>
          </a:p>
        </p:txBody>
      </p:sp>
      <p:sp>
        <p:nvSpPr>
          <p:cNvPr id="5" name="フッター プレースホルダー 4">
            <a:extLst>
              <a:ext uri="{FF2B5EF4-FFF2-40B4-BE49-F238E27FC236}">
                <a16:creationId xmlns:a16="http://schemas.microsoft.com/office/drawing/2014/main" id="{C846B6E3-D5D9-3499-AE02-352F433D385C}"/>
              </a:ext>
            </a:extLst>
          </p:cNvPr>
          <p:cNvSpPr>
            <a:spLocks noGrp="1"/>
          </p:cNvSpPr>
          <p:nvPr>
            <p:ph type="ftr" sz="quarter" idx="11"/>
          </p:nvPr>
        </p:nvSpPr>
        <p:spPr>
          <a:xfrm>
            <a:off x="407990" y="6500553"/>
            <a:ext cx="7745413" cy="220927"/>
          </a:xfrm>
        </p:spPr>
        <p:txBody>
          <a:bodyPr/>
          <a:lstStyle/>
          <a:p>
            <a:r>
              <a:rPr lang="ja-JP" altLang="en-US"/>
              <a:t>プロジェクト</a:t>
            </a:r>
            <a:r>
              <a:rPr lang="en-US" altLang="ja-JP"/>
              <a:t>/</a:t>
            </a:r>
            <a:r>
              <a:rPr lang="ja-JP" altLang="en-US"/>
              <a:t>部署</a:t>
            </a:r>
            <a:r>
              <a:rPr lang="en-US" altLang="ja-JP"/>
              <a:t>/</a:t>
            </a:r>
            <a:r>
              <a:rPr lang="ja-JP" altLang="en-US"/>
              <a:t>書類管理情報</a:t>
            </a:r>
            <a:endParaRPr lang="en-US" altLang="ja-JP" dirty="0"/>
          </a:p>
        </p:txBody>
      </p:sp>
    </p:spTree>
    <p:extLst>
      <p:ext uri="{BB962C8B-B14F-4D97-AF65-F5344CB8AC3E}">
        <p14:creationId xmlns:p14="http://schemas.microsoft.com/office/powerpoint/2010/main" val="246318096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9FF0053-D623-DC7D-9D41-17CBBCD73BB7}"/>
              </a:ext>
            </a:extLst>
          </p:cNvPr>
          <p:cNvSpPr>
            <a:spLocks noGrp="1"/>
          </p:cNvSpPr>
          <p:nvPr>
            <p:ph type="title"/>
          </p:nvPr>
        </p:nvSpPr>
        <p:spPr/>
        <p:txBody>
          <a:bodyPr/>
          <a:lstStyle/>
          <a:p>
            <a:endParaRPr kumimoji="1" lang="ja-JP" altLang="en-US"/>
          </a:p>
        </p:txBody>
      </p:sp>
      <p:sp>
        <p:nvSpPr>
          <p:cNvPr id="3" name="フッター プレースホルダー 2">
            <a:extLst>
              <a:ext uri="{FF2B5EF4-FFF2-40B4-BE49-F238E27FC236}">
                <a16:creationId xmlns:a16="http://schemas.microsoft.com/office/drawing/2014/main" id="{464DEB74-DD1F-63DD-3A7B-305FA5A0799D}"/>
              </a:ext>
            </a:extLst>
          </p:cNvPr>
          <p:cNvSpPr>
            <a:spLocks noGrp="1"/>
          </p:cNvSpPr>
          <p:nvPr>
            <p:ph type="ftr" sz="quarter" idx="11"/>
          </p:nvPr>
        </p:nvSpPr>
        <p:spPr/>
        <p:txBody>
          <a:bodyPr/>
          <a:lstStyle/>
          <a:p>
            <a:r>
              <a:rPr lang="ja-JP" altLang="en-US"/>
              <a:t>出所：</a:t>
            </a:r>
            <a:endParaRPr lang="ja-JP" altLang="en-US" sz="900" dirty="0"/>
          </a:p>
        </p:txBody>
      </p:sp>
      <p:sp>
        <p:nvSpPr>
          <p:cNvPr id="4" name="スライド番号プレースホルダー 3">
            <a:extLst>
              <a:ext uri="{FF2B5EF4-FFF2-40B4-BE49-F238E27FC236}">
                <a16:creationId xmlns:a16="http://schemas.microsoft.com/office/drawing/2014/main" id="{3B72939C-206F-D4C4-940D-CC31769522D8}"/>
              </a:ext>
            </a:extLst>
          </p:cNvPr>
          <p:cNvSpPr>
            <a:spLocks noGrp="1"/>
          </p:cNvSpPr>
          <p:nvPr>
            <p:ph type="sldNum" sz="quarter" idx="12"/>
          </p:nvPr>
        </p:nvSpPr>
        <p:spPr/>
        <p:txBody>
          <a:bodyPr/>
          <a:lstStyle/>
          <a:p>
            <a:fld id="{DCB5AA93-092B-49A1-87A7-3C88D5F38AD7}" type="slidenum">
              <a:rPr lang="ja-JP" altLang="en-US" smtClean="0"/>
              <a:pPr/>
              <a:t>52</a:t>
            </a:fld>
            <a:endParaRPr lang="ja-JP" altLang="en-US" sz="900" dirty="0"/>
          </a:p>
        </p:txBody>
      </p:sp>
      <p:sp>
        <p:nvSpPr>
          <p:cNvPr id="5" name="テキスト プレースホルダー 4">
            <a:extLst>
              <a:ext uri="{FF2B5EF4-FFF2-40B4-BE49-F238E27FC236}">
                <a16:creationId xmlns:a16="http://schemas.microsoft.com/office/drawing/2014/main" id="{4935909E-1B6B-DAC8-04BA-FB71F2157EB9}"/>
              </a:ext>
            </a:extLst>
          </p:cNvPr>
          <p:cNvSpPr>
            <a:spLocks noGrp="1"/>
          </p:cNvSpPr>
          <p:nvPr>
            <p:ph type="body" sz="quarter" idx="13"/>
          </p:nvPr>
        </p:nvSpPr>
        <p:spPr/>
        <p:txBody>
          <a:bodyPr/>
          <a:lstStyle/>
          <a:p>
            <a:endParaRPr kumimoji="1" lang="ja-JP" altLang="en-US"/>
          </a:p>
        </p:txBody>
      </p:sp>
      <p:sp>
        <p:nvSpPr>
          <p:cNvPr id="6" name="正方形/長方形 5">
            <a:extLst>
              <a:ext uri="{FF2B5EF4-FFF2-40B4-BE49-F238E27FC236}">
                <a16:creationId xmlns:a16="http://schemas.microsoft.com/office/drawing/2014/main" id="{C14838ED-9B2E-F72B-4AB4-57E6E05068C2}"/>
              </a:ext>
            </a:extLst>
          </p:cNvPr>
          <p:cNvSpPr/>
          <p:nvPr/>
        </p:nvSpPr>
        <p:spPr>
          <a:xfrm>
            <a:off x="770466" y="4934875"/>
            <a:ext cx="2188634" cy="914400"/>
          </a:xfrm>
          <a:prstGeom prst="rect">
            <a:avLst/>
          </a:prstGeom>
          <a:solidFill>
            <a:schemeClr val="tx1">
              <a:lumMod val="65000"/>
              <a:lumOff val="35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2117" b="1" dirty="0">
                <a:solidFill>
                  <a:schemeClr val="tx1">
                    <a:lumMod val="75000"/>
                    <a:lumOff val="25000"/>
                  </a:schemeClr>
                </a:solidFill>
                <a:latin typeface="BIZ UDPゴシック" panose="020B0400000000000000" pitchFamily="50" charset="-128"/>
                <a:ea typeface="BIZ UDPゴシック" panose="020B0400000000000000" pitchFamily="50" charset="-128"/>
              </a:rPr>
              <a:t>送ってはダメ</a:t>
            </a:r>
            <a:endParaRPr lang="en-US" altLang="ja-JP" sz="2117" b="1"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algn="ctr"/>
            <a:r>
              <a:rPr lang="ja-JP" altLang="en-US" sz="1400" b="1" dirty="0">
                <a:solidFill>
                  <a:schemeClr val="tx1">
                    <a:lumMod val="75000"/>
                    <a:lumOff val="25000"/>
                  </a:schemeClr>
                </a:solidFill>
                <a:latin typeface="BIZ UDPゴシック" panose="020B0400000000000000" pitchFamily="50" charset="-128"/>
                <a:ea typeface="BIZ UDPゴシック" panose="020B0400000000000000" pitchFamily="50" charset="-128"/>
              </a:rPr>
              <a:t>きっと後悔します</a:t>
            </a:r>
          </a:p>
        </p:txBody>
      </p:sp>
      <p:sp>
        <p:nvSpPr>
          <p:cNvPr id="7" name="正方形/長方形 6">
            <a:extLst>
              <a:ext uri="{FF2B5EF4-FFF2-40B4-BE49-F238E27FC236}">
                <a16:creationId xmlns:a16="http://schemas.microsoft.com/office/drawing/2014/main" id="{AD6CE316-5E83-6952-60F0-816B8F6E5B51}"/>
              </a:ext>
            </a:extLst>
          </p:cNvPr>
          <p:cNvSpPr/>
          <p:nvPr/>
        </p:nvSpPr>
        <p:spPr>
          <a:xfrm>
            <a:off x="3591277" y="4934875"/>
            <a:ext cx="2188634" cy="914400"/>
          </a:xfrm>
          <a:prstGeom prst="rect">
            <a:avLst/>
          </a:prstGeom>
          <a:solidFill>
            <a:schemeClr val="tx1">
              <a:lumMod val="65000"/>
              <a:lumOff val="35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2117" b="1" dirty="0">
                <a:solidFill>
                  <a:schemeClr val="tx1">
                    <a:lumMod val="75000"/>
                    <a:lumOff val="25000"/>
                  </a:schemeClr>
                </a:solidFill>
                <a:latin typeface="BIZ UDPゴシック" panose="020B0400000000000000" pitchFamily="50" charset="-128"/>
                <a:ea typeface="BIZ UDPゴシック" panose="020B0400000000000000" pitchFamily="50" charset="-128"/>
              </a:rPr>
              <a:t>送ってはダメ</a:t>
            </a:r>
            <a:endParaRPr lang="en-US" altLang="ja-JP" sz="2117" b="1"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algn="ctr"/>
            <a:r>
              <a:rPr lang="ja-JP" altLang="en-US" sz="1400" b="1" dirty="0">
                <a:solidFill>
                  <a:schemeClr val="tx1">
                    <a:lumMod val="75000"/>
                    <a:lumOff val="25000"/>
                  </a:schemeClr>
                </a:solidFill>
                <a:latin typeface="BIZ UDPゴシック" panose="020B0400000000000000" pitchFamily="50" charset="-128"/>
                <a:ea typeface="BIZ UDPゴシック" panose="020B0400000000000000" pitchFamily="50" charset="-128"/>
              </a:rPr>
              <a:t>冷たい視線</a:t>
            </a:r>
          </a:p>
        </p:txBody>
      </p:sp>
      <p:sp>
        <p:nvSpPr>
          <p:cNvPr id="8" name="正方形/長方形 7">
            <a:extLst>
              <a:ext uri="{FF2B5EF4-FFF2-40B4-BE49-F238E27FC236}">
                <a16:creationId xmlns:a16="http://schemas.microsoft.com/office/drawing/2014/main" id="{1D0594D2-76B1-AE6B-6561-9D9D1F430F3C}"/>
              </a:ext>
            </a:extLst>
          </p:cNvPr>
          <p:cNvSpPr/>
          <p:nvPr/>
        </p:nvSpPr>
        <p:spPr>
          <a:xfrm>
            <a:off x="6412088" y="4934875"/>
            <a:ext cx="2188634" cy="914400"/>
          </a:xfrm>
          <a:prstGeom prst="rect">
            <a:avLst/>
          </a:prstGeom>
          <a:solidFill>
            <a:schemeClr val="tx1">
              <a:lumMod val="65000"/>
              <a:lumOff val="35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2117" b="1" dirty="0">
                <a:solidFill>
                  <a:schemeClr val="tx1">
                    <a:lumMod val="75000"/>
                    <a:lumOff val="25000"/>
                  </a:schemeClr>
                </a:solidFill>
                <a:latin typeface="BIZ UDPゴシック" panose="020B0400000000000000" pitchFamily="50" charset="-128"/>
                <a:ea typeface="BIZ UDPゴシック" panose="020B0400000000000000" pitchFamily="50" charset="-128"/>
              </a:rPr>
              <a:t>送っちゃえ</a:t>
            </a:r>
            <a:endParaRPr lang="en-US" altLang="ja-JP" sz="2117" b="1"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algn="ctr"/>
            <a:r>
              <a:rPr lang="ja-JP" altLang="en-US" sz="1400" b="1" dirty="0">
                <a:solidFill>
                  <a:schemeClr val="tx1">
                    <a:lumMod val="75000"/>
                    <a:lumOff val="25000"/>
                  </a:schemeClr>
                </a:solidFill>
                <a:latin typeface="BIZ UDPゴシック" panose="020B0400000000000000" pitchFamily="50" charset="-128"/>
                <a:ea typeface="BIZ UDPゴシック" panose="020B0400000000000000" pitchFamily="50" charset="-128"/>
              </a:rPr>
              <a:t>申し訳なさそうに</a:t>
            </a:r>
          </a:p>
        </p:txBody>
      </p:sp>
      <p:sp>
        <p:nvSpPr>
          <p:cNvPr id="9" name="正方形/長方形 8">
            <a:extLst>
              <a:ext uri="{FF2B5EF4-FFF2-40B4-BE49-F238E27FC236}">
                <a16:creationId xmlns:a16="http://schemas.microsoft.com/office/drawing/2014/main" id="{B31996C2-2D95-80F5-2EE0-83F55C00EC0C}"/>
              </a:ext>
            </a:extLst>
          </p:cNvPr>
          <p:cNvSpPr/>
          <p:nvPr/>
        </p:nvSpPr>
        <p:spPr>
          <a:xfrm>
            <a:off x="9232900" y="4934875"/>
            <a:ext cx="2188634" cy="914400"/>
          </a:xfrm>
          <a:prstGeom prst="rect">
            <a:avLst/>
          </a:prstGeom>
          <a:solidFill>
            <a:schemeClr val="tx1">
              <a:lumMod val="65000"/>
              <a:lumOff val="35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2117" b="1" dirty="0">
                <a:solidFill>
                  <a:schemeClr val="tx1">
                    <a:lumMod val="75000"/>
                    <a:lumOff val="25000"/>
                  </a:schemeClr>
                </a:solidFill>
                <a:latin typeface="BIZ UDPゴシック" panose="020B0400000000000000" pitchFamily="50" charset="-128"/>
                <a:ea typeface="BIZ UDPゴシック" panose="020B0400000000000000" pitchFamily="50" charset="-128"/>
              </a:rPr>
              <a:t>送ってはダメ</a:t>
            </a:r>
            <a:endParaRPr lang="en-US" altLang="ja-JP" sz="2117" b="1"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algn="ctr"/>
            <a:r>
              <a:rPr lang="ja-JP" altLang="en-US" sz="1400" b="1" dirty="0">
                <a:solidFill>
                  <a:schemeClr val="tx1">
                    <a:lumMod val="75000"/>
                    <a:lumOff val="25000"/>
                  </a:schemeClr>
                </a:solidFill>
                <a:latin typeface="BIZ UDPゴシック" panose="020B0400000000000000" pitchFamily="50" charset="-128"/>
                <a:ea typeface="BIZ UDPゴシック" panose="020B0400000000000000" pitchFamily="50" charset="-128"/>
              </a:rPr>
              <a:t>学習しないやつ</a:t>
            </a:r>
            <a:endParaRPr lang="en-US" altLang="ja-JP" sz="1400" b="1"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algn="ctr"/>
            <a:r>
              <a:rPr lang="ja-JP" altLang="en-US" sz="1400" b="1" dirty="0">
                <a:solidFill>
                  <a:schemeClr val="tx1">
                    <a:lumMod val="75000"/>
                    <a:lumOff val="25000"/>
                  </a:schemeClr>
                </a:solidFill>
                <a:latin typeface="BIZ UDPゴシック" panose="020B0400000000000000" pitchFamily="50" charset="-128"/>
                <a:ea typeface="BIZ UDPゴシック" panose="020B0400000000000000" pitchFamily="50" charset="-128"/>
              </a:rPr>
              <a:t>とみなされる</a:t>
            </a:r>
          </a:p>
        </p:txBody>
      </p:sp>
      <p:sp>
        <p:nvSpPr>
          <p:cNvPr id="10" name="四角形: 角を丸くする 9">
            <a:extLst>
              <a:ext uri="{FF2B5EF4-FFF2-40B4-BE49-F238E27FC236}">
                <a16:creationId xmlns:a16="http://schemas.microsoft.com/office/drawing/2014/main" id="{27EEE5EA-2518-9D64-851A-802D4348F776}"/>
              </a:ext>
            </a:extLst>
          </p:cNvPr>
          <p:cNvSpPr/>
          <p:nvPr/>
        </p:nvSpPr>
        <p:spPr>
          <a:xfrm>
            <a:off x="770466" y="2495088"/>
            <a:ext cx="2188634" cy="914400"/>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昨日は飲み会</a:t>
            </a: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a:t>
            </a:r>
            <a:endPar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11" name="四角形: 角を丸くする 10">
            <a:extLst>
              <a:ext uri="{FF2B5EF4-FFF2-40B4-BE49-F238E27FC236}">
                <a16:creationId xmlns:a16="http://schemas.microsoft.com/office/drawing/2014/main" id="{4BF9FE42-CBDC-64F6-4CEA-21975504B2A7}"/>
              </a:ext>
            </a:extLst>
          </p:cNvPr>
          <p:cNvSpPr/>
          <p:nvPr/>
        </p:nvSpPr>
        <p:spPr>
          <a:xfrm>
            <a:off x="3591277" y="2495088"/>
            <a:ext cx="2188634" cy="914400"/>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その上司とは</a:t>
            </a:r>
            <a:endPar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親しい？</a:t>
            </a:r>
          </a:p>
        </p:txBody>
      </p:sp>
      <p:sp>
        <p:nvSpPr>
          <p:cNvPr id="12" name="四角形: 角を丸くする 11">
            <a:extLst>
              <a:ext uri="{FF2B5EF4-FFF2-40B4-BE49-F238E27FC236}">
                <a16:creationId xmlns:a16="http://schemas.microsoft.com/office/drawing/2014/main" id="{E96F6B39-DC4B-4276-326B-57C47C552E33}"/>
              </a:ext>
            </a:extLst>
          </p:cNvPr>
          <p:cNvSpPr/>
          <p:nvPr/>
        </p:nvSpPr>
        <p:spPr>
          <a:xfrm>
            <a:off x="6412088" y="2495088"/>
            <a:ext cx="2188634" cy="914400"/>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これまでにメールで遅刻連絡をしたことがある？</a:t>
            </a:r>
          </a:p>
        </p:txBody>
      </p:sp>
      <p:sp>
        <p:nvSpPr>
          <p:cNvPr id="13" name="四角形: 角を丸くする 12">
            <a:extLst>
              <a:ext uri="{FF2B5EF4-FFF2-40B4-BE49-F238E27FC236}">
                <a16:creationId xmlns:a16="http://schemas.microsoft.com/office/drawing/2014/main" id="{88747E70-5076-9B52-F6ED-4AD512A820BB}"/>
              </a:ext>
            </a:extLst>
          </p:cNvPr>
          <p:cNvSpPr/>
          <p:nvPr/>
        </p:nvSpPr>
        <p:spPr>
          <a:xfrm>
            <a:off x="6413500" y="3613150"/>
            <a:ext cx="2188634" cy="914400"/>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そのときに</a:t>
            </a:r>
            <a:endPar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怒られたことは</a:t>
            </a:r>
            <a:endPar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ある？</a:t>
            </a:r>
          </a:p>
        </p:txBody>
      </p:sp>
      <p:sp>
        <p:nvSpPr>
          <p:cNvPr id="14" name="四角形: 角を丸くする 13">
            <a:extLst>
              <a:ext uri="{FF2B5EF4-FFF2-40B4-BE49-F238E27FC236}">
                <a16:creationId xmlns:a16="http://schemas.microsoft.com/office/drawing/2014/main" id="{6B2CE91B-3C77-F517-4F8B-04E0735869B8}"/>
              </a:ext>
            </a:extLst>
          </p:cNvPr>
          <p:cNvSpPr/>
          <p:nvPr/>
        </p:nvSpPr>
        <p:spPr>
          <a:xfrm>
            <a:off x="9232900" y="2495088"/>
            <a:ext cx="2188634" cy="914400"/>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メール以外に連絡手段がない？</a:t>
            </a:r>
          </a:p>
        </p:txBody>
      </p:sp>
      <p:sp>
        <p:nvSpPr>
          <p:cNvPr id="15" name="四角形: 角を丸くする 14">
            <a:extLst>
              <a:ext uri="{FF2B5EF4-FFF2-40B4-BE49-F238E27FC236}">
                <a16:creationId xmlns:a16="http://schemas.microsoft.com/office/drawing/2014/main" id="{F6747871-050B-5AC8-C464-D6E7100D2AB6}"/>
              </a:ext>
            </a:extLst>
          </p:cNvPr>
          <p:cNvSpPr/>
          <p:nvPr/>
        </p:nvSpPr>
        <p:spPr>
          <a:xfrm>
            <a:off x="9232900" y="3613150"/>
            <a:ext cx="2188634" cy="914400"/>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メールで連絡したことに怒っていた？</a:t>
            </a:r>
          </a:p>
        </p:txBody>
      </p:sp>
      <p:cxnSp>
        <p:nvCxnSpPr>
          <p:cNvPr id="16" name="直線コネクタ 15">
            <a:extLst>
              <a:ext uri="{FF2B5EF4-FFF2-40B4-BE49-F238E27FC236}">
                <a16:creationId xmlns:a16="http://schemas.microsoft.com/office/drawing/2014/main" id="{296BB191-0862-D9D6-D3B7-BF81E10C4C39}"/>
              </a:ext>
              <a:ext uri="{C183D7F6-B498-43B3-948B-1728B52AA6E4}">
                <adec:decorative xmlns:adec="http://schemas.microsoft.com/office/drawing/2017/decorative" val="1"/>
              </a:ext>
            </a:extLst>
          </p:cNvPr>
          <p:cNvCxnSpPr>
            <a:cxnSpLocks/>
            <a:stCxn id="10" idx="2"/>
            <a:endCxn id="6" idx="0"/>
          </p:cNvCxnSpPr>
          <p:nvPr/>
        </p:nvCxnSpPr>
        <p:spPr>
          <a:xfrm>
            <a:off x="1864783" y="3409491"/>
            <a:ext cx="0" cy="1525387"/>
          </a:xfrm>
          <a:prstGeom prst="line">
            <a:avLst/>
          </a:prstGeom>
          <a:ln w="28575">
            <a:solidFill>
              <a:schemeClr val="accent2">
                <a:lumMod val="60000"/>
                <a:lumOff val="40000"/>
              </a:schemeClr>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直線コネクタ 16">
            <a:extLst>
              <a:ext uri="{FF2B5EF4-FFF2-40B4-BE49-F238E27FC236}">
                <a16:creationId xmlns:a16="http://schemas.microsoft.com/office/drawing/2014/main" id="{45418CD5-C70A-310B-75E4-859AA24DF758}"/>
              </a:ext>
              <a:ext uri="{C183D7F6-B498-43B3-948B-1728B52AA6E4}">
                <adec:decorative xmlns:adec="http://schemas.microsoft.com/office/drawing/2017/decorative" val="1"/>
              </a:ext>
            </a:extLst>
          </p:cNvPr>
          <p:cNvCxnSpPr>
            <a:cxnSpLocks/>
            <a:stCxn id="11" idx="2"/>
            <a:endCxn id="7" idx="0"/>
          </p:cNvCxnSpPr>
          <p:nvPr/>
        </p:nvCxnSpPr>
        <p:spPr>
          <a:xfrm>
            <a:off x="4685594" y="3409491"/>
            <a:ext cx="0" cy="1525387"/>
          </a:xfrm>
          <a:prstGeom prst="line">
            <a:avLst/>
          </a:prstGeom>
          <a:ln w="28575">
            <a:solidFill>
              <a:schemeClr val="accent2">
                <a:lumMod val="60000"/>
                <a:lumOff val="40000"/>
              </a:schemeClr>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直線コネクタ 17">
            <a:extLst>
              <a:ext uri="{FF2B5EF4-FFF2-40B4-BE49-F238E27FC236}">
                <a16:creationId xmlns:a16="http://schemas.microsoft.com/office/drawing/2014/main" id="{6AB1C37A-A8C8-1758-41A0-734BD3531B15}"/>
              </a:ext>
              <a:ext uri="{C183D7F6-B498-43B3-948B-1728B52AA6E4}">
                <adec:decorative xmlns:adec="http://schemas.microsoft.com/office/drawing/2017/decorative" val="1"/>
              </a:ext>
            </a:extLst>
          </p:cNvPr>
          <p:cNvCxnSpPr>
            <a:cxnSpLocks/>
            <a:endCxn id="13" idx="0"/>
          </p:cNvCxnSpPr>
          <p:nvPr/>
        </p:nvCxnSpPr>
        <p:spPr>
          <a:xfrm>
            <a:off x="7497940" y="3427556"/>
            <a:ext cx="9878" cy="185594"/>
          </a:xfrm>
          <a:prstGeom prst="line">
            <a:avLst/>
          </a:prstGeom>
          <a:ln w="28575">
            <a:solidFill>
              <a:schemeClr val="accent2">
                <a:lumMod val="60000"/>
                <a:lumOff val="40000"/>
              </a:schemeClr>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直線コネクタ 18">
            <a:extLst>
              <a:ext uri="{FF2B5EF4-FFF2-40B4-BE49-F238E27FC236}">
                <a16:creationId xmlns:a16="http://schemas.microsoft.com/office/drawing/2014/main" id="{E20E469E-01F1-16F3-24BB-5EDBE8B8ACC3}"/>
              </a:ext>
              <a:ext uri="{C183D7F6-B498-43B3-948B-1728B52AA6E4}">
                <adec:decorative xmlns:adec="http://schemas.microsoft.com/office/drawing/2017/decorative" val="1"/>
              </a:ext>
            </a:extLst>
          </p:cNvPr>
          <p:cNvCxnSpPr>
            <a:cxnSpLocks/>
            <a:stCxn id="13" idx="2"/>
            <a:endCxn id="8" idx="0"/>
          </p:cNvCxnSpPr>
          <p:nvPr/>
        </p:nvCxnSpPr>
        <p:spPr>
          <a:xfrm flipH="1">
            <a:off x="7506407" y="4527555"/>
            <a:ext cx="1412" cy="407325"/>
          </a:xfrm>
          <a:prstGeom prst="line">
            <a:avLst/>
          </a:prstGeom>
          <a:ln w="28575">
            <a:solidFill>
              <a:schemeClr val="accent2">
                <a:lumMod val="60000"/>
                <a:lumOff val="40000"/>
              </a:schemeClr>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20" name="吹き出し: 角を丸めた四角形 19">
            <a:extLst>
              <a:ext uri="{FF2B5EF4-FFF2-40B4-BE49-F238E27FC236}">
                <a16:creationId xmlns:a16="http://schemas.microsoft.com/office/drawing/2014/main" id="{F94BA5EB-839A-46D3-3A96-C6238B00A5F9}"/>
              </a:ext>
            </a:extLst>
          </p:cNvPr>
          <p:cNvSpPr/>
          <p:nvPr/>
        </p:nvSpPr>
        <p:spPr>
          <a:xfrm>
            <a:off x="770466" y="1628775"/>
            <a:ext cx="2188634" cy="612648"/>
          </a:xfrm>
          <a:prstGeom prst="wedgeRoundRectCallout">
            <a:avLst>
              <a:gd name="adj1" fmla="val -20833"/>
              <a:gd name="adj2" fmla="val 77702"/>
              <a:gd name="adj3" fmla="val 16667"/>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遅刻の連絡をメールで上司に伝えてよい？</a:t>
            </a:r>
          </a:p>
        </p:txBody>
      </p:sp>
      <p:cxnSp>
        <p:nvCxnSpPr>
          <p:cNvPr id="21" name="直線コネクタ 20">
            <a:extLst>
              <a:ext uri="{FF2B5EF4-FFF2-40B4-BE49-F238E27FC236}">
                <a16:creationId xmlns:a16="http://schemas.microsoft.com/office/drawing/2014/main" id="{0A853D09-C9A6-760A-4ECE-9ADD85585807}"/>
              </a:ext>
              <a:ext uri="{C183D7F6-B498-43B3-948B-1728B52AA6E4}">
                <adec:decorative xmlns:adec="http://schemas.microsoft.com/office/drawing/2017/decorative" val="1"/>
              </a:ext>
            </a:extLst>
          </p:cNvPr>
          <p:cNvCxnSpPr>
            <a:cxnSpLocks/>
            <a:stCxn id="10" idx="3"/>
            <a:endCxn id="11" idx="1"/>
          </p:cNvCxnSpPr>
          <p:nvPr/>
        </p:nvCxnSpPr>
        <p:spPr>
          <a:xfrm>
            <a:off x="2959103" y="2952288"/>
            <a:ext cx="632177" cy="0"/>
          </a:xfrm>
          <a:prstGeom prst="line">
            <a:avLst/>
          </a:prstGeom>
          <a:ln w="28575">
            <a:solidFill>
              <a:schemeClr val="accent2">
                <a:lumMod val="60000"/>
                <a:lumOff val="40000"/>
              </a:schemeClr>
            </a:solidFill>
            <a:prstDash val="sysDot"/>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直線コネクタ 21">
            <a:extLst>
              <a:ext uri="{FF2B5EF4-FFF2-40B4-BE49-F238E27FC236}">
                <a16:creationId xmlns:a16="http://schemas.microsoft.com/office/drawing/2014/main" id="{ED16DE9E-8817-F9D0-F204-C1690E75EFF9}"/>
              </a:ext>
              <a:ext uri="{C183D7F6-B498-43B3-948B-1728B52AA6E4}">
                <adec:decorative xmlns:adec="http://schemas.microsoft.com/office/drawing/2017/decorative" val="1"/>
              </a:ext>
            </a:extLst>
          </p:cNvPr>
          <p:cNvCxnSpPr>
            <a:cxnSpLocks/>
            <a:stCxn id="11" idx="3"/>
            <a:endCxn id="12" idx="1"/>
          </p:cNvCxnSpPr>
          <p:nvPr/>
        </p:nvCxnSpPr>
        <p:spPr>
          <a:xfrm>
            <a:off x="5779913" y="2952288"/>
            <a:ext cx="632177" cy="0"/>
          </a:xfrm>
          <a:prstGeom prst="line">
            <a:avLst/>
          </a:prstGeom>
          <a:ln w="28575">
            <a:solidFill>
              <a:schemeClr val="accent2">
                <a:lumMod val="60000"/>
                <a:lumOff val="40000"/>
              </a:schemeClr>
            </a:solidFill>
            <a:prstDash val="sysDot"/>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直線コネクタ 22">
            <a:extLst>
              <a:ext uri="{FF2B5EF4-FFF2-40B4-BE49-F238E27FC236}">
                <a16:creationId xmlns:a16="http://schemas.microsoft.com/office/drawing/2014/main" id="{2DA8AEB1-887F-24DF-E600-8F7FCD2A06AA}"/>
              </a:ext>
              <a:ext uri="{C183D7F6-B498-43B3-948B-1728B52AA6E4}">
                <adec:decorative xmlns:adec="http://schemas.microsoft.com/office/drawing/2017/decorative" val="1"/>
              </a:ext>
            </a:extLst>
          </p:cNvPr>
          <p:cNvCxnSpPr>
            <a:cxnSpLocks/>
            <a:stCxn id="12" idx="3"/>
            <a:endCxn id="14" idx="1"/>
          </p:cNvCxnSpPr>
          <p:nvPr/>
        </p:nvCxnSpPr>
        <p:spPr>
          <a:xfrm>
            <a:off x="8600724" y="2952288"/>
            <a:ext cx="632178" cy="0"/>
          </a:xfrm>
          <a:prstGeom prst="line">
            <a:avLst/>
          </a:prstGeom>
          <a:ln w="28575">
            <a:solidFill>
              <a:schemeClr val="accent2">
                <a:lumMod val="60000"/>
                <a:lumOff val="40000"/>
              </a:schemeClr>
            </a:solidFill>
            <a:prstDash val="sysDot"/>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直線コネクタ 23">
            <a:extLst>
              <a:ext uri="{FF2B5EF4-FFF2-40B4-BE49-F238E27FC236}">
                <a16:creationId xmlns:a16="http://schemas.microsoft.com/office/drawing/2014/main" id="{2C238F6D-9BB5-7C7E-1A61-E931530B00C7}"/>
              </a:ext>
              <a:ext uri="{C183D7F6-B498-43B3-948B-1728B52AA6E4}">
                <adec:decorative xmlns:adec="http://schemas.microsoft.com/office/drawing/2017/decorative" val="1"/>
              </a:ext>
            </a:extLst>
          </p:cNvPr>
          <p:cNvCxnSpPr>
            <a:cxnSpLocks/>
            <a:stCxn id="13" idx="3"/>
            <a:endCxn id="15" idx="1"/>
          </p:cNvCxnSpPr>
          <p:nvPr/>
        </p:nvCxnSpPr>
        <p:spPr>
          <a:xfrm>
            <a:off x="8602134" y="4070350"/>
            <a:ext cx="630766" cy="0"/>
          </a:xfrm>
          <a:prstGeom prst="line">
            <a:avLst/>
          </a:prstGeom>
          <a:ln w="28575">
            <a:solidFill>
              <a:schemeClr val="accent2">
                <a:lumMod val="60000"/>
                <a:lumOff val="40000"/>
              </a:schemeClr>
            </a:solidFill>
            <a:prstDash val="sysDot"/>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コネクタ: カギ線 24">
            <a:extLst>
              <a:ext uri="{FF2B5EF4-FFF2-40B4-BE49-F238E27FC236}">
                <a16:creationId xmlns:a16="http://schemas.microsoft.com/office/drawing/2014/main" id="{875C8C25-3A5E-A509-9893-C482C4CF65C2}"/>
              </a:ext>
              <a:ext uri="{C183D7F6-B498-43B3-948B-1728B52AA6E4}">
                <adec:decorative xmlns:adec="http://schemas.microsoft.com/office/drawing/2017/decorative" val="1"/>
              </a:ext>
            </a:extLst>
          </p:cNvPr>
          <p:cNvCxnSpPr>
            <a:cxnSpLocks/>
            <a:stCxn id="15" idx="3"/>
            <a:endCxn id="9" idx="0"/>
          </p:cNvCxnSpPr>
          <p:nvPr/>
        </p:nvCxnSpPr>
        <p:spPr>
          <a:xfrm flipH="1">
            <a:off x="10327220" y="4070355"/>
            <a:ext cx="1094317" cy="864525"/>
          </a:xfrm>
          <a:prstGeom prst="bentConnector4">
            <a:avLst>
              <a:gd name="adj1" fmla="val -20890"/>
              <a:gd name="adj2" fmla="val 76442"/>
            </a:avLst>
          </a:prstGeom>
          <a:ln w="28575">
            <a:solidFill>
              <a:schemeClr val="accent2">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6" name="楕円 25">
            <a:extLst>
              <a:ext uri="{FF2B5EF4-FFF2-40B4-BE49-F238E27FC236}">
                <a16:creationId xmlns:a16="http://schemas.microsoft.com/office/drawing/2014/main" id="{0F9D2F01-9917-E5C1-1AC5-02E916099D1E}"/>
              </a:ext>
            </a:extLst>
          </p:cNvPr>
          <p:cNvSpPr/>
          <p:nvPr/>
        </p:nvSpPr>
        <p:spPr>
          <a:xfrm>
            <a:off x="3086102" y="1657144"/>
            <a:ext cx="774700" cy="277956"/>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はい</a:t>
            </a:r>
          </a:p>
        </p:txBody>
      </p:sp>
      <p:sp>
        <p:nvSpPr>
          <p:cNvPr id="27" name="楕円 26">
            <a:extLst>
              <a:ext uri="{FF2B5EF4-FFF2-40B4-BE49-F238E27FC236}">
                <a16:creationId xmlns:a16="http://schemas.microsoft.com/office/drawing/2014/main" id="{322E43DB-100A-F4C2-751B-6550A9D9F7C5}"/>
              </a:ext>
            </a:extLst>
          </p:cNvPr>
          <p:cNvSpPr/>
          <p:nvPr/>
        </p:nvSpPr>
        <p:spPr>
          <a:xfrm>
            <a:off x="3086102" y="1950510"/>
            <a:ext cx="774700" cy="277956"/>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いいえ</a:t>
            </a:r>
          </a:p>
        </p:txBody>
      </p:sp>
      <p:cxnSp>
        <p:nvCxnSpPr>
          <p:cNvPr id="28" name="直線コネクタ 27">
            <a:extLst>
              <a:ext uri="{FF2B5EF4-FFF2-40B4-BE49-F238E27FC236}">
                <a16:creationId xmlns:a16="http://schemas.microsoft.com/office/drawing/2014/main" id="{4FD81FA8-F436-DE99-CE84-E375F93D7369}"/>
              </a:ext>
              <a:ext uri="{C183D7F6-B498-43B3-948B-1728B52AA6E4}">
                <adec:decorative xmlns:adec="http://schemas.microsoft.com/office/drawing/2017/decorative" val="1"/>
              </a:ext>
            </a:extLst>
          </p:cNvPr>
          <p:cNvCxnSpPr>
            <a:cxnSpLocks/>
          </p:cNvCxnSpPr>
          <p:nvPr/>
        </p:nvCxnSpPr>
        <p:spPr>
          <a:xfrm>
            <a:off x="3860800" y="1787654"/>
            <a:ext cx="258234" cy="0"/>
          </a:xfrm>
          <a:prstGeom prst="line">
            <a:avLst/>
          </a:prstGeom>
          <a:ln w="28575">
            <a:solidFill>
              <a:schemeClr val="accent2">
                <a:lumMod val="60000"/>
                <a:lumOff val="40000"/>
              </a:schemeClr>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直線コネクタ 28">
            <a:extLst>
              <a:ext uri="{FF2B5EF4-FFF2-40B4-BE49-F238E27FC236}">
                <a16:creationId xmlns:a16="http://schemas.microsoft.com/office/drawing/2014/main" id="{E87EBE1F-CB8F-D031-B4FC-BFE6E854590C}"/>
              </a:ext>
              <a:ext uri="{C183D7F6-B498-43B3-948B-1728B52AA6E4}">
                <adec:decorative xmlns:adec="http://schemas.microsoft.com/office/drawing/2017/decorative" val="1"/>
              </a:ext>
            </a:extLst>
          </p:cNvPr>
          <p:cNvCxnSpPr>
            <a:cxnSpLocks/>
          </p:cNvCxnSpPr>
          <p:nvPr/>
        </p:nvCxnSpPr>
        <p:spPr>
          <a:xfrm>
            <a:off x="3860800" y="2081019"/>
            <a:ext cx="258234" cy="0"/>
          </a:xfrm>
          <a:prstGeom prst="line">
            <a:avLst/>
          </a:prstGeom>
          <a:ln w="28575">
            <a:solidFill>
              <a:schemeClr val="accent2">
                <a:lumMod val="60000"/>
                <a:lumOff val="40000"/>
              </a:schemeClr>
            </a:solidFill>
            <a:prstDash val="sysDot"/>
            <a:headEnd type="none" w="med" len="med"/>
            <a:tailEnd type="triangle"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6736105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7B02284-51DF-C5E9-C708-8901A7124932}"/>
              </a:ext>
            </a:extLst>
          </p:cNvPr>
          <p:cNvSpPr>
            <a:spLocks noGrp="1"/>
          </p:cNvSpPr>
          <p:nvPr>
            <p:ph type="title"/>
          </p:nvPr>
        </p:nvSpPr>
        <p:spPr/>
        <p:txBody>
          <a:bodyPr/>
          <a:lstStyle/>
          <a:p>
            <a:r>
              <a:rPr lang="ja-JP" altLang="en-US" dirty="0"/>
              <a:t>データ越境のヒアリング調査対象企業</a:t>
            </a:r>
            <a:endParaRPr kumimoji="1" lang="ja-JP" altLang="en-US" dirty="0"/>
          </a:p>
        </p:txBody>
      </p:sp>
      <p:sp>
        <p:nvSpPr>
          <p:cNvPr id="3" name="フッター プレースホルダー 2">
            <a:extLst>
              <a:ext uri="{FF2B5EF4-FFF2-40B4-BE49-F238E27FC236}">
                <a16:creationId xmlns:a16="http://schemas.microsoft.com/office/drawing/2014/main" id="{B8716B11-7257-C124-D772-D477C227E680}"/>
              </a:ext>
            </a:extLst>
          </p:cNvPr>
          <p:cNvSpPr>
            <a:spLocks noGrp="1"/>
          </p:cNvSpPr>
          <p:nvPr>
            <p:ph type="ftr" sz="quarter" idx="11"/>
          </p:nvPr>
        </p:nvSpPr>
        <p:spPr/>
        <p:txBody>
          <a:bodyPr/>
          <a:lstStyle/>
          <a:p>
            <a:r>
              <a:rPr lang="ja-JP" altLang="en-US"/>
              <a:t>出所：</a:t>
            </a:r>
            <a:endParaRPr lang="ja-JP" altLang="en-US" sz="900" dirty="0"/>
          </a:p>
        </p:txBody>
      </p:sp>
      <p:sp>
        <p:nvSpPr>
          <p:cNvPr id="4" name="スライド番号プレースホルダー 3">
            <a:extLst>
              <a:ext uri="{FF2B5EF4-FFF2-40B4-BE49-F238E27FC236}">
                <a16:creationId xmlns:a16="http://schemas.microsoft.com/office/drawing/2014/main" id="{835D6128-DE78-69F3-7BE2-DB5358E674F8}"/>
              </a:ext>
            </a:extLst>
          </p:cNvPr>
          <p:cNvSpPr>
            <a:spLocks noGrp="1"/>
          </p:cNvSpPr>
          <p:nvPr>
            <p:ph type="sldNum" sz="quarter" idx="12"/>
          </p:nvPr>
        </p:nvSpPr>
        <p:spPr/>
        <p:txBody>
          <a:bodyPr/>
          <a:lstStyle/>
          <a:p>
            <a:fld id="{DCB5AA93-092B-49A1-87A7-3C88D5F38AD7}" type="slidenum">
              <a:rPr lang="ja-JP" altLang="en-US" smtClean="0"/>
              <a:pPr/>
              <a:t>53</a:t>
            </a:fld>
            <a:endParaRPr lang="ja-JP" altLang="en-US" sz="900" dirty="0"/>
          </a:p>
        </p:txBody>
      </p:sp>
      <p:sp>
        <p:nvSpPr>
          <p:cNvPr id="5" name="テキスト プレースホルダー 4">
            <a:extLst>
              <a:ext uri="{FF2B5EF4-FFF2-40B4-BE49-F238E27FC236}">
                <a16:creationId xmlns:a16="http://schemas.microsoft.com/office/drawing/2014/main" id="{4AAEF4AB-63C5-E212-3314-F526EB2C7B05}"/>
              </a:ext>
            </a:extLst>
          </p:cNvPr>
          <p:cNvSpPr>
            <a:spLocks noGrp="1"/>
          </p:cNvSpPr>
          <p:nvPr>
            <p:ph type="body" sz="quarter" idx="13"/>
          </p:nvPr>
        </p:nvSpPr>
        <p:spPr/>
        <p:txBody>
          <a:bodyPr/>
          <a:lstStyle/>
          <a:p>
            <a:endParaRPr kumimoji="1" lang="ja-JP" altLang="en-US"/>
          </a:p>
        </p:txBody>
      </p:sp>
      <p:cxnSp>
        <p:nvCxnSpPr>
          <p:cNvPr id="6" name="直線コネクタ 5">
            <a:extLst>
              <a:ext uri="{FF2B5EF4-FFF2-40B4-BE49-F238E27FC236}">
                <a16:creationId xmlns:a16="http://schemas.microsoft.com/office/drawing/2014/main" id="{56447016-B73C-6ACE-A8DD-F6158D59098E}"/>
              </a:ext>
              <a:ext uri="{C183D7F6-B498-43B3-948B-1728B52AA6E4}">
                <adec:decorative xmlns:adec="http://schemas.microsoft.com/office/drawing/2017/decorative" val="1"/>
              </a:ext>
            </a:extLst>
          </p:cNvPr>
          <p:cNvCxnSpPr>
            <a:cxnSpLocks/>
          </p:cNvCxnSpPr>
          <p:nvPr/>
        </p:nvCxnSpPr>
        <p:spPr>
          <a:xfrm flipV="1">
            <a:off x="3954361" y="1453276"/>
            <a:ext cx="7875894" cy="26528"/>
          </a:xfrm>
          <a:prstGeom prst="line">
            <a:avLst/>
          </a:prstGeom>
          <a:ln w="9525">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7" name="テキスト ボックス 6">
            <a:extLst>
              <a:ext uri="{FF2B5EF4-FFF2-40B4-BE49-F238E27FC236}">
                <a16:creationId xmlns:a16="http://schemas.microsoft.com/office/drawing/2014/main" id="{80AA26E9-E39A-69A0-56E1-63CDBA5BC4DB}"/>
              </a:ext>
            </a:extLst>
          </p:cNvPr>
          <p:cNvSpPr txBox="1"/>
          <p:nvPr/>
        </p:nvSpPr>
        <p:spPr>
          <a:xfrm>
            <a:off x="4121832" y="1268610"/>
            <a:ext cx="615553" cy="184666"/>
          </a:xfrm>
          <a:prstGeom prst="rect">
            <a:avLst/>
          </a:prstGeom>
          <a:noFill/>
        </p:spPr>
        <p:txBody>
          <a:bodyPr wrap="none" lIns="0" tIns="0" rIns="0" bIns="0" rtlCol="0">
            <a:spAutoFit/>
          </a:bodyPr>
          <a:lstStyle/>
          <a:p>
            <a:r>
              <a:rPr lang="ja-JP" altLang="en-US" sz="1200" b="1" dirty="0">
                <a:latin typeface="BIZ UDPゴシック" panose="020B0400000000000000" pitchFamily="50" charset="-128"/>
                <a:ea typeface="BIZ UDPゴシック" panose="020B0400000000000000" pitchFamily="50" charset="-128"/>
              </a:rPr>
              <a:t>事業運営</a:t>
            </a:r>
            <a:endParaRPr lang="en-US" altLang="ja-JP" sz="1200" b="1" dirty="0">
              <a:latin typeface="BIZ UDPゴシック" panose="020B0400000000000000" pitchFamily="50" charset="-128"/>
              <a:ea typeface="BIZ UDPゴシック" panose="020B0400000000000000" pitchFamily="50" charset="-128"/>
            </a:endParaRPr>
          </a:p>
        </p:txBody>
      </p:sp>
      <p:sp>
        <p:nvSpPr>
          <p:cNvPr id="8" name="テキスト ボックス 7">
            <a:extLst>
              <a:ext uri="{FF2B5EF4-FFF2-40B4-BE49-F238E27FC236}">
                <a16:creationId xmlns:a16="http://schemas.microsoft.com/office/drawing/2014/main" id="{9DD7279D-A4FF-3644-3F69-9AABC1081516}"/>
              </a:ext>
            </a:extLst>
          </p:cNvPr>
          <p:cNvSpPr txBox="1"/>
          <p:nvPr/>
        </p:nvSpPr>
        <p:spPr>
          <a:xfrm>
            <a:off x="1433457" y="1674950"/>
            <a:ext cx="2358458" cy="369332"/>
          </a:xfrm>
          <a:prstGeom prst="rect">
            <a:avLst/>
          </a:prstGeom>
          <a:noFill/>
        </p:spPr>
        <p:txBody>
          <a:bodyPr wrap="square" lIns="0" tIns="0" rIns="0" bIns="0" rtlCol="0">
            <a:spAutoFit/>
          </a:bodyPr>
          <a:lstStyle/>
          <a:p>
            <a:pPr marL="228600" indent="-228600">
              <a:buFont typeface="+mj-ea"/>
              <a:buAutoNum type="circleNumDbPlain"/>
            </a:pPr>
            <a:r>
              <a:rPr lang="ja-JP" altLang="en-US" sz="1200" dirty="0">
                <a:solidFill>
                  <a:schemeClr val="accent3"/>
                </a:solidFill>
                <a:latin typeface="BIZ UDPゴシック" panose="020B0400000000000000" pitchFamily="50" charset="-128"/>
                <a:ea typeface="BIZ UDPゴシック" panose="020B0400000000000000" pitchFamily="50" charset="-128"/>
              </a:rPr>
              <a:t>欧州→</a:t>
            </a:r>
            <a:endParaRPr lang="en-US" altLang="ja-JP" sz="1200" dirty="0">
              <a:solidFill>
                <a:schemeClr val="accent3"/>
              </a:solidFill>
              <a:latin typeface="BIZ UDPゴシック" panose="020B0400000000000000" pitchFamily="50" charset="-128"/>
              <a:ea typeface="BIZ UDPゴシック" panose="020B0400000000000000" pitchFamily="50" charset="-128"/>
            </a:endParaRPr>
          </a:p>
          <a:p>
            <a:r>
              <a:rPr lang="ja-JP" altLang="en-US" sz="1200" dirty="0">
                <a:solidFill>
                  <a:schemeClr val="accent3"/>
                </a:solidFill>
                <a:latin typeface="BIZ UDPゴシック" panose="020B0400000000000000" pitchFamily="50" charset="-128"/>
                <a:ea typeface="BIZ UDPゴシック" panose="020B0400000000000000" pitchFamily="50" charset="-128"/>
              </a:rPr>
              <a:t>    充分制認定取得地域</a:t>
            </a:r>
            <a:endParaRPr lang="en-US" altLang="ja-JP" sz="1200" dirty="0">
              <a:solidFill>
                <a:schemeClr val="accent3"/>
              </a:solidFill>
              <a:latin typeface="BIZ UDPゴシック" panose="020B0400000000000000" pitchFamily="50" charset="-128"/>
              <a:ea typeface="BIZ UDPゴシック" panose="020B0400000000000000" pitchFamily="50" charset="-128"/>
            </a:endParaRPr>
          </a:p>
        </p:txBody>
      </p:sp>
      <p:sp>
        <p:nvSpPr>
          <p:cNvPr id="9" name="テキスト ボックス 8">
            <a:extLst>
              <a:ext uri="{FF2B5EF4-FFF2-40B4-BE49-F238E27FC236}">
                <a16:creationId xmlns:a16="http://schemas.microsoft.com/office/drawing/2014/main" id="{4047A8F6-CD0E-8B1A-0FFF-36CC5AF47A8D}"/>
              </a:ext>
            </a:extLst>
          </p:cNvPr>
          <p:cNvSpPr txBox="1"/>
          <p:nvPr/>
        </p:nvSpPr>
        <p:spPr>
          <a:xfrm>
            <a:off x="4121832" y="1674950"/>
            <a:ext cx="2358458" cy="553998"/>
          </a:xfrm>
          <a:prstGeom prst="rect">
            <a:avLst/>
          </a:prstGeom>
          <a:noFill/>
        </p:spPr>
        <p:txBody>
          <a:bodyPr wrap="square" lIns="0" tIns="0" rIns="0" bIns="0" rtlCol="0">
            <a:spAutoFit/>
          </a:bodyPr>
          <a:lstStyle/>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インターネットサービス会社</a:t>
            </a:r>
            <a:endParaRPr lang="en-US" altLang="ja-JP" sz="1200" dirty="0">
              <a:latin typeface="BIZ UDPゴシック" panose="020B0400000000000000" pitchFamily="50" charset="-128"/>
              <a:ea typeface="BIZ UDPゴシック" panose="020B0400000000000000" pitchFamily="50" charset="-128"/>
            </a:endParaRPr>
          </a:p>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鉄道会社</a:t>
            </a:r>
            <a:endParaRPr lang="en-US" altLang="ja-JP" sz="1200" dirty="0">
              <a:latin typeface="BIZ UDPゴシック" panose="020B0400000000000000" pitchFamily="50" charset="-128"/>
              <a:ea typeface="BIZ UDPゴシック" panose="020B0400000000000000" pitchFamily="50" charset="-128"/>
            </a:endParaRPr>
          </a:p>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アパレル会社</a:t>
            </a:r>
            <a:endParaRPr lang="en-US" altLang="ja-JP" sz="1200" dirty="0">
              <a:latin typeface="BIZ UDPゴシック" panose="020B0400000000000000" pitchFamily="50" charset="-128"/>
              <a:ea typeface="BIZ UDPゴシック" panose="020B0400000000000000" pitchFamily="50" charset="-128"/>
            </a:endParaRPr>
          </a:p>
        </p:txBody>
      </p:sp>
      <p:sp>
        <p:nvSpPr>
          <p:cNvPr id="10" name="テキスト ボックス 9">
            <a:extLst>
              <a:ext uri="{FF2B5EF4-FFF2-40B4-BE49-F238E27FC236}">
                <a16:creationId xmlns:a16="http://schemas.microsoft.com/office/drawing/2014/main" id="{2B1B341B-9A09-444B-3123-ABE2B9F77D5B}"/>
              </a:ext>
            </a:extLst>
          </p:cNvPr>
          <p:cNvSpPr txBox="1"/>
          <p:nvPr/>
        </p:nvSpPr>
        <p:spPr>
          <a:xfrm>
            <a:off x="1433457" y="3137221"/>
            <a:ext cx="2520904" cy="184666"/>
          </a:xfrm>
          <a:prstGeom prst="rect">
            <a:avLst/>
          </a:prstGeom>
          <a:noFill/>
        </p:spPr>
        <p:txBody>
          <a:bodyPr wrap="square" lIns="0" tIns="0" rIns="0" bIns="0" rtlCol="0">
            <a:spAutoFit/>
          </a:bodyPr>
          <a:lstStyle/>
          <a:p>
            <a:pPr marL="228600" indent="-228600">
              <a:buFont typeface="+mj-ea"/>
              <a:buAutoNum type="circleNumDbPlain"/>
            </a:pPr>
            <a:r>
              <a:rPr lang="ja-JP" altLang="en-US" sz="1200" dirty="0">
                <a:solidFill>
                  <a:schemeClr val="accent3"/>
                </a:solidFill>
                <a:latin typeface="BIZ UDPゴシック" panose="020B0400000000000000" pitchFamily="50" charset="-128"/>
                <a:ea typeface="BIZ UDPゴシック" panose="020B0400000000000000" pitchFamily="50" charset="-128"/>
              </a:rPr>
              <a:t>日本市場における売上拡大</a:t>
            </a:r>
            <a:endParaRPr lang="en-US" altLang="ja-JP" sz="1200" dirty="0">
              <a:solidFill>
                <a:schemeClr val="accent3"/>
              </a:solidFill>
              <a:latin typeface="BIZ UDPゴシック" panose="020B0400000000000000" pitchFamily="50" charset="-128"/>
              <a:ea typeface="BIZ UDPゴシック" panose="020B0400000000000000" pitchFamily="50" charset="-128"/>
            </a:endParaRPr>
          </a:p>
        </p:txBody>
      </p:sp>
      <p:sp>
        <p:nvSpPr>
          <p:cNvPr id="11" name="テキスト ボックス 10">
            <a:extLst>
              <a:ext uri="{FF2B5EF4-FFF2-40B4-BE49-F238E27FC236}">
                <a16:creationId xmlns:a16="http://schemas.microsoft.com/office/drawing/2014/main" id="{494B72F7-D1B1-8329-EC5E-4479F90E9A73}"/>
              </a:ext>
            </a:extLst>
          </p:cNvPr>
          <p:cNvSpPr txBox="1"/>
          <p:nvPr/>
        </p:nvSpPr>
        <p:spPr>
          <a:xfrm>
            <a:off x="4121832" y="2382288"/>
            <a:ext cx="2358458" cy="184666"/>
          </a:xfrm>
          <a:prstGeom prst="rect">
            <a:avLst/>
          </a:prstGeom>
          <a:noFill/>
        </p:spPr>
        <p:txBody>
          <a:bodyPr wrap="square" lIns="0" tIns="0" rIns="0" bIns="0" rtlCol="0">
            <a:spAutoFit/>
          </a:bodyPr>
          <a:lstStyle/>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アパレル会社</a:t>
            </a:r>
            <a:endParaRPr lang="en-US" altLang="ja-JP" sz="1200" dirty="0">
              <a:latin typeface="BIZ UDPゴシック" panose="020B0400000000000000" pitchFamily="50" charset="-128"/>
              <a:ea typeface="BIZ UDPゴシック" panose="020B0400000000000000" pitchFamily="50" charset="-128"/>
            </a:endParaRPr>
          </a:p>
        </p:txBody>
      </p:sp>
      <p:cxnSp>
        <p:nvCxnSpPr>
          <p:cNvPr id="12" name="直線コネクタ 11">
            <a:extLst>
              <a:ext uri="{FF2B5EF4-FFF2-40B4-BE49-F238E27FC236}">
                <a16:creationId xmlns:a16="http://schemas.microsoft.com/office/drawing/2014/main" id="{492170AE-7337-2D09-8A7D-B2B5346EFB85}"/>
              </a:ext>
            </a:extLst>
          </p:cNvPr>
          <p:cNvCxnSpPr>
            <a:cxnSpLocks/>
          </p:cNvCxnSpPr>
          <p:nvPr/>
        </p:nvCxnSpPr>
        <p:spPr>
          <a:xfrm>
            <a:off x="328708" y="2999040"/>
            <a:ext cx="11501547" cy="9339"/>
          </a:xfrm>
          <a:prstGeom prst="line">
            <a:avLst/>
          </a:prstGeom>
          <a:ln>
            <a:solidFill>
              <a:schemeClr val="bg1">
                <a:lumMod val="75000"/>
              </a:schemeClr>
            </a:solidFill>
            <a:prstDash val="sysDash"/>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13" name="正方形/長方形 12">
            <a:extLst>
              <a:ext uri="{FF2B5EF4-FFF2-40B4-BE49-F238E27FC236}">
                <a16:creationId xmlns:a16="http://schemas.microsoft.com/office/drawing/2014/main" id="{A3E83CE1-7F1E-72AD-0C84-24D7E4178EB3}"/>
              </a:ext>
            </a:extLst>
          </p:cNvPr>
          <p:cNvSpPr/>
          <p:nvPr/>
        </p:nvSpPr>
        <p:spPr>
          <a:xfrm>
            <a:off x="328709" y="1674950"/>
            <a:ext cx="565427" cy="123570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欧州型</a:t>
            </a:r>
          </a:p>
        </p:txBody>
      </p:sp>
      <p:sp>
        <p:nvSpPr>
          <p:cNvPr id="14" name="正方形/長方形 13">
            <a:extLst>
              <a:ext uri="{FF2B5EF4-FFF2-40B4-BE49-F238E27FC236}">
                <a16:creationId xmlns:a16="http://schemas.microsoft.com/office/drawing/2014/main" id="{CD81C04D-9850-8B5C-EC43-874CB03862A6}"/>
              </a:ext>
            </a:extLst>
          </p:cNvPr>
          <p:cNvSpPr/>
          <p:nvPr/>
        </p:nvSpPr>
        <p:spPr>
          <a:xfrm>
            <a:off x="328709" y="3114488"/>
            <a:ext cx="565427" cy="385038"/>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中国型</a:t>
            </a:r>
          </a:p>
        </p:txBody>
      </p:sp>
      <p:sp>
        <p:nvSpPr>
          <p:cNvPr id="15" name="テキスト ボックス 14">
            <a:extLst>
              <a:ext uri="{FF2B5EF4-FFF2-40B4-BE49-F238E27FC236}">
                <a16:creationId xmlns:a16="http://schemas.microsoft.com/office/drawing/2014/main" id="{816A781C-954E-C29D-8599-C0E9CF457566}"/>
              </a:ext>
            </a:extLst>
          </p:cNvPr>
          <p:cNvSpPr txBox="1"/>
          <p:nvPr/>
        </p:nvSpPr>
        <p:spPr>
          <a:xfrm>
            <a:off x="1433457" y="2381310"/>
            <a:ext cx="2358458" cy="184666"/>
          </a:xfrm>
          <a:prstGeom prst="rect">
            <a:avLst/>
          </a:prstGeom>
          <a:noFill/>
        </p:spPr>
        <p:txBody>
          <a:bodyPr wrap="square" lIns="0" tIns="0" rIns="0" bIns="0" rtlCol="0">
            <a:spAutoFit/>
          </a:bodyPr>
          <a:lstStyle/>
          <a:p>
            <a:pPr marL="228600" indent="-228600">
              <a:buFont typeface="+mj-ea"/>
              <a:buAutoNum type="circleNumDbPlain"/>
            </a:pPr>
            <a:r>
              <a:rPr lang="ja-JP" altLang="en-US" sz="1200" dirty="0">
                <a:solidFill>
                  <a:schemeClr val="accent3"/>
                </a:solidFill>
                <a:latin typeface="BIZ UDPゴシック" panose="020B0400000000000000" pitchFamily="50" charset="-128"/>
                <a:ea typeface="BIZ UDPゴシック" panose="020B0400000000000000" pitchFamily="50" charset="-128"/>
              </a:rPr>
              <a:t>欧州 → 他地域</a:t>
            </a:r>
            <a:endParaRPr lang="en-US" altLang="ja-JP" sz="1200" dirty="0">
              <a:solidFill>
                <a:schemeClr val="accent3"/>
              </a:solidFill>
              <a:latin typeface="BIZ UDPゴシック" panose="020B0400000000000000" pitchFamily="50" charset="-128"/>
              <a:ea typeface="BIZ UDPゴシック" panose="020B0400000000000000" pitchFamily="50" charset="-128"/>
            </a:endParaRPr>
          </a:p>
        </p:txBody>
      </p:sp>
      <p:sp>
        <p:nvSpPr>
          <p:cNvPr id="16" name="テキスト ボックス 15">
            <a:extLst>
              <a:ext uri="{FF2B5EF4-FFF2-40B4-BE49-F238E27FC236}">
                <a16:creationId xmlns:a16="http://schemas.microsoft.com/office/drawing/2014/main" id="{0052BE44-CE63-E6D9-A147-F781D9A80386}"/>
              </a:ext>
            </a:extLst>
          </p:cNvPr>
          <p:cNvSpPr txBox="1"/>
          <p:nvPr/>
        </p:nvSpPr>
        <p:spPr>
          <a:xfrm>
            <a:off x="1433457" y="2720293"/>
            <a:ext cx="2358458" cy="184666"/>
          </a:xfrm>
          <a:prstGeom prst="rect">
            <a:avLst/>
          </a:prstGeom>
          <a:noFill/>
        </p:spPr>
        <p:txBody>
          <a:bodyPr wrap="square" lIns="0" tIns="0" rIns="0" bIns="0" rtlCol="0">
            <a:spAutoFit/>
          </a:bodyPr>
          <a:lstStyle/>
          <a:p>
            <a:pPr marL="228600" indent="-228600">
              <a:buFont typeface="+mj-ea"/>
              <a:buAutoNum type="circleNumDbPlain"/>
            </a:pPr>
            <a:r>
              <a:rPr lang="ja-JP" altLang="en-US" sz="1200" dirty="0">
                <a:solidFill>
                  <a:schemeClr val="accent3"/>
                </a:solidFill>
                <a:latin typeface="BIZ UDPゴシック" panose="020B0400000000000000" pitchFamily="50" charset="-128"/>
                <a:ea typeface="BIZ UDPゴシック" panose="020B0400000000000000" pitchFamily="50" charset="-128"/>
              </a:rPr>
              <a:t>欧州 → 米国</a:t>
            </a:r>
            <a:endParaRPr lang="en-US" altLang="ja-JP" sz="1200" dirty="0">
              <a:solidFill>
                <a:schemeClr val="accent3"/>
              </a:solidFill>
              <a:latin typeface="BIZ UDPゴシック" panose="020B0400000000000000" pitchFamily="50" charset="-128"/>
              <a:ea typeface="BIZ UDPゴシック" panose="020B0400000000000000" pitchFamily="50" charset="-128"/>
            </a:endParaRPr>
          </a:p>
        </p:txBody>
      </p:sp>
      <p:sp>
        <p:nvSpPr>
          <p:cNvPr id="17" name="テキスト ボックス 16">
            <a:extLst>
              <a:ext uri="{FF2B5EF4-FFF2-40B4-BE49-F238E27FC236}">
                <a16:creationId xmlns:a16="http://schemas.microsoft.com/office/drawing/2014/main" id="{C32D8CCC-B4C1-E26B-4A36-B90957ED7A45}"/>
              </a:ext>
            </a:extLst>
          </p:cNvPr>
          <p:cNvSpPr txBox="1"/>
          <p:nvPr/>
        </p:nvSpPr>
        <p:spPr>
          <a:xfrm>
            <a:off x="4121832" y="2720293"/>
            <a:ext cx="2358458" cy="184666"/>
          </a:xfrm>
          <a:prstGeom prst="rect">
            <a:avLst/>
          </a:prstGeom>
          <a:noFill/>
        </p:spPr>
        <p:txBody>
          <a:bodyPr wrap="square" lIns="0" tIns="0" rIns="0" bIns="0" rtlCol="0">
            <a:spAutoFit/>
          </a:bodyPr>
          <a:lstStyle/>
          <a:p>
            <a:r>
              <a:rPr lang="en-US" altLang="ja-JP" sz="1200" dirty="0">
                <a:latin typeface="BIZ UDPゴシック" panose="020B0400000000000000" pitchFamily="50" charset="-128"/>
                <a:ea typeface="BIZ UDPゴシック" panose="020B0400000000000000" pitchFamily="50" charset="-128"/>
              </a:rPr>
              <a:t>-</a:t>
            </a:r>
          </a:p>
        </p:txBody>
      </p:sp>
      <p:sp>
        <p:nvSpPr>
          <p:cNvPr id="18" name="テキスト ボックス 17">
            <a:extLst>
              <a:ext uri="{FF2B5EF4-FFF2-40B4-BE49-F238E27FC236}">
                <a16:creationId xmlns:a16="http://schemas.microsoft.com/office/drawing/2014/main" id="{32965BFE-3B60-D102-A8E6-63A07E9A624E}"/>
              </a:ext>
            </a:extLst>
          </p:cNvPr>
          <p:cNvSpPr txBox="1"/>
          <p:nvPr/>
        </p:nvSpPr>
        <p:spPr>
          <a:xfrm>
            <a:off x="6810206" y="1283999"/>
            <a:ext cx="615553" cy="184666"/>
          </a:xfrm>
          <a:prstGeom prst="rect">
            <a:avLst/>
          </a:prstGeom>
          <a:noFill/>
        </p:spPr>
        <p:txBody>
          <a:bodyPr wrap="none" lIns="0" tIns="0" rIns="0" bIns="0" rtlCol="0">
            <a:spAutoFit/>
          </a:bodyPr>
          <a:lstStyle/>
          <a:p>
            <a:r>
              <a:rPr lang="ja-JP" altLang="en-US" sz="1200" b="1" dirty="0">
                <a:latin typeface="BIZ UDPゴシック" panose="020B0400000000000000" pitchFamily="50" charset="-128"/>
                <a:ea typeface="BIZ UDPゴシック" panose="020B0400000000000000" pitchFamily="50" charset="-128"/>
              </a:rPr>
              <a:t>研究開発</a:t>
            </a:r>
            <a:endParaRPr lang="en-US" altLang="ja-JP" sz="1200" b="1" dirty="0">
              <a:latin typeface="BIZ UDPゴシック" panose="020B0400000000000000" pitchFamily="50" charset="-128"/>
              <a:ea typeface="BIZ UDPゴシック" panose="020B0400000000000000" pitchFamily="50" charset="-128"/>
            </a:endParaRPr>
          </a:p>
        </p:txBody>
      </p:sp>
      <p:sp>
        <p:nvSpPr>
          <p:cNvPr id="19" name="テキスト ボックス 18">
            <a:extLst>
              <a:ext uri="{FF2B5EF4-FFF2-40B4-BE49-F238E27FC236}">
                <a16:creationId xmlns:a16="http://schemas.microsoft.com/office/drawing/2014/main" id="{6C48192B-0797-9DD9-862B-8EE23050D68C}"/>
              </a:ext>
            </a:extLst>
          </p:cNvPr>
          <p:cNvSpPr txBox="1"/>
          <p:nvPr/>
        </p:nvSpPr>
        <p:spPr>
          <a:xfrm>
            <a:off x="9498580" y="1276305"/>
            <a:ext cx="615553" cy="184666"/>
          </a:xfrm>
          <a:prstGeom prst="rect">
            <a:avLst/>
          </a:prstGeom>
          <a:noFill/>
        </p:spPr>
        <p:txBody>
          <a:bodyPr wrap="none" lIns="0" tIns="0" rIns="0" bIns="0" rtlCol="0">
            <a:spAutoFit/>
          </a:bodyPr>
          <a:lstStyle/>
          <a:p>
            <a:r>
              <a:rPr lang="ja-JP" altLang="en-US" sz="1200" b="1" dirty="0">
                <a:latin typeface="BIZ UDPゴシック" panose="020B0400000000000000" pitchFamily="50" charset="-128"/>
                <a:ea typeface="BIZ UDPゴシック" panose="020B0400000000000000" pitchFamily="50" charset="-128"/>
              </a:rPr>
              <a:t>社内運営</a:t>
            </a:r>
            <a:endParaRPr lang="en-US" altLang="ja-JP" sz="1200" b="1" dirty="0">
              <a:latin typeface="BIZ UDPゴシック" panose="020B0400000000000000" pitchFamily="50" charset="-128"/>
              <a:ea typeface="BIZ UDPゴシック" panose="020B0400000000000000" pitchFamily="50" charset="-128"/>
            </a:endParaRPr>
          </a:p>
        </p:txBody>
      </p:sp>
      <p:cxnSp>
        <p:nvCxnSpPr>
          <p:cNvPr id="20" name="直線コネクタ 19">
            <a:extLst>
              <a:ext uri="{FF2B5EF4-FFF2-40B4-BE49-F238E27FC236}">
                <a16:creationId xmlns:a16="http://schemas.microsoft.com/office/drawing/2014/main" id="{A57CB53C-B2CF-47F0-F9B2-F2B64E5E30C4}"/>
              </a:ext>
            </a:extLst>
          </p:cNvPr>
          <p:cNvCxnSpPr>
            <a:cxnSpLocks/>
          </p:cNvCxnSpPr>
          <p:nvPr/>
        </p:nvCxnSpPr>
        <p:spPr>
          <a:xfrm>
            <a:off x="1433457" y="2258966"/>
            <a:ext cx="10396798" cy="24620"/>
          </a:xfrm>
          <a:prstGeom prst="line">
            <a:avLst/>
          </a:prstGeom>
          <a:ln>
            <a:solidFill>
              <a:schemeClr val="bg1">
                <a:lumMod val="75000"/>
              </a:schemeClr>
            </a:solidFill>
            <a:prstDash val="sysDash"/>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21" name="直線コネクタ 20">
            <a:extLst>
              <a:ext uri="{FF2B5EF4-FFF2-40B4-BE49-F238E27FC236}">
                <a16:creationId xmlns:a16="http://schemas.microsoft.com/office/drawing/2014/main" id="{7C588DC9-6824-7366-86FB-D52E8F551CB2}"/>
              </a:ext>
            </a:extLst>
          </p:cNvPr>
          <p:cNvCxnSpPr>
            <a:cxnSpLocks/>
          </p:cNvCxnSpPr>
          <p:nvPr/>
        </p:nvCxnSpPr>
        <p:spPr>
          <a:xfrm>
            <a:off x="1433457" y="2649811"/>
            <a:ext cx="10396798" cy="24620"/>
          </a:xfrm>
          <a:prstGeom prst="line">
            <a:avLst/>
          </a:prstGeom>
          <a:ln>
            <a:solidFill>
              <a:schemeClr val="bg1">
                <a:lumMod val="75000"/>
              </a:schemeClr>
            </a:solidFill>
            <a:prstDash val="sysDash"/>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22" name="直線コネクタ 21">
            <a:extLst>
              <a:ext uri="{FF2B5EF4-FFF2-40B4-BE49-F238E27FC236}">
                <a16:creationId xmlns:a16="http://schemas.microsoft.com/office/drawing/2014/main" id="{FF37CD46-0749-D4AF-0506-5165487EC7D9}"/>
              </a:ext>
            </a:extLst>
          </p:cNvPr>
          <p:cNvCxnSpPr>
            <a:cxnSpLocks/>
          </p:cNvCxnSpPr>
          <p:nvPr/>
        </p:nvCxnSpPr>
        <p:spPr>
          <a:xfrm flipV="1">
            <a:off x="328708" y="3639712"/>
            <a:ext cx="11501547" cy="18344"/>
          </a:xfrm>
          <a:prstGeom prst="line">
            <a:avLst/>
          </a:prstGeom>
          <a:ln>
            <a:solidFill>
              <a:schemeClr val="bg1">
                <a:lumMod val="75000"/>
              </a:schemeClr>
            </a:solidFill>
            <a:prstDash val="sysDash"/>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23" name="テキスト ボックス 22">
            <a:extLst>
              <a:ext uri="{FF2B5EF4-FFF2-40B4-BE49-F238E27FC236}">
                <a16:creationId xmlns:a16="http://schemas.microsoft.com/office/drawing/2014/main" id="{466DDEF5-D9A5-5039-3231-4FC93F0BE6AB}"/>
              </a:ext>
            </a:extLst>
          </p:cNvPr>
          <p:cNvSpPr txBox="1"/>
          <p:nvPr/>
        </p:nvSpPr>
        <p:spPr>
          <a:xfrm>
            <a:off x="1433457" y="3846483"/>
            <a:ext cx="2358458" cy="369332"/>
          </a:xfrm>
          <a:prstGeom prst="rect">
            <a:avLst/>
          </a:prstGeom>
          <a:noFill/>
        </p:spPr>
        <p:txBody>
          <a:bodyPr wrap="square" lIns="0" tIns="0" rIns="0" bIns="0" rtlCol="0">
            <a:spAutoFit/>
          </a:bodyPr>
          <a:lstStyle/>
          <a:p>
            <a:pPr marL="228600" indent="-228600">
              <a:buFont typeface="+mj-ea"/>
              <a:buAutoNum type="circleNumDbPlain"/>
            </a:pPr>
            <a:r>
              <a:rPr lang="ja-JP" altLang="en-US" sz="1200" dirty="0">
                <a:solidFill>
                  <a:schemeClr val="accent3"/>
                </a:solidFill>
                <a:latin typeface="BIZ UDPゴシック" panose="020B0400000000000000" pitchFamily="50" charset="-128"/>
                <a:ea typeface="BIZ UDPゴシック" panose="020B0400000000000000" pitchFamily="50" charset="-128"/>
              </a:rPr>
              <a:t>欧州→</a:t>
            </a:r>
            <a:endParaRPr lang="en-US" altLang="ja-JP" sz="1200" dirty="0">
              <a:solidFill>
                <a:schemeClr val="accent3"/>
              </a:solidFill>
              <a:latin typeface="BIZ UDPゴシック" panose="020B0400000000000000" pitchFamily="50" charset="-128"/>
              <a:ea typeface="BIZ UDPゴシック" panose="020B0400000000000000" pitchFamily="50" charset="-128"/>
            </a:endParaRPr>
          </a:p>
          <a:p>
            <a:r>
              <a:rPr lang="ja-JP" altLang="en-US" sz="1200" dirty="0">
                <a:solidFill>
                  <a:schemeClr val="accent3"/>
                </a:solidFill>
                <a:latin typeface="BIZ UDPゴシック" panose="020B0400000000000000" pitchFamily="50" charset="-128"/>
                <a:ea typeface="BIZ UDPゴシック" panose="020B0400000000000000" pitchFamily="50" charset="-128"/>
              </a:rPr>
              <a:t>    充分制認定取得地域</a:t>
            </a:r>
            <a:endParaRPr lang="en-US" altLang="ja-JP" sz="1200" dirty="0">
              <a:solidFill>
                <a:schemeClr val="accent3"/>
              </a:solidFill>
              <a:latin typeface="BIZ UDPゴシック" panose="020B0400000000000000" pitchFamily="50" charset="-128"/>
              <a:ea typeface="BIZ UDPゴシック" panose="020B0400000000000000" pitchFamily="50" charset="-128"/>
            </a:endParaRPr>
          </a:p>
        </p:txBody>
      </p:sp>
      <p:sp>
        <p:nvSpPr>
          <p:cNvPr id="24" name="テキスト ボックス 23">
            <a:extLst>
              <a:ext uri="{FF2B5EF4-FFF2-40B4-BE49-F238E27FC236}">
                <a16:creationId xmlns:a16="http://schemas.microsoft.com/office/drawing/2014/main" id="{9F6E7BAC-F57E-E6D4-0240-0FF1F70D945D}"/>
              </a:ext>
            </a:extLst>
          </p:cNvPr>
          <p:cNvSpPr txBox="1"/>
          <p:nvPr/>
        </p:nvSpPr>
        <p:spPr>
          <a:xfrm>
            <a:off x="4121832" y="3846483"/>
            <a:ext cx="2358458" cy="553998"/>
          </a:xfrm>
          <a:prstGeom prst="rect">
            <a:avLst/>
          </a:prstGeom>
          <a:noFill/>
        </p:spPr>
        <p:txBody>
          <a:bodyPr wrap="square" lIns="0" tIns="0" rIns="0" bIns="0" rtlCol="0">
            <a:spAutoFit/>
          </a:bodyPr>
          <a:lstStyle/>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インターネットサービス会社</a:t>
            </a:r>
            <a:endParaRPr lang="en-US" altLang="ja-JP" sz="1200" dirty="0">
              <a:latin typeface="BIZ UDPゴシック" panose="020B0400000000000000" pitchFamily="50" charset="-128"/>
              <a:ea typeface="BIZ UDPゴシック" panose="020B0400000000000000" pitchFamily="50" charset="-128"/>
            </a:endParaRPr>
          </a:p>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鉄道会社</a:t>
            </a:r>
            <a:endParaRPr lang="en-US" altLang="ja-JP" sz="1200" dirty="0">
              <a:latin typeface="BIZ UDPゴシック" panose="020B0400000000000000" pitchFamily="50" charset="-128"/>
              <a:ea typeface="BIZ UDPゴシック" panose="020B0400000000000000" pitchFamily="50" charset="-128"/>
            </a:endParaRPr>
          </a:p>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アパレル会社</a:t>
            </a:r>
            <a:endParaRPr lang="en-US" altLang="ja-JP" sz="1200" dirty="0">
              <a:latin typeface="BIZ UDPゴシック" panose="020B0400000000000000" pitchFamily="50" charset="-128"/>
              <a:ea typeface="BIZ UDPゴシック" panose="020B0400000000000000" pitchFamily="50" charset="-128"/>
            </a:endParaRPr>
          </a:p>
        </p:txBody>
      </p:sp>
      <p:cxnSp>
        <p:nvCxnSpPr>
          <p:cNvPr id="25" name="直線コネクタ 24">
            <a:extLst>
              <a:ext uri="{FF2B5EF4-FFF2-40B4-BE49-F238E27FC236}">
                <a16:creationId xmlns:a16="http://schemas.microsoft.com/office/drawing/2014/main" id="{3A4FBA2C-7519-E825-514D-ADD73C4A6D96}"/>
              </a:ext>
            </a:extLst>
          </p:cNvPr>
          <p:cNvCxnSpPr>
            <a:cxnSpLocks/>
          </p:cNvCxnSpPr>
          <p:nvPr/>
        </p:nvCxnSpPr>
        <p:spPr>
          <a:xfrm>
            <a:off x="1433457" y="4430499"/>
            <a:ext cx="10317102" cy="24431"/>
          </a:xfrm>
          <a:prstGeom prst="line">
            <a:avLst/>
          </a:prstGeom>
          <a:ln>
            <a:solidFill>
              <a:schemeClr val="bg1">
                <a:lumMod val="75000"/>
              </a:schemeClr>
            </a:solidFill>
            <a:prstDash val="sysDash"/>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26" name="正方形/長方形 25">
            <a:extLst>
              <a:ext uri="{FF2B5EF4-FFF2-40B4-BE49-F238E27FC236}">
                <a16:creationId xmlns:a16="http://schemas.microsoft.com/office/drawing/2014/main" id="{42B76963-82C0-9676-5CE3-813856F78AFE}"/>
              </a:ext>
            </a:extLst>
          </p:cNvPr>
          <p:cNvSpPr/>
          <p:nvPr/>
        </p:nvSpPr>
        <p:spPr>
          <a:xfrm>
            <a:off x="328709" y="3846483"/>
            <a:ext cx="565427" cy="933299"/>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米国型</a:t>
            </a:r>
          </a:p>
        </p:txBody>
      </p:sp>
      <p:sp>
        <p:nvSpPr>
          <p:cNvPr id="27" name="テキスト ボックス 26">
            <a:extLst>
              <a:ext uri="{FF2B5EF4-FFF2-40B4-BE49-F238E27FC236}">
                <a16:creationId xmlns:a16="http://schemas.microsoft.com/office/drawing/2014/main" id="{B896B9F8-AA29-B16D-DB3D-81FC7D9D04E0}"/>
              </a:ext>
            </a:extLst>
          </p:cNvPr>
          <p:cNvSpPr txBox="1"/>
          <p:nvPr/>
        </p:nvSpPr>
        <p:spPr>
          <a:xfrm>
            <a:off x="4121832" y="4596094"/>
            <a:ext cx="2358458" cy="184666"/>
          </a:xfrm>
          <a:prstGeom prst="rect">
            <a:avLst/>
          </a:prstGeom>
          <a:noFill/>
        </p:spPr>
        <p:txBody>
          <a:bodyPr wrap="square" lIns="0" tIns="0" rIns="0" bIns="0" rtlCol="0">
            <a:spAutoFit/>
          </a:bodyPr>
          <a:lstStyle/>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アパレル会社</a:t>
            </a:r>
            <a:endParaRPr lang="en-US" altLang="ja-JP" sz="1200" dirty="0">
              <a:latin typeface="BIZ UDPゴシック" panose="020B0400000000000000" pitchFamily="50" charset="-128"/>
              <a:ea typeface="BIZ UDPゴシック" panose="020B0400000000000000" pitchFamily="50" charset="-128"/>
            </a:endParaRPr>
          </a:p>
        </p:txBody>
      </p:sp>
      <p:sp>
        <p:nvSpPr>
          <p:cNvPr id="28" name="テキスト ボックス 27">
            <a:extLst>
              <a:ext uri="{FF2B5EF4-FFF2-40B4-BE49-F238E27FC236}">
                <a16:creationId xmlns:a16="http://schemas.microsoft.com/office/drawing/2014/main" id="{32A987FA-E51B-ADF8-E119-7B9285116005}"/>
              </a:ext>
            </a:extLst>
          </p:cNvPr>
          <p:cNvSpPr txBox="1"/>
          <p:nvPr/>
        </p:nvSpPr>
        <p:spPr>
          <a:xfrm>
            <a:off x="1433457" y="4595116"/>
            <a:ext cx="2358458" cy="184666"/>
          </a:xfrm>
          <a:prstGeom prst="rect">
            <a:avLst/>
          </a:prstGeom>
          <a:noFill/>
        </p:spPr>
        <p:txBody>
          <a:bodyPr wrap="square" lIns="0" tIns="0" rIns="0" bIns="0" rtlCol="0">
            <a:spAutoFit/>
          </a:bodyPr>
          <a:lstStyle/>
          <a:p>
            <a:pPr marL="228600" indent="-228600">
              <a:buFont typeface="+mj-ea"/>
              <a:buAutoNum type="circleNumDbPlain"/>
            </a:pPr>
            <a:r>
              <a:rPr lang="ja-JP" altLang="en-US" sz="1200" dirty="0">
                <a:solidFill>
                  <a:schemeClr val="accent3"/>
                </a:solidFill>
                <a:latin typeface="BIZ UDPゴシック" panose="020B0400000000000000" pitchFamily="50" charset="-128"/>
                <a:ea typeface="BIZ UDPゴシック" panose="020B0400000000000000" pitchFamily="50" charset="-128"/>
              </a:rPr>
              <a:t>欧州 → 他地域</a:t>
            </a:r>
            <a:endParaRPr lang="en-US" altLang="ja-JP" sz="1200" dirty="0">
              <a:solidFill>
                <a:schemeClr val="accent3"/>
              </a:solidFill>
              <a:latin typeface="BIZ UDPゴシック" panose="020B0400000000000000" pitchFamily="50" charset="-128"/>
              <a:ea typeface="BIZ UDPゴシック" panose="020B0400000000000000" pitchFamily="50" charset="-128"/>
            </a:endParaRPr>
          </a:p>
        </p:txBody>
      </p:sp>
      <p:sp>
        <p:nvSpPr>
          <p:cNvPr id="29" name="テキスト ボックス 28">
            <a:extLst>
              <a:ext uri="{FF2B5EF4-FFF2-40B4-BE49-F238E27FC236}">
                <a16:creationId xmlns:a16="http://schemas.microsoft.com/office/drawing/2014/main" id="{B724F168-286C-3B46-4F83-9064A30ACD5E}"/>
              </a:ext>
            </a:extLst>
          </p:cNvPr>
          <p:cNvSpPr txBox="1"/>
          <p:nvPr/>
        </p:nvSpPr>
        <p:spPr>
          <a:xfrm>
            <a:off x="6810206" y="1674950"/>
            <a:ext cx="2358458" cy="553998"/>
          </a:xfrm>
          <a:prstGeom prst="rect">
            <a:avLst/>
          </a:prstGeom>
          <a:noFill/>
        </p:spPr>
        <p:txBody>
          <a:bodyPr wrap="square" lIns="0" tIns="0" rIns="0" bIns="0" rtlCol="0">
            <a:spAutoFit/>
          </a:bodyPr>
          <a:lstStyle/>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制約会社</a:t>
            </a:r>
            <a:endParaRPr lang="en-US" altLang="ja-JP" sz="1200" dirty="0">
              <a:latin typeface="BIZ UDPゴシック" panose="020B0400000000000000" pitchFamily="50" charset="-128"/>
              <a:ea typeface="BIZ UDPゴシック" panose="020B0400000000000000" pitchFamily="50" charset="-128"/>
            </a:endParaRPr>
          </a:p>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機器メーカー</a:t>
            </a:r>
            <a:endParaRPr lang="en-US" altLang="ja-JP" sz="1200" dirty="0">
              <a:latin typeface="BIZ UDPゴシック" panose="020B0400000000000000" pitchFamily="50" charset="-128"/>
              <a:ea typeface="BIZ UDPゴシック" panose="020B0400000000000000" pitchFamily="50" charset="-128"/>
            </a:endParaRPr>
          </a:p>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自動車部品メーカー</a:t>
            </a:r>
            <a:endParaRPr lang="en-US" altLang="ja-JP" sz="1200" dirty="0">
              <a:latin typeface="BIZ UDPゴシック" panose="020B0400000000000000" pitchFamily="50" charset="-128"/>
              <a:ea typeface="BIZ UDPゴシック" panose="020B0400000000000000" pitchFamily="50" charset="-128"/>
            </a:endParaRPr>
          </a:p>
        </p:txBody>
      </p:sp>
      <p:sp>
        <p:nvSpPr>
          <p:cNvPr id="30" name="テキスト ボックス 29">
            <a:extLst>
              <a:ext uri="{FF2B5EF4-FFF2-40B4-BE49-F238E27FC236}">
                <a16:creationId xmlns:a16="http://schemas.microsoft.com/office/drawing/2014/main" id="{A123F174-1152-5396-8F0B-A2E2A6005FFB}"/>
              </a:ext>
            </a:extLst>
          </p:cNvPr>
          <p:cNvSpPr txBox="1"/>
          <p:nvPr/>
        </p:nvSpPr>
        <p:spPr>
          <a:xfrm>
            <a:off x="6810206" y="2382288"/>
            <a:ext cx="2358458" cy="184666"/>
          </a:xfrm>
          <a:prstGeom prst="rect">
            <a:avLst/>
          </a:prstGeom>
          <a:noFill/>
        </p:spPr>
        <p:txBody>
          <a:bodyPr wrap="square" lIns="0" tIns="0" rIns="0" bIns="0" rtlCol="0">
            <a:spAutoFit/>
          </a:bodyPr>
          <a:lstStyle/>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米国機器メーカー</a:t>
            </a:r>
            <a:endParaRPr lang="en-US" altLang="ja-JP" sz="1200" dirty="0">
              <a:latin typeface="BIZ UDPゴシック" panose="020B0400000000000000" pitchFamily="50" charset="-128"/>
              <a:ea typeface="BIZ UDPゴシック" panose="020B0400000000000000" pitchFamily="50" charset="-128"/>
            </a:endParaRPr>
          </a:p>
        </p:txBody>
      </p:sp>
      <p:sp>
        <p:nvSpPr>
          <p:cNvPr id="31" name="テキスト ボックス 30">
            <a:extLst>
              <a:ext uri="{FF2B5EF4-FFF2-40B4-BE49-F238E27FC236}">
                <a16:creationId xmlns:a16="http://schemas.microsoft.com/office/drawing/2014/main" id="{D6192AE5-06C6-B229-A522-80FCE4AEEC46}"/>
              </a:ext>
            </a:extLst>
          </p:cNvPr>
          <p:cNvSpPr txBox="1"/>
          <p:nvPr/>
        </p:nvSpPr>
        <p:spPr>
          <a:xfrm>
            <a:off x="6810206" y="2720293"/>
            <a:ext cx="2358458" cy="184666"/>
          </a:xfrm>
          <a:prstGeom prst="rect">
            <a:avLst/>
          </a:prstGeom>
          <a:noFill/>
        </p:spPr>
        <p:txBody>
          <a:bodyPr wrap="square" lIns="0" tIns="0" rIns="0" bIns="0" rtlCol="0">
            <a:spAutoFit/>
          </a:bodyPr>
          <a:lstStyle/>
          <a:p>
            <a:r>
              <a:rPr lang="en-US" altLang="ja-JP" sz="1200" dirty="0">
                <a:latin typeface="BIZ UDPゴシック" panose="020B0400000000000000" pitchFamily="50" charset="-128"/>
                <a:ea typeface="BIZ UDPゴシック" panose="020B0400000000000000" pitchFamily="50" charset="-128"/>
              </a:rPr>
              <a:t>-</a:t>
            </a:r>
          </a:p>
        </p:txBody>
      </p:sp>
      <p:sp>
        <p:nvSpPr>
          <p:cNvPr id="32" name="テキスト ボックス 31">
            <a:extLst>
              <a:ext uri="{FF2B5EF4-FFF2-40B4-BE49-F238E27FC236}">
                <a16:creationId xmlns:a16="http://schemas.microsoft.com/office/drawing/2014/main" id="{6875328D-1FC3-149F-922E-B8D3399FF844}"/>
              </a:ext>
            </a:extLst>
          </p:cNvPr>
          <p:cNvSpPr txBox="1"/>
          <p:nvPr/>
        </p:nvSpPr>
        <p:spPr>
          <a:xfrm>
            <a:off x="6810206" y="3846483"/>
            <a:ext cx="2358458" cy="553998"/>
          </a:xfrm>
          <a:prstGeom prst="rect">
            <a:avLst/>
          </a:prstGeom>
          <a:noFill/>
        </p:spPr>
        <p:txBody>
          <a:bodyPr wrap="square" lIns="0" tIns="0" rIns="0" bIns="0" rtlCol="0">
            <a:spAutoFit/>
          </a:bodyPr>
          <a:lstStyle/>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インターネットサービス会社</a:t>
            </a:r>
            <a:endParaRPr lang="en-US" altLang="ja-JP" sz="1200" dirty="0">
              <a:latin typeface="BIZ UDPゴシック" panose="020B0400000000000000" pitchFamily="50" charset="-128"/>
              <a:ea typeface="BIZ UDPゴシック" panose="020B0400000000000000" pitchFamily="50" charset="-128"/>
            </a:endParaRPr>
          </a:p>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鉄道会社</a:t>
            </a:r>
            <a:endParaRPr lang="en-US" altLang="ja-JP" sz="1200" dirty="0">
              <a:latin typeface="BIZ UDPゴシック" panose="020B0400000000000000" pitchFamily="50" charset="-128"/>
              <a:ea typeface="BIZ UDPゴシック" panose="020B0400000000000000" pitchFamily="50" charset="-128"/>
            </a:endParaRPr>
          </a:p>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アパレル会社</a:t>
            </a:r>
            <a:endParaRPr lang="en-US" altLang="ja-JP" sz="1200" dirty="0">
              <a:latin typeface="BIZ UDPゴシック" panose="020B0400000000000000" pitchFamily="50" charset="-128"/>
              <a:ea typeface="BIZ UDPゴシック" panose="020B0400000000000000" pitchFamily="50" charset="-128"/>
            </a:endParaRPr>
          </a:p>
        </p:txBody>
      </p:sp>
      <p:sp>
        <p:nvSpPr>
          <p:cNvPr id="33" name="テキスト ボックス 32">
            <a:extLst>
              <a:ext uri="{FF2B5EF4-FFF2-40B4-BE49-F238E27FC236}">
                <a16:creationId xmlns:a16="http://schemas.microsoft.com/office/drawing/2014/main" id="{DA3B83B9-AEAF-745F-7B0B-646B3BA84DCC}"/>
              </a:ext>
            </a:extLst>
          </p:cNvPr>
          <p:cNvSpPr txBox="1"/>
          <p:nvPr/>
        </p:nvSpPr>
        <p:spPr>
          <a:xfrm>
            <a:off x="6810206" y="4596094"/>
            <a:ext cx="2358458" cy="184666"/>
          </a:xfrm>
          <a:prstGeom prst="rect">
            <a:avLst/>
          </a:prstGeom>
          <a:noFill/>
        </p:spPr>
        <p:txBody>
          <a:bodyPr wrap="square" lIns="0" tIns="0" rIns="0" bIns="0" rtlCol="0">
            <a:spAutoFit/>
          </a:bodyPr>
          <a:lstStyle/>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アパレル会社</a:t>
            </a:r>
            <a:endParaRPr lang="en-US" altLang="ja-JP" sz="1200" dirty="0">
              <a:latin typeface="BIZ UDPゴシック" panose="020B0400000000000000" pitchFamily="50" charset="-128"/>
              <a:ea typeface="BIZ UDPゴシック" panose="020B0400000000000000" pitchFamily="50" charset="-128"/>
            </a:endParaRPr>
          </a:p>
        </p:txBody>
      </p:sp>
      <p:sp>
        <p:nvSpPr>
          <p:cNvPr id="34" name="テキスト ボックス 33">
            <a:extLst>
              <a:ext uri="{FF2B5EF4-FFF2-40B4-BE49-F238E27FC236}">
                <a16:creationId xmlns:a16="http://schemas.microsoft.com/office/drawing/2014/main" id="{DC2FFA2C-C842-D59E-341C-F93521DB422A}"/>
              </a:ext>
            </a:extLst>
          </p:cNvPr>
          <p:cNvSpPr txBox="1"/>
          <p:nvPr/>
        </p:nvSpPr>
        <p:spPr>
          <a:xfrm>
            <a:off x="9498580" y="1674950"/>
            <a:ext cx="2358458" cy="553998"/>
          </a:xfrm>
          <a:prstGeom prst="rect">
            <a:avLst/>
          </a:prstGeom>
          <a:noFill/>
        </p:spPr>
        <p:txBody>
          <a:bodyPr wrap="square" lIns="0" tIns="0" rIns="0" bIns="0" rtlCol="0">
            <a:spAutoFit/>
          </a:bodyPr>
          <a:lstStyle/>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インターネットサービス会社</a:t>
            </a:r>
            <a:endParaRPr lang="en-US" altLang="ja-JP" sz="1200" dirty="0">
              <a:latin typeface="BIZ UDPゴシック" panose="020B0400000000000000" pitchFamily="50" charset="-128"/>
              <a:ea typeface="BIZ UDPゴシック" panose="020B0400000000000000" pitchFamily="50" charset="-128"/>
            </a:endParaRPr>
          </a:p>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鉄道会社</a:t>
            </a:r>
            <a:endParaRPr lang="en-US" altLang="ja-JP" sz="1200" dirty="0">
              <a:latin typeface="BIZ UDPゴシック" panose="020B0400000000000000" pitchFamily="50" charset="-128"/>
              <a:ea typeface="BIZ UDPゴシック" panose="020B0400000000000000" pitchFamily="50" charset="-128"/>
            </a:endParaRPr>
          </a:p>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アパレル会社</a:t>
            </a:r>
            <a:endParaRPr lang="en-US" altLang="ja-JP" sz="1200" dirty="0">
              <a:latin typeface="BIZ UDPゴシック" panose="020B0400000000000000" pitchFamily="50" charset="-128"/>
              <a:ea typeface="BIZ UDPゴシック" panose="020B0400000000000000" pitchFamily="50" charset="-128"/>
            </a:endParaRPr>
          </a:p>
        </p:txBody>
      </p:sp>
      <p:sp>
        <p:nvSpPr>
          <p:cNvPr id="35" name="テキスト ボックス 34">
            <a:extLst>
              <a:ext uri="{FF2B5EF4-FFF2-40B4-BE49-F238E27FC236}">
                <a16:creationId xmlns:a16="http://schemas.microsoft.com/office/drawing/2014/main" id="{F1B9F28D-BF92-4F74-80CF-C1DB4AA854D1}"/>
              </a:ext>
            </a:extLst>
          </p:cNvPr>
          <p:cNvSpPr txBox="1"/>
          <p:nvPr/>
        </p:nvSpPr>
        <p:spPr>
          <a:xfrm>
            <a:off x="9498580" y="2382288"/>
            <a:ext cx="2358458" cy="184666"/>
          </a:xfrm>
          <a:prstGeom prst="rect">
            <a:avLst/>
          </a:prstGeom>
          <a:noFill/>
        </p:spPr>
        <p:txBody>
          <a:bodyPr wrap="square" lIns="0" tIns="0" rIns="0" bIns="0" rtlCol="0">
            <a:spAutoFit/>
          </a:bodyPr>
          <a:lstStyle/>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アパレル会社</a:t>
            </a:r>
            <a:endParaRPr lang="en-US" altLang="ja-JP" sz="1200" dirty="0">
              <a:latin typeface="BIZ UDPゴシック" panose="020B0400000000000000" pitchFamily="50" charset="-128"/>
              <a:ea typeface="BIZ UDPゴシック" panose="020B0400000000000000" pitchFamily="50" charset="-128"/>
            </a:endParaRPr>
          </a:p>
        </p:txBody>
      </p:sp>
      <p:sp>
        <p:nvSpPr>
          <p:cNvPr id="36" name="テキスト ボックス 35">
            <a:extLst>
              <a:ext uri="{FF2B5EF4-FFF2-40B4-BE49-F238E27FC236}">
                <a16:creationId xmlns:a16="http://schemas.microsoft.com/office/drawing/2014/main" id="{B88BA833-ECB2-3B7D-4FE8-D412ED034E98}"/>
              </a:ext>
            </a:extLst>
          </p:cNvPr>
          <p:cNvSpPr txBox="1"/>
          <p:nvPr/>
        </p:nvSpPr>
        <p:spPr>
          <a:xfrm>
            <a:off x="9498580" y="2720293"/>
            <a:ext cx="2358458" cy="184666"/>
          </a:xfrm>
          <a:prstGeom prst="rect">
            <a:avLst/>
          </a:prstGeom>
          <a:noFill/>
        </p:spPr>
        <p:txBody>
          <a:bodyPr wrap="square" lIns="0" tIns="0" rIns="0" bIns="0" rtlCol="0">
            <a:spAutoFit/>
          </a:bodyPr>
          <a:lstStyle/>
          <a:p>
            <a:r>
              <a:rPr lang="en-US" altLang="ja-JP" sz="1200" dirty="0">
                <a:latin typeface="BIZ UDPゴシック" panose="020B0400000000000000" pitchFamily="50" charset="-128"/>
                <a:ea typeface="BIZ UDPゴシック" panose="020B0400000000000000" pitchFamily="50" charset="-128"/>
              </a:rPr>
              <a:t>-</a:t>
            </a:r>
          </a:p>
        </p:txBody>
      </p:sp>
      <p:sp>
        <p:nvSpPr>
          <p:cNvPr id="37" name="テキスト ボックス 36">
            <a:extLst>
              <a:ext uri="{FF2B5EF4-FFF2-40B4-BE49-F238E27FC236}">
                <a16:creationId xmlns:a16="http://schemas.microsoft.com/office/drawing/2014/main" id="{5CED8D68-7CA6-9790-9A36-BD81EE2D8C76}"/>
              </a:ext>
            </a:extLst>
          </p:cNvPr>
          <p:cNvSpPr txBox="1"/>
          <p:nvPr/>
        </p:nvSpPr>
        <p:spPr>
          <a:xfrm>
            <a:off x="9498580" y="3846483"/>
            <a:ext cx="2358458" cy="553998"/>
          </a:xfrm>
          <a:prstGeom prst="rect">
            <a:avLst/>
          </a:prstGeom>
          <a:noFill/>
        </p:spPr>
        <p:txBody>
          <a:bodyPr wrap="square" lIns="0" tIns="0" rIns="0" bIns="0" rtlCol="0">
            <a:spAutoFit/>
          </a:bodyPr>
          <a:lstStyle/>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インターネットサービス会社</a:t>
            </a:r>
            <a:endParaRPr lang="en-US" altLang="ja-JP" sz="1200" dirty="0">
              <a:latin typeface="BIZ UDPゴシック" panose="020B0400000000000000" pitchFamily="50" charset="-128"/>
              <a:ea typeface="BIZ UDPゴシック" panose="020B0400000000000000" pitchFamily="50" charset="-128"/>
            </a:endParaRPr>
          </a:p>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鉄道会社</a:t>
            </a:r>
            <a:endParaRPr lang="en-US" altLang="ja-JP" sz="1200" dirty="0">
              <a:latin typeface="BIZ UDPゴシック" panose="020B0400000000000000" pitchFamily="50" charset="-128"/>
              <a:ea typeface="BIZ UDPゴシック" panose="020B0400000000000000" pitchFamily="50" charset="-128"/>
            </a:endParaRPr>
          </a:p>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アパレル会社</a:t>
            </a:r>
            <a:endParaRPr lang="en-US" altLang="ja-JP" sz="1200" dirty="0">
              <a:latin typeface="BIZ UDPゴシック" panose="020B0400000000000000" pitchFamily="50" charset="-128"/>
              <a:ea typeface="BIZ UDPゴシック" panose="020B0400000000000000" pitchFamily="50" charset="-128"/>
            </a:endParaRPr>
          </a:p>
        </p:txBody>
      </p:sp>
      <p:sp>
        <p:nvSpPr>
          <p:cNvPr id="38" name="テキスト ボックス 37">
            <a:extLst>
              <a:ext uri="{FF2B5EF4-FFF2-40B4-BE49-F238E27FC236}">
                <a16:creationId xmlns:a16="http://schemas.microsoft.com/office/drawing/2014/main" id="{39E0B8D5-F308-53D6-243F-0F6C01408497}"/>
              </a:ext>
            </a:extLst>
          </p:cNvPr>
          <p:cNvSpPr txBox="1"/>
          <p:nvPr/>
        </p:nvSpPr>
        <p:spPr>
          <a:xfrm>
            <a:off x="9498580" y="4596094"/>
            <a:ext cx="2358458" cy="184666"/>
          </a:xfrm>
          <a:prstGeom prst="rect">
            <a:avLst/>
          </a:prstGeom>
          <a:noFill/>
        </p:spPr>
        <p:txBody>
          <a:bodyPr wrap="square" lIns="0" tIns="0" rIns="0" bIns="0" rtlCol="0">
            <a:spAutoFit/>
          </a:bodyPr>
          <a:lstStyle/>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アパレル会社</a:t>
            </a:r>
            <a:endParaRPr lang="en-US" altLang="ja-JP" sz="1200" dirty="0">
              <a:latin typeface="BIZ UDPゴシック" panose="020B0400000000000000" pitchFamily="50" charset="-128"/>
              <a:ea typeface="BIZ UDPゴシック" panose="020B0400000000000000" pitchFamily="50" charset="-128"/>
            </a:endParaRPr>
          </a:p>
        </p:txBody>
      </p:sp>
      <p:sp>
        <p:nvSpPr>
          <p:cNvPr id="39" name="テキスト ボックス 38">
            <a:extLst>
              <a:ext uri="{FF2B5EF4-FFF2-40B4-BE49-F238E27FC236}">
                <a16:creationId xmlns:a16="http://schemas.microsoft.com/office/drawing/2014/main" id="{65BE2BA3-9C4A-438B-A7D9-19E86796F50F}"/>
              </a:ext>
            </a:extLst>
          </p:cNvPr>
          <p:cNvSpPr txBox="1"/>
          <p:nvPr/>
        </p:nvSpPr>
        <p:spPr>
          <a:xfrm>
            <a:off x="4121832" y="3114488"/>
            <a:ext cx="2358458" cy="184666"/>
          </a:xfrm>
          <a:prstGeom prst="rect">
            <a:avLst/>
          </a:prstGeom>
          <a:noFill/>
        </p:spPr>
        <p:txBody>
          <a:bodyPr wrap="square" lIns="0" tIns="0" rIns="0" bIns="0" rtlCol="0">
            <a:spAutoFit/>
          </a:bodyPr>
          <a:lstStyle/>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アパレル会社</a:t>
            </a:r>
            <a:endParaRPr lang="en-US" altLang="ja-JP" sz="1200" dirty="0">
              <a:latin typeface="BIZ UDPゴシック" panose="020B0400000000000000" pitchFamily="50" charset="-128"/>
              <a:ea typeface="BIZ UDPゴシック" panose="020B0400000000000000" pitchFamily="50" charset="-128"/>
            </a:endParaRPr>
          </a:p>
        </p:txBody>
      </p:sp>
      <p:sp>
        <p:nvSpPr>
          <p:cNvPr id="40" name="テキスト ボックス 39">
            <a:extLst>
              <a:ext uri="{FF2B5EF4-FFF2-40B4-BE49-F238E27FC236}">
                <a16:creationId xmlns:a16="http://schemas.microsoft.com/office/drawing/2014/main" id="{33D04C62-06EF-E84D-3D89-FF2083AEB1EA}"/>
              </a:ext>
            </a:extLst>
          </p:cNvPr>
          <p:cNvSpPr txBox="1"/>
          <p:nvPr/>
        </p:nvSpPr>
        <p:spPr>
          <a:xfrm>
            <a:off x="6810206" y="3114488"/>
            <a:ext cx="2358458" cy="184666"/>
          </a:xfrm>
          <a:prstGeom prst="rect">
            <a:avLst/>
          </a:prstGeom>
          <a:noFill/>
        </p:spPr>
        <p:txBody>
          <a:bodyPr wrap="square" lIns="0" tIns="0" rIns="0" bIns="0" rtlCol="0">
            <a:spAutoFit/>
          </a:bodyPr>
          <a:lstStyle/>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米国機器メーカー</a:t>
            </a:r>
            <a:endParaRPr lang="en-US" altLang="ja-JP" sz="1200" dirty="0">
              <a:latin typeface="BIZ UDPゴシック" panose="020B0400000000000000" pitchFamily="50" charset="-128"/>
              <a:ea typeface="BIZ UDPゴシック" panose="020B0400000000000000" pitchFamily="50" charset="-128"/>
            </a:endParaRPr>
          </a:p>
        </p:txBody>
      </p:sp>
      <p:sp>
        <p:nvSpPr>
          <p:cNvPr id="41" name="テキスト ボックス 40">
            <a:extLst>
              <a:ext uri="{FF2B5EF4-FFF2-40B4-BE49-F238E27FC236}">
                <a16:creationId xmlns:a16="http://schemas.microsoft.com/office/drawing/2014/main" id="{7441D505-281C-F214-F7F0-36B647E9DDF3}"/>
              </a:ext>
            </a:extLst>
          </p:cNvPr>
          <p:cNvSpPr txBox="1"/>
          <p:nvPr/>
        </p:nvSpPr>
        <p:spPr>
          <a:xfrm>
            <a:off x="9498580" y="3114488"/>
            <a:ext cx="2358458" cy="184666"/>
          </a:xfrm>
          <a:prstGeom prst="rect">
            <a:avLst/>
          </a:prstGeom>
          <a:noFill/>
        </p:spPr>
        <p:txBody>
          <a:bodyPr wrap="square" lIns="0" tIns="0" rIns="0" bIns="0" rtlCol="0">
            <a:spAutoFit/>
          </a:bodyPr>
          <a:lstStyle/>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アパレル会社</a:t>
            </a:r>
            <a:endParaRPr lang="en-US" altLang="ja-JP" sz="1200" dirty="0">
              <a:latin typeface="BIZ UDPゴシック" panose="020B0400000000000000" pitchFamily="50" charset="-128"/>
              <a:ea typeface="BIZ UDPゴシック" panose="020B0400000000000000" pitchFamily="50" charset="-128"/>
            </a:endParaRPr>
          </a:p>
        </p:txBody>
      </p:sp>
      <p:cxnSp>
        <p:nvCxnSpPr>
          <p:cNvPr id="42" name="直線コネクタ 41">
            <a:extLst>
              <a:ext uri="{FF2B5EF4-FFF2-40B4-BE49-F238E27FC236}">
                <a16:creationId xmlns:a16="http://schemas.microsoft.com/office/drawing/2014/main" id="{24CDCEA6-EE32-8F03-210F-60BDDFA7B49F}"/>
              </a:ext>
            </a:extLst>
          </p:cNvPr>
          <p:cNvCxnSpPr>
            <a:cxnSpLocks/>
          </p:cNvCxnSpPr>
          <p:nvPr/>
        </p:nvCxnSpPr>
        <p:spPr>
          <a:xfrm flipV="1">
            <a:off x="328708" y="4928917"/>
            <a:ext cx="11501547" cy="18344"/>
          </a:xfrm>
          <a:prstGeom prst="line">
            <a:avLst/>
          </a:prstGeom>
          <a:ln>
            <a:solidFill>
              <a:schemeClr val="bg1">
                <a:lumMod val="75000"/>
              </a:schemeClr>
            </a:solidFill>
            <a:prstDash val="sysDash"/>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43" name="テキスト ボックス 42">
            <a:extLst>
              <a:ext uri="{FF2B5EF4-FFF2-40B4-BE49-F238E27FC236}">
                <a16:creationId xmlns:a16="http://schemas.microsoft.com/office/drawing/2014/main" id="{63DCB16B-F989-FC7F-5AD6-CED32B47F4F6}"/>
              </a:ext>
            </a:extLst>
          </p:cNvPr>
          <p:cNvSpPr txBox="1"/>
          <p:nvPr/>
        </p:nvSpPr>
        <p:spPr>
          <a:xfrm>
            <a:off x="4121832" y="5135688"/>
            <a:ext cx="2358458" cy="369332"/>
          </a:xfrm>
          <a:prstGeom prst="rect">
            <a:avLst/>
          </a:prstGeom>
          <a:noFill/>
        </p:spPr>
        <p:txBody>
          <a:bodyPr wrap="square" lIns="0" tIns="0" rIns="0" bIns="0" rtlCol="0">
            <a:spAutoFit/>
          </a:bodyPr>
          <a:lstStyle/>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ネットワーク機器メーカー</a:t>
            </a:r>
            <a:endParaRPr lang="en-US" altLang="ja-JP" sz="1200" dirty="0">
              <a:latin typeface="BIZ UDPゴシック" panose="020B0400000000000000" pitchFamily="50" charset="-128"/>
              <a:ea typeface="BIZ UDPゴシック" panose="020B0400000000000000" pitchFamily="50" charset="-128"/>
            </a:endParaRPr>
          </a:p>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クラウドベンダー</a:t>
            </a:r>
            <a:endParaRPr lang="en-US" altLang="ja-JP" sz="1200" dirty="0">
              <a:latin typeface="BIZ UDPゴシック" panose="020B0400000000000000" pitchFamily="50" charset="-128"/>
              <a:ea typeface="BIZ UDPゴシック" panose="020B0400000000000000" pitchFamily="50" charset="-128"/>
            </a:endParaRPr>
          </a:p>
        </p:txBody>
      </p:sp>
      <p:sp>
        <p:nvSpPr>
          <p:cNvPr id="44" name="正方形/長方形 43">
            <a:extLst>
              <a:ext uri="{FF2B5EF4-FFF2-40B4-BE49-F238E27FC236}">
                <a16:creationId xmlns:a16="http://schemas.microsoft.com/office/drawing/2014/main" id="{0ADA2256-840C-D54C-11A7-75ED966CFB5F}"/>
              </a:ext>
            </a:extLst>
          </p:cNvPr>
          <p:cNvSpPr/>
          <p:nvPr/>
        </p:nvSpPr>
        <p:spPr>
          <a:xfrm>
            <a:off x="328709" y="5135688"/>
            <a:ext cx="3295736" cy="67109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グローバル統一基準で管理</a:t>
            </a:r>
          </a:p>
        </p:txBody>
      </p:sp>
      <p:sp>
        <p:nvSpPr>
          <p:cNvPr id="45" name="テキスト ボックス 44">
            <a:extLst>
              <a:ext uri="{FF2B5EF4-FFF2-40B4-BE49-F238E27FC236}">
                <a16:creationId xmlns:a16="http://schemas.microsoft.com/office/drawing/2014/main" id="{6AF712EC-329D-C967-093F-FAF2A9551A40}"/>
              </a:ext>
            </a:extLst>
          </p:cNvPr>
          <p:cNvSpPr txBox="1"/>
          <p:nvPr/>
        </p:nvSpPr>
        <p:spPr>
          <a:xfrm>
            <a:off x="6810206" y="5135688"/>
            <a:ext cx="2358458" cy="553998"/>
          </a:xfrm>
          <a:prstGeom prst="rect">
            <a:avLst/>
          </a:prstGeom>
          <a:noFill/>
        </p:spPr>
        <p:txBody>
          <a:bodyPr wrap="square" lIns="0" tIns="0" rIns="0" bIns="0" rtlCol="0">
            <a:spAutoFit/>
          </a:bodyPr>
          <a:lstStyle/>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インターネットサービス会社</a:t>
            </a:r>
            <a:endParaRPr lang="en-US" altLang="ja-JP" sz="1200" dirty="0">
              <a:latin typeface="BIZ UDPゴシック" panose="020B0400000000000000" pitchFamily="50" charset="-128"/>
              <a:ea typeface="BIZ UDPゴシック" panose="020B0400000000000000" pitchFamily="50" charset="-128"/>
            </a:endParaRPr>
          </a:p>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鉄道会社</a:t>
            </a:r>
            <a:endParaRPr lang="en-US" altLang="ja-JP" sz="1200" dirty="0">
              <a:latin typeface="BIZ UDPゴシック" panose="020B0400000000000000" pitchFamily="50" charset="-128"/>
              <a:ea typeface="BIZ UDPゴシック" panose="020B0400000000000000" pitchFamily="50" charset="-128"/>
            </a:endParaRPr>
          </a:p>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アパレル会社</a:t>
            </a:r>
            <a:endParaRPr lang="en-US" altLang="ja-JP" sz="1200" dirty="0">
              <a:latin typeface="BIZ UDPゴシック" panose="020B0400000000000000" pitchFamily="50" charset="-128"/>
              <a:ea typeface="BIZ UDPゴシック" panose="020B0400000000000000" pitchFamily="50" charset="-128"/>
            </a:endParaRPr>
          </a:p>
        </p:txBody>
      </p:sp>
      <p:sp>
        <p:nvSpPr>
          <p:cNvPr id="46" name="テキスト ボックス 45">
            <a:extLst>
              <a:ext uri="{FF2B5EF4-FFF2-40B4-BE49-F238E27FC236}">
                <a16:creationId xmlns:a16="http://schemas.microsoft.com/office/drawing/2014/main" id="{35003496-3D53-2364-C80E-0CE26CC25490}"/>
              </a:ext>
            </a:extLst>
          </p:cNvPr>
          <p:cNvSpPr txBox="1"/>
          <p:nvPr/>
        </p:nvSpPr>
        <p:spPr>
          <a:xfrm>
            <a:off x="9498580" y="5135688"/>
            <a:ext cx="2358458" cy="553998"/>
          </a:xfrm>
          <a:prstGeom prst="rect">
            <a:avLst/>
          </a:prstGeom>
          <a:noFill/>
        </p:spPr>
        <p:txBody>
          <a:bodyPr wrap="square" lIns="0" tIns="0" rIns="0" bIns="0" rtlCol="0">
            <a:spAutoFit/>
          </a:bodyPr>
          <a:lstStyle/>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インターネットサービス会社</a:t>
            </a:r>
            <a:endParaRPr lang="en-US" altLang="ja-JP" sz="1200" dirty="0">
              <a:latin typeface="BIZ UDPゴシック" panose="020B0400000000000000" pitchFamily="50" charset="-128"/>
              <a:ea typeface="BIZ UDPゴシック" panose="020B0400000000000000" pitchFamily="50" charset="-128"/>
            </a:endParaRPr>
          </a:p>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鉄道会社</a:t>
            </a:r>
            <a:endParaRPr lang="en-US" altLang="ja-JP" sz="1200" dirty="0">
              <a:latin typeface="BIZ UDPゴシック" panose="020B0400000000000000" pitchFamily="50" charset="-128"/>
              <a:ea typeface="BIZ UDPゴシック" panose="020B0400000000000000" pitchFamily="50" charset="-128"/>
            </a:endParaRPr>
          </a:p>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アパレル会社</a:t>
            </a:r>
            <a:endParaRPr lang="en-US" altLang="ja-JP" sz="120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4002849609"/>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Arial-MeiryoUI">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85000"/>
          </a:schemeClr>
        </a:solidFill>
        <a:ln>
          <a:noFill/>
        </a:ln>
      </a:spPr>
      <a:bodyPr lIns="0" tIns="0" rIns="0" bIns="0" rtlCol="0" anchor="t" anchorCtr="0"/>
      <a:lstStyle>
        <a:defPPr algn="l">
          <a:defRPr kumimoji="1" sz="1400" dirty="0" smtClean="0">
            <a:solidFill>
              <a:schemeClr val="tx1"/>
            </a:solidFill>
            <a:latin typeface="BIZ UDPゴシック" panose="020B0400000000000000" pitchFamily="50" charset="-128"/>
            <a:ea typeface="BIZ UDPゴシック" panose="020B0400000000000000" pitchFamily="50" charset="-128"/>
          </a:defRPr>
        </a:defPPr>
      </a:lstStyle>
      <a:style>
        <a:lnRef idx="2">
          <a:schemeClr val="accent1">
            <a:shade val="15000"/>
          </a:schemeClr>
        </a:lnRef>
        <a:fillRef idx="1">
          <a:schemeClr val="accent1"/>
        </a:fillRef>
        <a:effectRef idx="0">
          <a:schemeClr val="accent1"/>
        </a:effectRef>
        <a:fontRef idx="minor">
          <a:schemeClr val="lt1"/>
        </a:fontRef>
      </a:style>
    </a:spDef>
    <a:lnDef>
      <a:spPr>
        <a:ln>
          <a:solidFill>
            <a:schemeClr val="tx2">
              <a:lumMod val="25000"/>
              <a:lumOff val="75000"/>
            </a:schemeClr>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chor="t" anchorCtr="0">
        <a:noAutofit/>
      </a:bodyPr>
      <a:lstStyle>
        <a:defPPr marL="87312" algn="l">
          <a:defRPr kumimoji="1" sz="1400" dirty="0" smtClean="0">
            <a:latin typeface="BIZ UDPゴシック" panose="020B0400000000000000" pitchFamily="50" charset="-128"/>
            <a:ea typeface="BIZ UDPゴシック" panose="020B0400000000000000" pitchFamily="50" charset="-128"/>
          </a:defRPr>
        </a:defPPr>
      </a:lstStyle>
    </a:txDef>
  </a:objectDefaults>
  <a:extraClrSchemeLst/>
  <a:extLst>
    <a:ext uri="{05A4C25C-085E-4340-85A3-A5531E510DB2}">
      <thm15:themeFamily xmlns:thm15="http://schemas.microsoft.com/office/thememl/2012/main" name="Blank.potx" id="{86DCC9D2-09DE-453C-8BEB-C98B14784413}" vid="{83EF77FF-0E20-44FC-9349-9251D0082598}"/>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Blank</Template>
  <TotalTime>2</TotalTime>
  <Words>7116</Words>
  <Application>Microsoft Office PowerPoint</Application>
  <PresentationFormat>ワイド画面</PresentationFormat>
  <Paragraphs>1315</Paragraphs>
  <Slides>53</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53</vt:i4>
      </vt:variant>
    </vt:vector>
  </HeadingPairs>
  <TitlesOfParts>
    <vt:vector size="59" baseType="lpstr">
      <vt:lpstr>BIZ UDPゴシック</vt:lpstr>
      <vt:lpstr>メイリオ</vt:lpstr>
      <vt:lpstr>游ゴシック</vt:lpstr>
      <vt:lpstr>Arial</vt:lpstr>
      <vt:lpstr>Wingdings</vt:lpstr>
      <vt:lpstr>Office テーマ</vt:lpstr>
      <vt:lpstr>第回 打合せ名</vt:lpstr>
      <vt:lpstr>第回 打合せ名</vt:lpstr>
      <vt:lpstr>PowerPoint プレゼンテーション</vt:lpstr>
      <vt:lpstr>概要・目次・結論</vt:lpstr>
      <vt:lpstr>一覧</vt:lpstr>
      <vt:lpstr>マトリックス</vt:lpstr>
      <vt:lpstr>ステップ</vt:lpstr>
      <vt:lpstr>比較</vt:lpstr>
      <vt:lpstr>比較</vt:lpstr>
      <vt:lpstr>比較</vt:lpstr>
      <vt:lpstr>マトリックス</vt:lpstr>
      <vt:lpstr>フレームワーク一覧</vt:lpstr>
      <vt:lpstr>サプライチェーン構造</vt:lpstr>
      <vt:lpstr>フレームワーク一覧</vt:lpstr>
      <vt:lpstr>フレームワーク一覧</vt:lpstr>
      <vt:lpstr>ステップ</vt:lpstr>
      <vt:lpstr>カスタマージャーニーの作成方法</vt:lpstr>
      <vt:lpstr>新たなライフスタイルを構築した社会イメージ実現に向けた検討ステップ</vt:lpstr>
      <vt:lpstr>進め方の全体像</vt:lpstr>
      <vt:lpstr>IPO</vt:lpstr>
      <vt:lpstr>一覧</vt:lpstr>
      <vt:lpstr>心理的安全性を作るリーダーの具体的行動</vt:lpstr>
      <vt:lpstr>経歴紹介</vt:lpstr>
      <vt:lpstr>背景目的</vt:lpstr>
      <vt:lpstr>背景/目的</vt:lpstr>
      <vt:lpstr>本事業の背景/目的 と 基本方針</vt:lpstr>
      <vt:lpstr>背景・プロジェクト目的</vt:lpstr>
      <vt:lpstr>全体像</vt:lpstr>
      <vt:lpstr>本事業における調査・検討内容の全体像</vt:lpstr>
      <vt:lpstr>プロマネ</vt:lpstr>
      <vt:lpstr>プロジェクト憲章</vt:lpstr>
      <vt:lpstr>体制</vt:lpstr>
      <vt:lpstr>コミュニケーションルール</vt:lpstr>
      <vt:lpstr>責任分担表</vt:lpstr>
      <vt:lpstr>RACIチャート</vt:lpstr>
      <vt:lpstr>課題ログ</vt:lpstr>
      <vt:lpstr>成果物構造</vt:lpstr>
      <vt:lpstr>動機付け構造</vt:lpstr>
      <vt:lpstr>分析：詳細化</vt:lpstr>
      <vt:lpstr>昨年度までの課題と対応検討</vt:lpstr>
      <vt:lpstr>示唆</vt:lpstr>
      <vt:lpstr>洋上風力産業の集積事例</vt:lpstr>
      <vt:lpstr>各産業別に異なる投資阻害要因が存在</vt:lpstr>
      <vt:lpstr>オンライン化の機運醸成に向けた取り組み案</vt:lpstr>
      <vt:lpstr>CN対応のための組織/体制構築と人材育成</vt:lpstr>
      <vt:lpstr>集計</vt:lpstr>
      <vt:lpstr>各国企業における事業機会と連携の課題</vt:lpstr>
      <vt:lpstr>どのようなインセンティブを選択するか、どのような水準とするか、複数の指標によって評価</vt:lpstr>
      <vt:lpstr>提案</vt:lpstr>
      <vt:lpstr>規定類を変更する際に申請者から同意を得ないケースのご提案</vt:lpstr>
      <vt:lpstr>その他</vt:lpstr>
      <vt:lpstr>PowerPoint プレゼンテーション</vt:lpstr>
      <vt:lpstr>データ越境のヒアリング調査対象企業</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Kazu ENDO</dc:creator>
  <cp:lastModifiedBy>Kazu ENDO</cp:lastModifiedBy>
  <cp:revision>1</cp:revision>
  <dcterms:created xsi:type="dcterms:W3CDTF">2025-11-09T01:29:07Z</dcterms:created>
  <dcterms:modified xsi:type="dcterms:W3CDTF">2025-11-09T01:31:28Z</dcterms:modified>
</cp:coreProperties>
</file>